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56" r:id="rId2"/>
    <p:sldId id="257" r:id="rId3"/>
    <p:sldId id="258" r:id="rId4"/>
    <p:sldId id="259" r:id="rId5"/>
    <p:sldId id="261" r:id="rId6"/>
    <p:sldId id="278" r:id="rId7"/>
    <p:sldId id="260" r:id="rId8"/>
    <p:sldId id="262" r:id="rId9"/>
    <p:sldId id="277" r:id="rId10"/>
    <p:sldId id="279" r:id="rId11"/>
    <p:sldId id="263" r:id="rId12"/>
    <p:sldId id="264" r:id="rId13"/>
    <p:sldId id="265" r:id="rId14"/>
    <p:sldId id="268" r:id="rId15"/>
    <p:sldId id="269" r:id="rId16"/>
    <p:sldId id="270" r:id="rId17"/>
    <p:sldId id="271" r:id="rId18"/>
    <p:sldId id="272" r:id="rId19"/>
    <p:sldId id="273" r:id="rId20"/>
    <p:sldId id="274" r:id="rId21"/>
    <p:sldId id="275" r:id="rId22"/>
    <p:sldId id="276" r:id="rId23"/>
    <p:sldId id="266" r:id="rId24"/>
    <p:sldId id="284" r:id="rId25"/>
    <p:sldId id="280" r:id="rId26"/>
    <p:sldId id="282" r:id="rId27"/>
    <p:sldId id="283" r:id="rId28"/>
  </p:sldIdLst>
  <p:sldSz cx="18288000" cy="10287000"/>
  <p:notesSz cx="6858000" cy="9144000"/>
  <p:embeddedFontLst>
    <p:embeddedFont>
      <p:font typeface="Anca Coder" panose="020B0604020202020204" charset="0"/>
      <p:regular r:id="rId30"/>
    </p:embeddedFont>
    <p:embeddedFont>
      <p:font typeface="Anca Coder Bold" panose="020B0604020202020204" charset="0"/>
      <p:regular r:id="rId31"/>
    </p:embeddedFont>
    <p:embeddedFont>
      <p:font typeface="Anca Coder Bold Italics" panose="020B0604020202020204" charset="0"/>
      <p:regular r:id="rId32"/>
    </p:embeddedFont>
    <p:embeddedFont>
      <p:font typeface="Calibri" panose="020F0502020204030204" pitchFamily="34" charset="0"/>
      <p:regular r:id="rId33"/>
      <p:bold r:id="rId34"/>
      <p:italic r:id="rId35"/>
      <p:boldItalic r:id="rId36"/>
    </p:embeddedFont>
    <p:embeddedFont>
      <p:font typeface="Canva Sans" panose="020B0604020202020204" charset="0"/>
      <p:regular r:id="rId37"/>
    </p:embeddedFont>
    <p:embeddedFont>
      <p:font typeface="Canva Sans Bold" panose="020B0604020202020204" charset="0"/>
      <p:regular r:id="rId38"/>
    </p:embeddedFont>
    <p:embeddedFont>
      <p:font typeface="Codec Pro" panose="020B0604020202020204" charset="0"/>
      <p:regular r:id="rId39"/>
    </p:embeddedFont>
    <p:embeddedFont>
      <p:font typeface="Codec Pro Bold" panose="020B0604020202020204"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7481"/>
    <a:srgbClr val="76BBD1"/>
    <a:srgbClr val="E6C078"/>
    <a:srgbClr val="DB7C7C"/>
    <a:srgbClr val="7CAC7C"/>
    <a:srgbClr val="DCDC7C"/>
    <a:srgbClr val="7C7CDC"/>
    <a:srgbClr val="33C7FB"/>
    <a:srgbClr val="0200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4246" autoAdjust="0"/>
  </p:normalViewPr>
  <p:slideViewPr>
    <p:cSldViewPr>
      <p:cViewPr>
        <p:scale>
          <a:sx n="33" d="100"/>
          <a:sy n="33" d="100"/>
        </p:scale>
        <p:origin x="1397" y="36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30.10.2024</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my name is Oak and I am a PhD student at University of the Sunshine Coast undertaking research on standardising machine learning approaches for a particular type of ecology research that I'll explain a bit later. When taylor invited me to talk about Ml with you, I was a bit worried because I'm far from being any kind of ML expert... I'm an ecologist who happens to use ML, who happens to be figuring it out bit by bit . Therefore, I'll be giving this talk on my speciality in AI -- all the ways not to use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AI is dangerous.</a:t>
            </a:r>
          </a:p>
          <a:p>
            <a:r>
              <a:rPr lang="en-US" dirty="0"/>
              <a:t>I </a:t>
            </a:r>
            <a:r>
              <a:rPr lang="en-US" dirty="0" err="1"/>
              <a:t>dont</a:t>
            </a:r>
            <a:r>
              <a:rPr lang="en-US" dirty="0"/>
              <a:t> mean in the sense of pop culture. </a:t>
            </a:r>
          </a:p>
          <a:p>
            <a:r>
              <a:rPr lang="en-US" dirty="0"/>
              <a:t>Not in the sense that its going to declare war on us, or we'll fall in love and abandon normal </a:t>
            </a:r>
            <a:r>
              <a:rPr lang="en-US" dirty="0" err="1"/>
              <a:t>socialisation</a:t>
            </a:r>
            <a:r>
              <a:rPr lang="en-US" dirty="0"/>
              <a:t>, or even that it is going to replace humans across every industry... While all of these may well be true - I mean in a much less </a:t>
            </a:r>
            <a:r>
              <a:rPr lang="en-US" dirty="0" err="1"/>
              <a:t>hollywood</a:t>
            </a:r>
            <a:r>
              <a:rPr lang="en-US" dirty="0"/>
              <a:t> way... In the subtle sense of overconfidence and blind trust. </a:t>
            </a:r>
          </a:p>
          <a:p>
            <a:endParaRPr lang="en-US" dirty="0"/>
          </a:p>
          <a:p>
            <a:r>
              <a:rPr lang="en-US" dirty="0"/>
              <a:t>This can be harmless or funny, like AI misunderstanding </a:t>
            </a:r>
            <a:r>
              <a:rPr lang="en-US" dirty="0" err="1"/>
              <a:t>humour</a:t>
            </a:r>
            <a:r>
              <a:rPr lang="en-US" dirty="0"/>
              <a:t> as truth, but it can also be very detrimental when professionals and workplaces automate their decision making, mistaking hallucinations for reality, and embedding deep biases - against women, against racial minorities, against the already discriminated - </a:t>
            </a:r>
            <a:r>
              <a:rPr lang="en-US" dirty="0" err="1"/>
              <a:t>hardbaked</a:t>
            </a:r>
            <a:r>
              <a:rPr lang="en-US" dirty="0"/>
              <a:t> into their decision making. </a:t>
            </a:r>
          </a:p>
          <a:p>
            <a:endParaRPr lang="en-US" dirty="0"/>
          </a:p>
          <a:p>
            <a:r>
              <a:rPr lang="en-US" dirty="0"/>
              <a:t>This is not the fault of the AI. It did what it was trained to do. It is the fault of the humans at the helm. I am wary of AI not because it is better than human, but because it's created, implemented, and interpreted by humans. I am nervous of AI because it is extremely fallible to human error, but treated as if it is not.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For this section, I want to introduce you to the perentie lizard.</a:t>
            </a:r>
          </a:p>
          <a:p>
            <a:r>
              <a:rPr lang="en-US" dirty="0"/>
              <a:t>Explain.</a:t>
            </a:r>
          </a:p>
          <a:p>
            <a:r>
              <a:rPr lang="en-US" dirty="0"/>
              <a:t>99% accurate? Does that seem right? There were barely any individuals, a lot of </a:t>
            </a:r>
            <a:r>
              <a:rPr lang="en-US" dirty="0" err="1"/>
              <a:t>behaviours</a:t>
            </a:r>
            <a:r>
              <a:rPr lang="en-US" dirty="0"/>
              <a:t>, and very little was retrieved. Can we really say we understand the perentie? </a:t>
            </a:r>
          </a:p>
          <a:p>
            <a:r>
              <a:rPr lang="en-US" dirty="0"/>
              <a:t>No. So what’s going wrong here. Why is it saying that it can? Critical thinking is needed.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21733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Machine learning is made up of four major steps. There is the data that goes in, the model, the verification of that model, and the questions you ask while doing all of this. While this middle one is far and above what gets the most attention, I want to use this talk to draw your attention to these other elements. </a:t>
            </a:r>
          </a:p>
          <a:p>
            <a:endParaRPr lang="en-US" dirty="0"/>
          </a:p>
          <a:p>
            <a:r>
              <a:rPr lang="en-US" dirty="0"/>
              <a:t>A machine learning architecture is just a bunch of nodes and logic gates and micro decisions, some of which are faster/larger/more complex than others but ultimately they are just statistical processes.</a:t>
            </a:r>
          </a:p>
          <a:p>
            <a:endParaRPr lang="en-US" dirty="0"/>
          </a:p>
          <a:p>
            <a:r>
              <a:rPr lang="en-US" dirty="0"/>
              <a:t>They are only as good as the questions they are asked, the data they are built on, and the verification applied.</a:t>
            </a:r>
          </a:p>
          <a:p>
            <a:endParaRPr lang="en-US" dirty="0"/>
          </a:p>
          <a:p>
            <a:r>
              <a:rPr lang="en-US" dirty="0"/>
              <a:t>To understand what went wrong with out lizards we need to take a step back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oldest adage in the machine learning books is rubbish in, rubbish out. A machine learning model is only a series of things that are done to data. Generally, for the kind of ML we're dealing with, the model is only as good as the data it is fed.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a:t>
            </a:r>
            <a:r>
              <a:rPr lang="en-US" dirty="0" err="1"/>
              <a:t>Ml</a:t>
            </a:r>
            <a:r>
              <a:rPr lang="en-US" dirty="0"/>
              <a:t> to work, the features have to be good representations of the data and the data has to be a good representation of the problem (where the problem is all data from which our data is a subset)</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Overfitting is the curse of machine learning.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have some ground truthed  data (where we know what categories the data is) and we use it to build a model we which deploy onto unknown data. </a:t>
            </a:r>
          </a:p>
          <a:p>
            <a:endParaRPr lang="en-US"/>
          </a:p>
          <a:p>
            <a:r>
              <a:rPr lang="en-US"/>
              <a:t>We want to know how good the model will be when we deploy it, but we but we don't know because we don't know what the data is. </a:t>
            </a:r>
          </a:p>
          <a:p>
            <a:endParaRPr lang="en-US"/>
          </a:p>
          <a:p>
            <a:r>
              <a:rPr lang="en-US"/>
              <a:t>Instead we have to approximate it by looking at the performance on the data we do know, the ground truth data . But we trained on that data, so the model already knows the answers. Testing on the training data would be useless because we would get really high performance and still not know how it performs on the deployment data. </a:t>
            </a:r>
          </a:p>
          <a:p>
            <a:endParaRPr lang="en-US"/>
          </a:p>
          <a:p>
            <a:r>
              <a:rPr lang="en-US"/>
              <a:t>Instead, we split out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Instead we split our data in multiple portions, some used for training, others for testing. </a:t>
            </a:r>
          </a:p>
          <a:p>
            <a:endParaRPr lang="en-US"/>
          </a:p>
          <a:p>
            <a:r>
              <a:rPr lang="en-US"/>
              <a:t>We can do this multiple ways and far from trivial, the way you decide to split your data has massive influence on what your data can tell you.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an an deal world the test data would be kept in a blind lock box not even seen until you're publishing your model. This sounds like a conspiracy but you - the researcher - your brain forms part of the ML system and if you look at the test data, become familiar with it, overfitting is likely to happen.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next decision is choosing what metrics to measure performance with. Remember how I said most papers in my field were reporting 90-99% accuracy. Already I've shown how that was likely an overestimating due to incomplete validation, but accuracy itself can be misleading too. </a:t>
            </a:r>
          </a:p>
          <a:p>
            <a:endParaRPr lang="en-US"/>
          </a:p>
          <a:p>
            <a:r>
              <a:rPr lang="en-US"/>
              <a:t>Here is some data, its mostly blue, a little yellow. Imagine, that the blue are normal samples and yellow indicates an important abnormality we want to study. Lets create a simple model. </a:t>
            </a:r>
          </a:p>
          <a:p>
            <a:endParaRPr lang="en-US"/>
          </a:p>
          <a:p>
            <a:r>
              <a:rPr lang="en-US"/>
              <a:t>Okay, this model sucks. It says, if data, then blue. It's terrible, it predicts all incoming samples to be blue without detecting yellow at all.</a:t>
            </a:r>
          </a:p>
          <a:p>
            <a:endParaRPr lang="en-US"/>
          </a:p>
          <a:p>
            <a:r>
              <a:rPr lang="en-US"/>
              <a:t>Technically, however, it's over 90% accurate. Publish that!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AU" dirty="0"/>
              <a:t>And only now, only after all of that are you ready to deploy your model. And it must be deployed on individuals who fall within the correct scope.</a:t>
            </a:r>
          </a:p>
        </p:txBody>
      </p:sp>
      <p:sp>
        <p:nvSpPr>
          <p:cNvPr id="4" name="Slide Number Placeholder 3"/>
          <p:cNvSpPr>
            <a:spLocks noGrp="1"/>
          </p:cNvSpPr>
          <p:nvPr>
            <p:ph type="sldNum" sz="quarter" idx="5"/>
          </p:nvPr>
        </p:nvSpPr>
        <p:spPr/>
        <p:txBody>
          <a:bodyPr/>
          <a:lstStyle/>
          <a:p>
            <a:fld id="{871B2431-D351-4C6E-A3CF-9DFAC0E3E050}" type="slidenum">
              <a:rPr lang="cs-CZ" smtClean="0"/>
              <a:t>23</a:t>
            </a:fld>
            <a:endParaRPr lang="cs-CZ"/>
          </a:p>
        </p:txBody>
      </p:sp>
    </p:spTree>
    <p:extLst>
      <p:ext uri="{BB962C8B-B14F-4D97-AF65-F5344CB8AC3E}">
        <p14:creationId xmlns:p14="http://schemas.microsoft.com/office/powerpoint/2010/main" val="3195098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2003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sv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44.png"/><Relationship Id="rId18" Type="http://schemas.openxmlformats.org/officeDocument/2006/relationships/image" Target="../media/image49.sv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svg"/><Relationship Id="rId17" Type="http://schemas.openxmlformats.org/officeDocument/2006/relationships/image" Target="../media/image48.png"/><Relationship Id="rId2" Type="http://schemas.openxmlformats.org/officeDocument/2006/relationships/notesSlide" Target="../notesSlides/notesSlide4.xml"/><Relationship Id="rId16" Type="http://schemas.openxmlformats.org/officeDocument/2006/relationships/image" Target="../media/image47.svg"/><Relationship Id="rId1" Type="http://schemas.openxmlformats.org/officeDocument/2006/relationships/slideLayout" Target="../slideLayouts/slideLayout7.xml"/><Relationship Id="rId6" Type="http://schemas.openxmlformats.org/officeDocument/2006/relationships/image" Target="../media/image37.sv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 Id="rId14" Type="http://schemas.openxmlformats.org/officeDocument/2006/relationships/image" Target="../media/image45.svg"/></Relationships>
</file>

<file path=ppt/slides/_rels/slide8.xml.rels><?xml version="1.0" encoding="UTF-8" standalone="yes"?>
<Relationships xmlns="http://schemas.openxmlformats.org/package/2006/relationships"><Relationship Id="rId8" Type="http://schemas.openxmlformats.org/officeDocument/2006/relationships/image" Target="../media/image55.svg"/><Relationship Id="rId13" Type="http://schemas.openxmlformats.org/officeDocument/2006/relationships/image" Target="../media/image49.svg"/><Relationship Id="rId18" Type="http://schemas.openxmlformats.org/officeDocument/2006/relationships/image" Target="../media/image63.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48.png"/><Relationship Id="rId17" Type="http://schemas.openxmlformats.org/officeDocument/2006/relationships/image" Target="../media/image62.svg"/><Relationship Id="rId2" Type="http://schemas.openxmlformats.org/officeDocument/2006/relationships/image" Target="../media/image28.png"/><Relationship Id="rId16"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53.svg"/><Relationship Id="rId11" Type="http://schemas.openxmlformats.org/officeDocument/2006/relationships/image" Target="../media/image58.png"/><Relationship Id="rId5" Type="http://schemas.openxmlformats.org/officeDocument/2006/relationships/image" Target="../media/image52.png"/><Relationship Id="rId15" Type="http://schemas.openxmlformats.org/officeDocument/2006/relationships/image" Target="../media/image60.svg"/><Relationship Id="rId10" Type="http://schemas.openxmlformats.org/officeDocument/2006/relationships/image" Target="../media/image57.svg"/><Relationship Id="rId19" Type="http://schemas.openxmlformats.org/officeDocument/2006/relationships/image" Target="../media/image64.svg"/><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59.png"/></Relationships>
</file>

<file path=ppt/slides/_rels/slide9.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44.png"/><Relationship Id="rId3" Type="http://schemas.openxmlformats.org/officeDocument/2006/relationships/image" Target="../media/image65.png"/><Relationship Id="rId7" Type="http://schemas.openxmlformats.org/officeDocument/2006/relationships/image" Target="../media/image38.png"/><Relationship Id="rId12" Type="http://schemas.openxmlformats.org/officeDocument/2006/relationships/image" Target="../media/image43.svg"/><Relationship Id="rId17" Type="http://schemas.openxmlformats.org/officeDocument/2006/relationships/image" Target="../media/image60.svg"/><Relationship Id="rId2" Type="http://schemas.openxmlformats.org/officeDocument/2006/relationships/notesSlide" Target="../notesSlides/notesSlide5.xml"/><Relationship Id="rId16"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68.svg"/><Relationship Id="rId11" Type="http://schemas.openxmlformats.org/officeDocument/2006/relationships/image" Target="../media/image42.png"/><Relationship Id="rId5" Type="http://schemas.openxmlformats.org/officeDocument/2006/relationships/image" Target="../media/image67.png"/><Relationship Id="rId15" Type="http://schemas.openxmlformats.org/officeDocument/2006/relationships/image" Target="../media/image50.png"/><Relationship Id="rId10" Type="http://schemas.openxmlformats.org/officeDocument/2006/relationships/image" Target="../media/image41.svg"/><Relationship Id="rId4" Type="http://schemas.openxmlformats.org/officeDocument/2006/relationships/image" Target="../media/image66.svg"/><Relationship Id="rId9" Type="http://schemas.openxmlformats.org/officeDocument/2006/relationships/image" Target="../media/image40.png"/><Relationship Id="rId14" Type="http://schemas.openxmlformats.org/officeDocument/2006/relationships/image" Target="../media/image45.svg"/></Relationships>
</file>

<file path=ppt/slides/_rels/slide10.xml.rels><?xml version="1.0" encoding="UTF-8" standalone="yes"?>
<Relationships xmlns="http://schemas.openxmlformats.org/package/2006/relationships"><Relationship Id="rId8" Type="http://schemas.openxmlformats.org/officeDocument/2006/relationships/image" Target="../media/image73.svg"/><Relationship Id="rId13" Type="http://schemas.openxmlformats.org/officeDocument/2006/relationships/image" Target="../media/image78.png"/><Relationship Id="rId18" Type="http://schemas.openxmlformats.org/officeDocument/2006/relationships/image" Target="../media/image83.png"/><Relationship Id="rId3" Type="http://schemas.openxmlformats.org/officeDocument/2006/relationships/image" Target="../media/image70.png"/><Relationship Id="rId21" Type="http://schemas.openxmlformats.org/officeDocument/2006/relationships/image" Target="../media/image86.png"/><Relationship Id="rId7" Type="http://schemas.openxmlformats.org/officeDocument/2006/relationships/image" Target="../media/image72.png"/><Relationship Id="rId12" Type="http://schemas.openxmlformats.org/officeDocument/2006/relationships/image" Target="../media/image77.svg"/><Relationship Id="rId17" Type="http://schemas.openxmlformats.org/officeDocument/2006/relationships/image" Target="../media/image82.svg"/><Relationship Id="rId2" Type="http://schemas.openxmlformats.org/officeDocument/2006/relationships/image" Target="../media/image69.png"/><Relationship Id="rId16" Type="http://schemas.openxmlformats.org/officeDocument/2006/relationships/image" Target="../media/image81.png"/><Relationship Id="rId20" Type="http://schemas.openxmlformats.org/officeDocument/2006/relationships/image" Target="../media/image85.png"/><Relationship Id="rId1" Type="http://schemas.openxmlformats.org/officeDocument/2006/relationships/slideLayout" Target="../slideLayouts/slideLayout7.xml"/><Relationship Id="rId6" Type="http://schemas.openxmlformats.org/officeDocument/2006/relationships/image" Target="../media/image66.svg"/><Relationship Id="rId11" Type="http://schemas.openxmlformats.org/officeDocument/2006/relationships/image" Target="../media/image76.png"/><Relationship Id="rId5" Type="http://schemas.openxmlformats.org/officeDocument/2006/relationships/image" Target="../media/image65.png"/><Relationship Id="rId15" Type="http://schemas.openxmlformats.org/officeDocument/2006/relationships/image" Target="../media/image80.png"/><Relationship Id="rId10" Type="http://schemas.openxmlformats.org/officeDocument/2006/relationships/image" Target="../media/image75.svg"/><Relationship Id="rId19" Type="http://schemas.openxmlformats.org/officeDocument/2006/relationships/image" Target="../media/image84.svg"/><Relationship Id="rId4" Type="http://schemas.openxmlformats.org/officeDocument/2006/relationships/image" Target="../media/image71.svg"/><Relationship Id="rId9" Type="http://schemas.openxmlformats.org/officeDocument/2006/relationships/image" Target="../media/image74.png"/><Relationship Id="rId14" Type="http://schemas.openxmlformats.org/officeDocument/2006/relationships/image" Target="../media/image79.png"/></Relationships>
</file>

<file path=ppt/slides/_rels/slide11.xml.rels><?xml version="1.0" encoding="UTF-8" standalone="yes"?>
<Relationships xmlns="http://schemas.openxmlformats.org/package/2006/relationships"><Relationship Id="rId8" Type="http://schemas.openxmlformats.org/officeDocument/2006/relationships/image" Target="../media/image88.svg"/><Relationship Id="rId13" Type="http://schemas.openxmlformats.org/officeDocument/2006/relationships/image" Target="../media/image56.png"/><Relationship Id="rId18" Type="http://schemas.openxmlformats.org/officeDocument/2006/relationships/image" Target="../media/image94.svg"/><Relationship Id="rId3" Type="http://schemas.openxmlformats.org/officeDocument/2006/relationships/image" Target="../media/image50.png"/><Relationship Id="rId21" Type="http://schemas.openxmlformats.org/officeDocument/2006/relationships/image" Target="../media/image58.png"/><Relationship Id="rId7" Type="http://schemas.openxmlformats.org/officeDocument/2006/relationships/image" Target="../media/image87.png"/><Relationship Id="rId12" Type="http://schemas.openxmlformats.org/officeDocument/2006/relationships/image" Target="../media/image55.svg"/><Relationship Id="rId17" Type="http://schemas.openxmlformats.org/officeDocument/2006/relationships/image" Target="../media/image93.png"/><Relationship Id="rId2" Type="http://schemas.openxmlformats.org/officeDocument/2006/relationships/image" Target="../media/image28.png"/><Relationship Id="rId16" Type="http://schemas.openxmlformats.org/officeDocument/2006/relationships/image" Target="../media/image92.svg"/><Relationship Id="rId20" Type="http://schemas.openxmlformats.org/officeDocument/2006/relationships/image" Target="../media/image96.svg"/><Relationship Id="rId1" Type="http://schemas.openxmlformats.org/officeDocument/2006/relationships/slideLayout" Target="../slideLayouts/slideLayout7.xml"/><Relationship Id="rId6" Type="http://schemas.openxmlformats.org/officeDocument/2006/relationships/image" Target="../media/image53.svg"/><Relationship Id="rId11" Type="http://schemas.openxmlformats.org/officeDocument/2006/relationships/image" Target="../media/image54.png"/><Relationship Id="rId5" Type="http://schemas.openxmlformats.org/officeDocument/2006/relationships/image" Target="../media/image52.png"/><Relationship Id="rId15" Type="http://schemas.openxmlformats.org/officeDocument/2006/relationships/image" Target="../media/image91.png"/><Relationship Id="rId10" Type="http://schemas.openxmlformats.org/officeDocument/2006/relationships/image" Target="../media/image90.svg"/><Relationship Id="rId19" Type="http://schemas.openxmlformats.org/officeDocument/2006/relationships/image" Target="../media/image95.png"/><Relationship Id="rId4" Type="http://schemas.openxmlformats.org/officeDocument/2006/relationships/image" Target="../media/image51.png"/><Relationship Id="rId9" Type="http://schemas.openxmlformats.org/officeDocument/2006/relationships/image" Target="../media/image89.png"/><Relationship Id="rId14" Type="http://schemas.openxmlformats.org/officeDocument/2006/relationships/image" Target="../media/image57.svg"/></Relationships>
</file>

<file path=ppt/slides/_rels/slide12.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sv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svg"/><Relationship Id="rId3" Type="http://schemas.openxmlformats.org/officeDocument/2006/relationships/image" Target="../media/image98.svg"/><Relationship Id="rId21" Type="http://schemas.openxmlformats.org/officeDocument/2006/relationships/image" Target="../media/image116.sv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svg"/><Relationship Id="rId7" Type="http://schemas.openxmlformats.org/officeDocument/2006/relationships/image" Target="../media/image102.svg"/><Relationship Id="rId12" Type="http://schemas.openxmlformats.org/officeDocument/2006/relationships/image" Target="../media/image107.png"/><Relationship Id="rId17" Type="http://schemas.openxmlformats.org/officeDocument/2006/relationships/image" Target="../media/image112.svg"/><Relationship Id="rId25" Type="http://schemas.openxmlformats.org/officeDocument/2006/relationships/image" Target="../media/image120.svg"/><Relationship Id="rId33" Type="http://schemas.openxmlformats.org/officeDocument/2006/relationships/image" Target="../media/image128.svg"/><Relationship Id="rId38" Type="http://schemas.openxmlformats.org/officeDocument/2006/relationships/image" Target="../media/image133.png"/><Relationship Id="rId46" Type="http://schemas.openxmlformats.org/officeDocument/2006/relationships/image" Target="../media/image141.png"/><Relationship Id="rId2" Type="http://schemas.openxmlformats.org/officeDocument/2006/relationships/image" Target="../media/image97.png"/><Relationship Id="rId16" Type="http://schemas.openxmlformats.org/officeDocument/2006/relationships/image" Target="../media/image111.png"/><Relationship Id="rId20" Type="http://schemas.openxmlformats.org/officeDocument/2006/relationships/image" Target="../media/image115.png"/><Relationship Id="rId29" Type="http://schemas.openxmlformats.org/officeDocument/2006/relationships/image" Target="../media/image124.svg"/><Relationship Id="rId41" Type="http://schemas.openxmlformats.org/officeDocument/2006/relationships/image" Target="../media/image136.svg"/><Relationship Id="rId1" Type="http://schemas.openxmlformats.org/officeDocument/2006/relationships/slideLayout" Target="../slideLayouts/slideLayout7.xml"/><Relationship Id="rId6" Type="http://schemas.openxmlformats.org/officeDocument/2006/relationships/image" Target="../media/image101.png"/><Relationship Id="rId11" Type="http://schemas.openxmlformats.org/officeDocument/2006/relationships/image" Target="../media/image106.sv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svg"/><Relationship Id="rId40" Type="http://schemas.openxmlformats.org/officeDocument/2006/relationships/image" Target="../media/image135.png"/><Relationship Id="rId45" Type="http://schemas.openxmlformats.org/officeDocument/2006/relationships/image" Target="../media/image140.svg"/><Relationship Id="rId5" Type="http://schemas.openxmlformats.org/officeDocument/2006/relationships/image" Target="../media/image100.svg"/><Relationship Id="rId15" Type="http://schemas.openxmlformats.org/officeDocument/2006/relationships/image" Target="../media/image110.svg"/><Relationship Id="rId23" Type="http://schemas.openxmlformats.org/officeDocument/2006/relationships/image" Target="../media/image118.sv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svg"/><Relationship Id="rId31" Type="http://schemas.openxmlformats.org/officeDocument/2006/relationships/image" Target="../media/image126.sv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sv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svg"/><Relationship Id="rId30" Type="http://schemas.openxmlformats.org/officeDocument/2006/relationships/image" Target="../media/image125.png"/><Relationship Id="rId35" Type="http://schemas.openxmlformats.org/officeDocument/2006/relationships/image" Target="../media/image130.svg"/><Relationship Id="rId43" Type="http://schemas.openxmlformats.org/officeDocument/2006/relationships/image" Target="../media/image138.svg"/></Relationships>
</file>

<file path=ppt/slides/_rels/slide13.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152.png"/><Relationship Id="rId18" Type="http://schemas.openxmlformats.org/officeDocument/2006/relationships/image" Target="../media/image155.svg"/><Relationship Id="rId3" Type="http://schemas.openxmlformats.org/officeDocument/2006/relationships/image" Target="../media/image144.svg"/><Relationship Id="rId7" Type="http://schemas.openxmlformats.org/officeDocument/2006/relationships/image" Target="../media/image147.png"/><Relationship Id="rId12" Type="http://schemas.openxmlformats.org/officeDocument/2006/relationships/image" Target="../media/image151.svg"/><Relationship Id="rId17" Type="http://schemas.openxmlformats.org/officeDocument/2006/relationships/image" Target="../media/image154.png"/><Relationship Id="rId2" Type="http://schemas.openxmlformats.org/officeDocument/2006/relationships/image" Target="../media/image143.png"/><Relationship Id="rId16" Type="http://schemas.openxmlformats.org/officeDocument/2006/relationships/image" Target="../media/image96.svg"/><Relationship Id="rId20" Type="http://schemas.openxmlformats.org/officeDocument/2006/relationships/image" Target="../media/image157.sv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150.png"/><Relationship Id="rId5" Type="http://schemas.openxmlformats.org/officeDocument/2006/relationships/image" Target="../media/image146.svg"/><Relationship Id="rId15" Type="http://schemas.openxmlformats.org/officeDocument/2006/relationships/image" Target="../media/image95.png"/><Relationship Id="rId10" Type="http://schemas.openxmlformats.org/officeDocument/2006/relationships/image" Target="../media/image149.svg"/><Relationship Id="rId19" Type="http://schemas.openxmlformats.org/officeDocument/2006/relationships/image" Target="../media/image156.png"/><Relationship Id="rId4" Type="http://schemas.openxmlformats.org/officeDocument/2006/relationships/image" Target="../media/image145.png"/><Relationship Id="rId9" Type="http://schemas.openxmlformats.org/officeDocument/2006/relationships/image" Target="../media/image148.png"/><Relationship Id="rId14" Type="http://schemas.openxmlformats.org/officeDocument/2006/relationships/image" Target="../media/image153.svg"/></Relationships>
</file>

<file path=ppt/slides/_rels/slide14.xml.rels><?xml version="1.0" encoding="UTF-8" standalone="yes"?>
<Relationships xmlns="http://schemas.openxmlformats.org/package/2006/relationships"><Relationship Id="rId8" Type="http://schemas.openxmlformats.org/officeDocument/2006/relationships/image" Target="../media/image163.png"/><Relationship Id="rId3" Type="http://schemas.openxmlformats.org/officeDocument/2006/relationships/image" Target="../media/image158.png"/><Relationship Id="rId7" Type="http://schemas.openxmlformats.org/officeDocument/2006/relationships/image" Target="../media/image162.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s>
</file>

<file path=ppt/slides/_rels/slide15.xml.rels><?xml version="1.0" encoding="UTF-8" standalone="yes"?>
<Relationships xmlns="http://schemas.openxmlformats.org/package/2006/relationships"><Relationship Id="rId8" Type="http://schemas.openxmlformats.org/officeDocument/2006/relationships/image" Target="../media/image169.svg"/><Relationship Id="rId13" Type="http://schemas.openxmlformats.org/officeDocument/2006/relationships/image" Target="../media/image170.png"/><Relationship Id="rId18" Type="http://schemas.openxmlformats.org/officeDocument/2006/relationships/image" Target="../media/image66.svg"/><Relationship Id="rId26" Type="http://schemas.openxmlformats.org/officeDocument/2006/relationships/image" Target="../media/image181.svg"/><Relationship Id="rId3" Type="http://schemas.openxmlformats.org/officeDocument/2006/relationships/image" Target="../media/image164.png"/><Relationship Id="rId21" Type="http://schemas.openxmlformats.org/officeDocument/2006/relationships/image" Target="../media/image176.png"/><Relationship Id="rId7" Type="http://schemas.openxmlformats.org/officeDocument/2006/relationships/image" Target="../media/image168.png"/><Relationship Id="rId12" Type="http://schemas.openxmlformats.org/officeDocument/2006/relationships/image" Target="../media/image41.svg"/><Relationship Id="rId17" Type="http://schemas.openxmlformats.org/officeDocument/2006/relationships/image" Target="../media/image65.png"/><Relationship Id="rId25" Type="http://schemas.openxmlformats.org/officeDocument/2006/relationships/image" Target="../media/image180.png"/><Relationship Id="rId2" Type="http://schemas.openxmlformats.org/officeDocument/2006/relationships/notesSlide" Target="../notesSlides/notesSlide7.xml"/><Relationship Id="rId16" Type="http://schemas.openxmlformats.org/officeDocument/2006/relationships/image" Target="../media/image173.svg"/><Relationship Id="rId20" Type="http://schemas.openxmlformats.org/officeDocument/2006/relationships/image" Target="../media/image175.svg"/><Relationship Id="rId1" Type="http://schemas.openxmlformats.org/officeDocument/2006/relationships/slideLayout" Target="../slideLayouts/slideLayout7.xml"/><Relationship Id="rId6" Type="http://schemas.openxmlformats.org/officeDocument/2006/relationships/image" Target="../media/image167.svg"/><Relationship Id="rId11" Type="http://schemas.openxmlformats.org/officeDocument/2006/relationships/image" Target="../media/image40.png"/><Relationship Id="rId24" Type="http://schemas.openxmlformats.org/officeDocument/2006/relationships/image" Target="../media/image179.svg"/><Relationship Id="rId5" Type="http://schemas.openxmlformats.org/officeDocument/2006/relationships/image" Target="../media/image166.png"/><Relationship Id="rId15" Type="http://schemas.openxmlformats.org/officeDocument/2006/relationships/image" Target="../media/image172.png"/><Relationship Id="rId23" Type="http://schemas.openxmlformats.org/officeDocument/2006/relationships/image" Target="../media/image178.png"/><Relationship Id="rId28" Type="http://schemas.openxmlformats.org/officeDocument/2006/relationships/image" Target="../media/image183.svg"/><Relationship Id="rId10" Type="http://schemas.openxmlformats.org/officeDocument/2006/relationships/image" Target="../media/image28.png"/><Relationship Id="rId19" Type="http://schemas.openxmlformats.org/officeDocument/2006/relationships/image" Target="../media/image174.png"/><Relationship Id="rId4" Type="http://schemas.openxmlformats.org/officeDocument/2006/relationships/image" Target="../media/image165.svg"/><Relationship Id="rId9" Type="http://schemas.openxmlformats.org/officeDocument/2006/relationships/image" Target="../media/image160.png"/><Relationship Id="rId14" Type="http://schemas.openxmlformats.org/officeDocument/2006/relationships/image" Target="../media/image171.svg"/><Relationship Id="rId22" Type="http://schemas.openxmlformats.org/officeDocument/2006/relationships/image" Target="../media/image177.svg"/><Relationship Id="rId27" Type="http://schemas.openxmlformats.org/officeDocument/2006/relationships/image" Target="../media/image182.png"/></Relationships>
</file>

<file path=ppt/slides/_rels/slide16.xml.rels><?xml version="1.0" encoding="UTF-8" standalone="yes"?>
<Relationships xmlns="http://schemas.openxmlformats.org/package/2006/relationships"><Relationship Id="rId8" Type="http://schemas.openxmlformats.org/officeDocument/2006/relationships/image" Target="../media/image187.svg"/><Relationship Id="rId13" Type="http://schemas.openxmlformats.org/officeDocument/2006/relationships/image" Target="../media/image192.png"/><Relationship Id="rId18" Type="http://schemas.openxmlformats.org/officeDocument/2006/relationships/image" Target="../media/image197.svg"/><Relationship Id="rId3" Type="http://schemas.openxmlformats.org/officeDocument/2006/relationships/image" Target="../media/image40.png"/><Relationship Id="rId21" Type="http://schemas.openxmlformats.org/officeDocument/2006/relationships/image" Target="../media/image200.png"/><Relationship Id="rId7" Type="http://schemas.openxmlformats.org/officeDocument/2006/relationships/image" Target="../media/image186.png"/><Relationship Id="rId12" Type="http://schemas.openxmlformats.org/officeDocument/2006/relationships/image" Target="../media/image191.svg"/><Relationship Id="rId17" Type="http://schemas.openxmlformats.org/officeDocument/2006/relationships/image" Target="../media/image196.png"/><Relationship Id="rId2" Type="http://schemas.openxmlformats.org/officeDocument/2006/relationships/notesSlide" Target="../notesSlides/notesSlide8.xml"/><Relationship Id="rId16" Type="http://schemas.openxmlformats.org/officeDocument/2006/relationships/image" Target="../media/image195.svg"/><Relationship Id="rId20" Type="http://schemas.openxmlformats.org/officeDocument/2006/relationships/image" Target="../media/image199.svg"/><Relationship Id="rId1" Type="http://schemas.openxmlformats.org/officeDocument/2006/relationships/slideLayout" Target="../slideLayouts/slideLayout7.xml"/><Relationship Id="rId6" Type="http://schemas.openxmlformats.org/officeDocument/2006/relationships/image" Target="../media/image185.svg"/><Relationship Id="rId11" Type="http://schemas.openxmlformats.org/officeDocument/2006/relationships/image" Target="../media/image190.png"/><Relationship Id="rId5" Type="http://schemas.openxmlformats.org/officeDocument/2006/relationships/image" Target="../media/image184.png"/><Relationship Id="rId15" Type="http://schemas.openxmlformats.org/officeDocument/2006/relationships/image" Target="../media/image194.png"/><Relationship Id="rId10" Type="http://schemas.openxmlformats.org/officeDocument/2006/relationships/image" Target="../media/image189.svg"/><Relationship Id="rId19" Type="http://schemas.openxmlformats.org/officeDocument/2006/relationships/image" Target="../media/image198.png"/><Relationship Id="rId4" Type="http://schemas.openxmlformats.org/officeDocument/2006/relationships/image" Target="../media/image41.svg"/><Relationship Id="rId9" Type="http://schemas.openxmlformats.org/officeDocument/2006/relationships/image" Target="../media/image188.png"/><Relationship Id="rId14" Type="http://schemas.openxmlformats.org/officeDocument/2006/relationships/image" Target="../media/image193.svg"/><Relationship Id="rId22" Type="http://schemas.openxmlformats.org/officeDocument/2006/relationships/image" Target="../media/image201.svg"/></Relationships>
</file>

<file path=ppt/slides/_rels/slide17.xml.rels><?xml version="1.0" encoding="UTF-8" standalone="yes"?>
<Relationships xmlns="http://schemas.openxmlformats.org/package/2006/relationships"><Relationship Id="rId8" Type="http://schemas.openxmlformats.org/officeDocument/2006/relationships/image" Target="../media/image192.png"/><Relationship Id="rId3" Type="http://schemas.openxmlformats.org/officeDocument/2006/relationships/image" Target="../media/image185.svg"/><Relationship Id="rId7" Type="http://schemas.openxmlformats.org/officeDocument/2006/relationships/image" Target="../media/image191.svg"/><Relationship Id="rId2" Type="http://schemas.openxmlformats.org/officeDocument/2006/relationships/image" Target="../media/image184.png"/><Relationship Id="rId1" Type="http://schemas.openxmlformats.org/officeDocument/2006/relationships/slideLayout" Target="../slideLayouts/slideLayout7.xml"/><Relationship Id="rId6" Type="http://schemas.openxmlformats.org/officeDocument/2006/relationships/image" Target="../media/image190.png"/><Relationship Id="rId5" Type="http://schemas.openxmlformats.org/officeDocument/2006/relationships/image" Target="../media/image49.svg"/><Relationship Id="rId4" Type="http://schemas.openxmlformats.org/officeDocument/2006/relationships/image" Target="../media/image48.png"/><Relationship Id="rId9" Type="http://schemas.openxmlformats.org/officeDocument/2006/relationships/image" Target="../media/image193.svg"/></Relationships>
</file>

<file path=ppt/slides/_rels/slide18.xml.rels><?xml version="1.0" encoding="UTF-8" standalone="yes"?>
<Relationships xmlns="http://schemas.openxmlformats.org/package/2006/relationships"><Relationship Id="rId8" Type="http://schemas.openxmlformats.org/officeDocument/2006/relationships/image" Target="../media/image196.png"/><Relationship Id="rId13" Type="http://schemas.openxmlformats.org/officeDocument/2006/relationships/image" Target="../media/image49.svg"/><Relationship Id="rId3" Type="http://schemas.openxmlformats.org/officeDocument/2006/relationships/image" Target="../media/image187.svg"/><Relationship Id="rId7" Type="http://schemas.openxmlformats.org/officeDocument/2006/relationships/image" Target="../media/image195.svg"/><Relationship Id="rId12" Type="http://schemas.openxmlformats.org/officeDocument/2006/relationships/image" Target="../media/image48.png"/><Relationship Id="rId2" Type="http://schemas.openxmlformats.org/officeDocument/2006/relationships/image" Target="../media/image186.png"/><Relationship Id="rId1" Type="http://schemas.openxmlformats.org/officeDocument/2006/relationships/slideLayout" Target="../slideLayouts/slideLayout7.xml"/><Relationship Id="rId6" Type="http://schemas.openxmlformats.org/officeDocument/2006/relationships/image" Target="../media/image194.png"/><Relationship Id="rId11" Type="http://schemas.openxmlformats.org/officeDocument/2006/relationships/image" Target="../media/image199.svg"/><Relationship Id="rId5" Type="http://schemas.openxmlformats.org/officeDocument/2006/relationships/image" Target="../media/image193.svg"/><Relationship Id="rId10" Type="http://schemas.openxmlformats.org/officeDocument/2006/relationships/image" Target="../media/image198.png"/><Relationship Id="rId4" Type="http://schemas.openxmlformats.org/officeDocument/2006/relationships/image" Target="../media/image192.png"/><Relationship Id="rId9" Type="http://schemas.openxmlformats.org/officeDocument/2006/relationships/image" Target="../media/image197.svg"/></Relationships>
</file>

<file path=ppt/slides/_rels/slide1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189.svg"/><Relationship Id="rId7" Type="http://schemas.openxmlformats.org/officeDocument/2006/relationships/image" Target="../media/image201.svg"/><Relationship Id="rId2" Type="http://schemas.openxmlformats.org/officeDocument/2006/relationships/image" Target="../media/image188.png"/><Relationship Id="rId1" Type="http://schemas.openxmlformats.org/officeDocument/2006/relationships/slideLayout" Target="../slideLayouts/slideLayout7.xml"/><Relationship Id="rId6" Type="http://schemas.openxmlformats.org/officeDocument/2006/relationships/image" Target="../media/image200.png"/><Relationship Id="rId5" Type="http://schemas.openxmlformats.org/officeDocument/2006/relationships/image" Target="../media/image193.svg"/><Relationship Id="rId4" Type="http://schemas.openxmlformats.org/officeDocument/2006/relationships/image" Target="../media/image192.png"/><Relationship Id="rId9" Type="http://schemas.openxmlformats.org/officeDocument/2006/relationships/image" Target="../media/image49.svg"/></Relationships>
</file>

<file path=ppt/slides/_rels/slide20.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162.svg"/><Relationship Id="rId7" Type="http://schemas.openxmlformats.org/officeDocument/2006/relationships/image" Target="../media/image32.png"/><Relationship Id="rId2" Type="http://schemas.openxmlformats.org/officeDocument/2006/relationships/image" Target="../media/image161.png"/><Relationship Id="rId1" Type="http://schemas.openxmlformats.org/officeDocument/2006/relationships/slideLayout" Target="../slideLayouts/slideLayout7.xml"/><Relationship Id="rId6" Type="http://schemas.openxmlformats.org/officeDocument/2006/relationships/image" Target="../media/image163.png"/><Relationship Id="rId5" Type="http://schemas.openxmlformats.org/officeDocument/2006/relationships/image" Target="../media/image202.png"/><Relationship Id="rId4" Type="http://schemas.openxmlformats.org/officeDocument/2006/relationships/image" Target="../media/image160.png"/></Relationships>
</file>

<file path=ppt/slides/_rels/slide21.xml.rels><?xml version="1.0" encoding="UTF-8" standalone="yes"?>
<Relationships xmlns="http://schemas.openxmlformats.org/package/2006/relationships"><Relationship Id="rId3" Type="http://schemas.openxmlformats.org/officeDocument/2006/relationships/image" Target="../media/image203.png"/><Relationship Id="rId7" Type="http://schemas.openxmlformats.org/officeDocument/2006/relationships/image" Target="../media/image20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204.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55.svg"/><Relationship Id="rId18" Type="http://schemas.openxmlformats.org/officeDocument/2006/relationships/image" Target="../media/image93.png"/><Relationship Id="rId3" Type="http://schemas.openxmlformats.org/officeDocument/2006/relationships/image" Target="../media/image28.png"/><Relationship Id="rId21" Type="http://schemas.openxmlformats.org/officeDocument/2006/relationships/image" Target="../media/image96.svg"/><Relationship Id="rId7" Type="http://schemas.openxmlformats.org/officeDocument/2006/relationships/image" Target="../media/image53.svg"/><Relationship Id="rId12" Type="http://schemas.openxmlformats.org/officeDocument/2006/relationships/image" Target="../media/image54.png"/><Relationship Id="rId17" Type="http://schemas.openxmlformats.org/officeDocument/2006/relationships/image" Target="../media/image92.svg"/><Relationship Id="rId2" Type="http://schemas.openxmlformats.org/officeDocument/2006/relationships/notesSlide" Target="../notesSlides/notesSlide11.xml"/><Relationship Id="rId16" Type="http://schemas.openxmlformats.org/officeDocument/2006/relationships/image" Target="../media/image91.png"/><Relationship Id="rId20" Type="http://schemas.openxmlformats.org/officeDocument/2006/relationships/image" Target="../media/image95.png"/><Relationship Id="rId1" Type="http://schemas.openxmlformats.org/officeDocument/2006/relationships/slideLayout" Target="../slideLayouts/slideLayout7.xml"/><Relationship Id="rId6" Type="http://schemas.openxmlformats.org/officeDocument/2006/relationships/image" Target="../media/image52.png"/><Relationship Id="rId11" Type="http://schemas.openxmlformats.org/officeDocument/2006/relationships/image" Target="../media/image90.svg"/><Relationship Id="rId5" Type="http://schemas.openxmlformats.org/officeDocument/2006/relationships/image" Target="../media/image51.png"/><Relationship Id="rId15" Type="http://schemas.openxmlformats.org/officeDocument/2006/relationships/image" Target="../media/image57.svg"/><Relationship Id="rId10" Type="http://schemas.openxmlformats.org/officeDocument/2006/relationships/image" Target="../media/image89.png"/><Relationship Id="rId19" Type="http://schemas.openxmlformats.org/officeDocument/2006/relationships/image" Target="../media/image94.svg"/><Relationship Id="rId4" Type="http://schemas.openxmlformats.org/officeDocument/2006/relationships/image" Target="../media/image50.png"/><Relationship Id="rId9" Type="http://schemas.openxmlformats.org/officeDocument/2006/relationships/image" Target="../media/image88.svg"/><Relationship Id="rId14" Type="http://schemas.openxmlformats.org/officeDocument/2006/relationships/image" Target="../media/image56.png"/><Relationship Id="rId22" Type="http://schemas.openxmlformats.org/officeDocument/2006/relationships/image" Target="../media/image58.png"/></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2.svg"/><Relationship Id="rId7" Type="http://schemas.openxmlformats.org/officeDocument/2006/relationships/image" Target="../media/image60.svg"/><Relationship Id="rId2"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64.svg"/><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3" Type="http://schemas.openxmlformats.org/officeDocument/2006/relationships/image" Target="../media/image207.svg"/><Relationship Id="rId2" Type="http://schemas.openxmlformats.org/officeDocument/2006/relationships/image" Target="../media/image206.png"/><Relationship Id="rId1" Type="http://schemas.openxmlformats.org/officeDocument/2006/relationships/slideLayout" Target="../slideLayouts/slideLayout7.xml"/><Relationship Id="rId6" Type="http://schemas.openxmlformats.org/officeDocument/2006/relationships/image" Target="../media/image210.png"/><Relationship Id="rId5" Type="http://schemas.openxmlformats.org/officeDocument/2006/relationships/image" Target="../media/image209.jpeg"/><Relationship Id="rId4" Type="http://schemas.openxmlformats.org/officeDocument/2006/relationships/image" Target="../media/image20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23900"/>
            <a:ext cx="16643509" cy="3328669"/>
          </a:xfrm>
          <a:prstGeom prst="rect">
            <a:avLst/>
          </a:prstGeom>
        </p:spPr>
        <p:txBody>
          <a:bodyPr lIns="0" tIns="0" rIns="0" bIns="0" rtlCol="0" anchor="t">
            <a:spAutoFit/>
          </a:bodyPr>
          <a:lstStyle/>
          <a:p>
            <a:pPr algn="l">
              <a:lnSpc>
                <a:spcPts val="12880"/>
              </a:lnSpc>
            </a:pPr>
            <a:r>
              <a:rPr lang="en-US" sz="9200" b="1" dirty="0">
                <a:solidFill>
                  <a:srgbClr val="FFFFFF"/>
                </a:solidFill>
                <a:latin typeface="Codec Pro Bold"/>
                <a:ea typeface="Codec Pro Bold"/>
                <a:cs typeface="Codec Pro Bold"/>
                <a:sym typeface="Codec Pro Bold"/>
              </a:rPr>
              <a:t>Artificial Intelligence, </a:t>
            </a:r>
          </a:p>
          <a:p>
            <a:pPr algn="l">
              <a:lnSpc>
                <a:spcPts val="12880"/>
              </a:lnSpc>
            </a:pPr>
            <a:r>
              <a:rPr lang="en-US" sz="9200" b="1">
                <a:solidFill>
                  <a:srgbClr val="FFFFFF"/>
                </a:solidFill>
                <a:latin typeface="Codec Pro Bold"/>
                <a:ea typeface="Codec Pro Bold"/>
                <a:cs typeface="Codec Pro Bold"/>
                <a:sym typeface="Codec Pro Bold"/>
              </a:rPr>
              <a:t>Human Error </a:t>
            </a:r>
          </a:p>
        </p:txBody>
      </p:sp>
      <p:sp>
        <p:nvSpPr>
          <p:cNvPr id="3" name="TextBox 3"/>
          <p:cNvSpPr txBox="1"/>
          <p:nvPr/>
        </p:nvSpPr>
        <p:spPr>
          <a:xfrm>
            <a:off x="1028700" y="4246880"/>
            <a:ext cx="16230600" cy="847090"/>
          </a:xfrm>
          <a:prstGeom prst="rect">
            <a:avLst/>
          </a:prstGeom>
        </p:spPr>
        <p:txBody>
          <a:bodyPr lIns="0" tIns="0" rIns="0" bIns="0" rtlCol="0" anchor="t">
            <a:spAutoFit/>
          </a:bodyPr>
          <a:lstStyle/>
          <a:p>
            <a:pPr algn="l">
              <a:lnSpc>
                <a:spcPts val="6860"/>
              </a:lnSpc>
            </a:pPr>
            <a:r>
              <a:rPr lang="en-US" sz="4900" b="1" dirty="0">
                <a:solidFill>
                  <a:schemeClr val="tx2">
                    <a:lumMod val="40000"/>
                    <a:lumOff val="60000"/>
                  </a:schemeClr>
                </a:solidFill>
                <a:latin typeface="Anca Coder Bold"/>
                <a:ea typeface="Anca Coder Bold"/>
                <a:cs typeface="Anca Coder Bold"/>
                <a:sym typeface="Anca Coder Bold"/>
              </a:rPr>
              <a:t>Thinking critically about machine learning</a:t>
            </a:r>
          </a:p>
        </p:txBody>
      </p:sp>
      <p:sp>
        <p:nvSpPr>
          <p:cNvPr id="4" name="TextBox 4"/>
          <p:cNvSpPr txBox="1"/>
          <p:nvPr/>
        </p:nvSpPr>
        <p:spPr>
          <a:xfrm>
            <a:off x="3739158" y="8161995"/>
            <a:ext cx="13520142" cy="589915"/>
          </a:xfrm>
          <a:prstGeom prst="rect">
            <a:avLst/>
          </a:prstGeom>
        </p:spPr>
        <p:txBody>
          <a:bodyPr lIns="0" tIns="0" rIns="0" bIns="0" rtlCol="0" anchor="t">
            <a:spAutoFit/>
          </a:bodyPr>
          <a:lstStyle/>
          <a:p>
            <a:pPr algn="r">
              <a:lnSpc>
                <a:spcPts val="4759"/>
              </a:lnSpc>
            </a:pPr>
            <a:r>
              <a:rPr lang="en-US" sz="3399">
                <a:solidFill>
                  <a:srgbClr val="E6C078"/>
                </a:solidFill>
                <a:latin typeface="Anca Coder"/>
                <a:ea typeface="Anca Coder"/>
                <a:cs typeface="Anca Coder"/>
                <a:sym typeface="Anca Coder"/>
              </a:rPr>
              <a:t>Oakleigh Wilson | PhD Candidate</a:t>
            </a:r>
          </a:p>
        </p:txBody>
      </p:sp>
      <p:sp>
        <p:nvSpPr>
          <p:cNvPr id="5" name="TextBox 5"/>
          <p:cNvSpPr txBox="1"/>
          <p:nvPr/>
        </p:nvSpPr>
        <p:spPr>
          <a:xfrm>
            <a:off x="1884819" y="8828110"/>
            <a:ext cx="15374481" cy="457835"/>
          </a:xfrm>
          <a:prstGeom prst="rect">
            <a:avLst/>
          </a:prstGeom>
        </p:spPr>
        <p:txBody>
          <a:bodyPr lIns="0" tIns="0" rIns="0" bIns="0" rtlCol="0" anchor="t">
            <a:spAutoFit/>
          </a:bodyPr>
          <a:lstStyle/>
          <a:p>
            <a:pPr algn="r">
              <a:lnSpc>
                <a:spcPts val="3640"/>
              </a:lnSpc>
            </a:pPr>
            <a:r>
              <a:rPr lang="en-US" sz="2600">
                <a:solidFill>
                  <a:srgbClr val="FFFFFF"/>
                </a:solidFill>
                <a:latin typeface="Anca Coder"/>
                <a:ea typeface="Anca Coder"/>
                <a:cs typeface="Anca Coder"/>
                <a:sym typeface="Anca Coder"/>
              </a:rPr>
              <a:t>University of the Sunshine Coast | Biomechanics and Biorobotics Lab</a:t>
            </a:r>
          </a:p>
        </p:txBody>
      </p:sp>
      <p:sp>
        <p:nvSpPr>
          <p:cNvPr id="6" name="AutoShape 6"/>
          <p:cNvSpPr/>
          <p:nvPr/>
        </p:nvSpPr>
        <p:spPr>
          <a:xfrm>
            <a:off x="1028700" y="5640198"/>
            <a:ext cx="16230600" cy="0"/>
          </a:xfrm>
          <a:prstGeom prst="line">
            <a:avLst/>
          </a:prstGeom>
          <a:ln w="38100" cap="flat">
            <a:solidFill>
              <a:srgbClr val="A792D1"/>
            </a:solidFill>
            <a:prstDash val="solid"/>
            <a:headEnd type="none" w="sm" len="sm"/>
            <a:tailEnd type="none" w="sm" len="sm"/>
          </a:ln>
        </p:spPr>
      </p:sp>
      <p:grpSp>
        <p:nvGrpSpPr>
          <p:cNvPr id="7" name="Group 7"/>
          <p:cNvGrpSpPr/>
          <p:nvPr/>
        </p:nvGrpSpPr>
        <p:grpSpPr>
          <a:xfrm>
            <a:off x="987812" y="7203227"/>
            <a:ext cx="1794015" cy="2055073"/>
            <a:chOff x="0" y="0"/>
            <a:chExt cx="2392020" cy="2740097"/>
          </a:xfrm>
        </p:grpSpPr>
        <p:sp>
          <p:nvSpPr>
            <p:cNvPr id="8" name="Freeform 8"/>
            <p:cNvSpPr/>
            <p:nvPr/>
          </p:nvSpPr>
          <p:spPr>
            <a:xfrm>
              <a:off x="0" y="0"/>
              <a:ext cx="1367556" cy="1368497"/>
            </a:xfrm>
            <a:custGeom>
              <a:avLst/>
              <a:gdLst/>
              <a:ahLst/>
              <a:cxnLst/>
              <a:rect l="l" t="t" r="r" b="b"/>
              <a:pathLst>
                <a:path w="1367556" h="1368497">
                  <a:moveTo>
                    <a:pt x="0" y="0"/>
                  </a:moveTo>
                  <a:lnTo>
                    <a:pt x="1367556" y="0"/>
                  </a:lnTo>
                  <a:lnTo>
                    <a:pt x="1367556" y="1368497"/>
                  </a:lnTo>
                  <a:lnTo>
                    <a:pt x="0" y="1368497"/>
                  </a:lnTo>
                  <a:lnTo>
                    <a:pt x="0" y="0"/>
                  </a:lnTo>
                  <a:close/>
                </a:path>
              </a:pathLst>
            </a:custGeom>
            <a:blipFill>
              <a:blip r:embed="rId3"/>
              <a:stretch>
                <a:fillRect l="-15663" t="-12205" r="-13958" b="-17327"/>
              </a:stretch>
            </a:blipFill>
          </p:spPr>
        </p:sp>
        <p:sp>
          <p:nvSpPr>
            <p:cNvPr id="9" name="Freeform 9"/>
            <p:cNvSpPr/>
            <p:nvPr/>
          </p:nvSpPr>
          <p:spPr>
            <a:xfrm>
              <a:off x="0" y="1631794"/>
              <a:ext cx="2392020" cy="1108302"/>
            </a:xfrm>
            <a:custGeom>
              <a:avLst/>
              <a:gdLst/>
              <a:ahLst/>
              <a:cxnLst/>
              <a:rect l="l" t="t" r="r" b="b"/>
              <a:pathLst>
                <a:path w="2392020" h="1108302">
                  <a:moveTo>
                    <a:pt x="0" y="0"/>
                  </a:moveTo>
                  <a:lnTo>
                    <a:pt x="2392020" y="0"/>
                  </a:lnTo>
                  <a:lnTo>
                    <a:pt x="2392020" y="1108303"/>
                  </a:lnTo>
                  <a:lnTo>
                    <a:pt x="0" y="1108303"/>
                  </a:lnTo>
                  <a:lnTo>
                    <a:pt x="0" y="0"/>
                  </a:lnTo>
                  <a:close/>
                </a:path>
              </a:pathLst>
            </a:custGeom>
            <a:blipFill>
              <a:blip r:embed="rId4"/>
              <a:stretch>
                <a:fillRect/>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67572" y="-791322"/>
            <a:ext cx="14371179" cy="12622119"/>
            <a:chOff x="0" y="0"/>
            <a:chExt cx="19161572" cy="16829492"/>
          </a:xfrm>
        </p:grpSpPr>
        <p:sp>
          <p:nvSpPr>
            <p:cNvPr id="3" name="Freeform 3"/>
            <p:cNvSpPr/>
            <p:nvPr/>
          </p:nvSpPr>
          <p:spPr>
            <a:xfrm>
              <a:off x="0" y="1441780"/>
              <a:ext cx="12446751" cy="12716177"/>
            </a:xfrm>
            <a:custGeom>
              <a:avLst/>
              <a:gdLst/>
              <a:ahLst/>
              <a:cxnLst/>
              <a:rect l="l" t="t" r="r" b="b"/>
              <a:pathLst>
                <a:path w="12446751" h="12716177">
                  <a:moveTo>
                    <a:pt x="0" y="0"/>
                  </a:moveTo>
                  <a:lnTo>
                    <a:pt x="12446751" y="0"/>
                  </a:lnTo>
                  <a:lnTo>
                    <a:pt x="12446751" y="12716176"/>
                  </a:lnTo>
                  <a:lnTo>
                    <a:pt x="0" y="12716176"/>
                  </a:lnTo>
                  <a:lnTo>
                    <a:pt x="0" y="0"/>
                  </a:lnTo>
                  <a:close/>
                </a:path>
              </a:pathLst>
            </a:custGeom>
            <a:blipFill>
              <a:blip r:embed="rId2">
                <a:extLst>
                  <a:ext uri="{96DAC541-7B7A-43D3-8B79-37D633B846F1}">
                    <asvg:svgBlip xmlns:asvg="http://schemas.microsoft.com/office/drawing/2016/SVG/main" r:embed="rId3"/>
                  </a:ext>
                </a:extLst>
              </a:blip>
              <a:stretch>
                <a:fillRect r="-31760" b="-1240"/>
              </a:stretch>
            </a:blipFill>
          </p:spPr>
        </p:sp>
        <p:grpSp>
          <p:nvGrpSpPr>
            <p:cNvPr id="4" name="Group 4"/>
            <p:cNvGrpSpPr/>
            <p:nvPr/>
          </p:nvGrpSpPr>
          <p:grpSpPr>
            <a:xfrm rot="822466">
              <a:off x="3166481" y="1530383"/>
              <a:ext cx="14571221" cy="13768725"/>
              <a:chOff x="0" y="0"/>
              <a:chExt cx="812800" cy="768036"/>
            </a:xfrm>
          </p:grpSpPr>
          <p:sp>
            <p:nvSpPr>
              <p:cNvPr id="5" name="Freeform 5"/>
              <p:cNvSpPr/>
              <p:nvPr/>
            </p:nvSpPr>
            <p:spPr>
              <a:xfrm>
                <a:off x="0" y="0"/>
                <a:ext cx="812800" cy="768036"/>
              </a:xfrm>
              <a:custGeom>
                <a:avLst/>
                <a:gdLst/>
                <a:ahLst/>
                <a:cxnLst/>
                <a:rect l="l" t="t" r="r" b="b"/>
                <a:pathLst>
                  <a:path w="812800" h="768036">
                    <a:moveTo>
                      <a:pt x="406400" y="0"/>
                    </a:moveTo>
                    <a:lnTo>
                      <a:pt x="812800" y="768036"/>
                    </a:lnTo>
                    <a:lnTo>
                      <a:pt x="0" y="768036"/>
                    </a:lnTo>
                    <a:lnTo>
                      <a:pt x="406400" y="0"/>
                    </a:lnTo>
                    <a:close/>
                  </a:path>
                </a:pathLst>
              </a:custGeom>
              <a:solidFill>
                <a:srgbClr val="02003E"/>
              </a:solidFill>
            </p:spPr>
          </p:sp>
          <p:sp>
            <p:nvSpPr>
              <p:cNvPr id="6" name="TextBox 6"/>
              <p:cNvSpPr txBox="1"/>
              <p:nvPr/>
            </p:nvSpPr>
            <p:spPr>
              <a:xfrm>
                <a:off x="127000" y="289913"/>
                <a:ext cx="558800" cy="423263"/>
              </a:xfrm>
              <a:prstGeom prst="rect">
                <a:avLst/>
              </a:prstGeom>
            </p:spPr>
            <p:txBody>
              <a:bodyPr lIns="50800" tIns="50800" rIns="50800" bIns="50800" rtlCol="0" anchor="ctr"/>
              <a:lstStyle/>
              <a:p>
                <a:pPr algn="ctr">
                  <a:lnSpc>
                    <a:spcPts val="3640"/>
                  </a:lnSpc>
                </a:pPr>
                <a:endParaRPr/>
              </a:p>
            </p:txBody>
          </p:sp>
        </p:grpSp>
        <p:grpSp>
          <p:nvGrpSpPr>
            <p:cNvPr id="7" name="Group 7"/>
            <p:cNvGrpSpPr/>
            <p:nvPr/>
          </p:nvGrpSpPr>
          <p:grpSpPr>
            <a:xfrm>
              <a:off x="5975303" y="4391496"/>
              <a:ext cx="3962720" cy="3983847"/>
              <a:chOff x="0" y="0"/>
              <a:chExt cx="3335020" cy="3352800"/>
            </a:xfrm>
          </p:grpSpPr>
          <p:sp>
            <p:nvSpPr>
              <p:cNvPr id="8" name="Freeform 8"/>
              <p:cNvSpPr/>
              <p:nvPr/>
            </p:nvSpPr>
            <p:spPr>
              <a:xfrm>
                <a:off x="35560" y="39370"/>
                <a:ext cx="3294380" cy="3265170"/>
              </a:xfrm>
              <a:custGeom>
                <a:avLst/>
                <a:gdLst/>
                <a:ahLst/>
                <a:cxnLst/>
                <a:rect l="l" t="t" r="r" b="b"/>
                <a:pathLst>
                  <a:path w="3294380" h="3265170">
                    <a:moveTo>
                      <a:pt x="153670" y="3096260"/>
                    </a:moveTo>
                    <a:cubicBezTo>
                      <a:pt x="12700" y="2339340"/>
                      <a:pt x="0" y="2274570"/>
                      <a:pt x="15240" y="2203450"/>
                    </a:cubicBezTo>
                    <a:cubicBezTo>
                      <a:pt x="29210" y="2134870"/>
                      <a:pt x="63500" y="2070100"/>
                      <a:pt x="106680" y="2012950"/>
                    </a:cubicBezTo>
                    <a:cubicBezTo>
                      <a:pt x="154940" y="1951990"/>
                      <a:pt x="218440" y="1908810"/>
                      <a:pt x="297180" y="1851660"/>
                    </a:cubicBezTo>
                    <a:cubicBezTo>
                      <a:pt x="408940" y="1770380"/>
                      <a:pt x="588010" y="1678940"/>
                      <a:pt x="723900" y="1586230"/>
                    </a:cubicBezTo>
                    <a:cubicBezTo>
                      <a:pt x="854710" y="1496060"/>
                      <a:pt x="953770" y="1416050"/>
                      <a:pt x="1097280" y="1303020"/>
                    </a:cubicBezTo>
                    <a:cubicBezTo>
                      <a:pt x="1301750" y="1144270"/>
                      <a:pt x="1623060" y="890270"/>
                      <a:pt x="1827530" y="720090"/>
                    </a:cubicBezTo>
                    <a:cubicBezTo>
                      <a:pt x="1978660" y="594360"/>
                      <a:pt x="2086610" y="486410"/>
                      <a:pt x="2217420" y="382270"/>
                    </a:cubicBezTo>
                    <a:cubicBezTo>
                      <a:pt x="2339340" y="284480"/>
                      <a:pt x="2475230" y="176530"/>
                      <a:pt x="2585720" y="111760"/>
                    </a:cubicBezTo>
                    <a:cubicBezTo>
                      <a:pt x="2667000" y="64770"/>
                      <a:pt x="2721610" y="20320"/>
                      <a:pt x="2810510" y="11430"/>
                    </a:cubicBezTo>
                    <a:cubicBezTo>
                      <a:pt x="2929890" y="0"/>
                      <a:pt x="3177540" y="29210"/>
                      <a:pt x="3243580" y="109220"/>
                    </a:cubicBezTo>
                    <a:cubicBezTo>
                      <a:pt x="3294380" y="172720"/>
                      <a:pt x="3276600" y="300990"/>
                      <a:pt x="3248660" y="389890"/>
                    </a:cubicBezTo>
                    <a:cubicBezTo>
                      <a:pt x="3216910" y="488950"/>
                      <a:pt x="3110230" y="591820"/>
                      <a:pt x="3044190" y="670560"/>
                    </a:cubicBezTo>
                    <a:cubicBezTo>
                      <a:pt x="2992120" y="734060"/>
                      <a:pt x="2950210" y="772160"/>
                      <a:pt x="2890520" y="833120"/>
                    </a:cubicBezTo>
                    <a:cubicBezTo>
                      <a:pt x="2809240" y="914400"/>
                      <a:pt x="2715260" y="1017270"/>
                      <a:pt x="2606040" y="1117600"/>
                    </a:cubicBezTo>
                    <a:cubicBezTo>
                      <a:pt x="2468880" y="1240790"/>
                      <a:pt x="2296160" y="1374140"/>
                      <a:pt x="2122170" y="1512570"/>
                    </a:cubicBezTo>
                    <a:cubicBezTo>
                      <a:pt x="1924050" y="1670050"/>
                      <a:pt x="1675130" y="1868170"/>
                      <a:pt x="1479550" y="2009140"/>
                    </a:cubicBezTo>
                    <a:cubicBezTo>
                      <a:pt x="1323340" y="2123440"/>
                      <a:pt x="1163320" y="2213610"/>
                      <a:pt x="1049020" y="2302510"/>
                    </a:cubicBezTo>
                    <a:cubicBezTo>
                      <a:pt x="966470" y="2366010"/>
                      <a:pt x="881380" y="2423160"/>
                      <a:pt x="845820" y="2480310"/>
                    </a:cubicBezTo>
                    <a:cubicBezTo>
                      <a:pt x="824230" y="2514600"/>
                      <a:pt x="830580" y="2551430"/>
                      <a:pt x="817880" y="2581910"/>
                    </a:cubicBezTo>
                    <a:cubicBezTo>
                      <a:pt x="807720" y="2607310"/>
                      <a:pt x="797560" y="2628900"/>
                      <a:pt x="781050" y="2649220"/>
                    </a:cubicBezTo>
                    <a:cubicBezTo>
                      <a:pt x="765810" y="2669540"/>
                      <a:pt x="745490" y="2687320"/>
                      <a:pt x="725170" y="2701290"/>
                    </a:cubicBezTo>
                    <a:cubicBezTo>
                      <a:pt x="703580" y="2715260"/>
                      <a:pt x="679450" y="2726690"/>
                      <a:pt x="654050" y="2733040"/>
                    </a:cubicBezTo>
                    <a:cubicBezTo>
                      <a:pt x="629920" y="2739390"/>
                      <a:pt x="603250" y="2741930"/>
                      <a:pt x="577850" y="2739390"/>
                    </a:cubicBezTo>
                    <a:cubicBezTo>
                      <a:pt x="552450" y="2738120"/>
                      <a:pt x="527050" y="2731770"/>
                      <a:pt x="502920" y="2722880"/>
                    </a:cubicBezTo>
                    <a:cubicBezTo>
                      <a:pt x="480060" y="2712720"/>
                      <a:pt x="457200" y="2698750"/>
                      <a:pt x="438150" y="2682240"/>
                    </a:cubicBezTo>
                    <a:cubicBezTo>
                      <a:pt x="419100" y="2664460"/>
                      <a:pt x="401320" y="2644140"/>
                      <a:pt x="388620" y="2622550"/>
                    </a:cubicBezTo>
                    <a:cubicBezTo>
                      <a:pt x="375920" y="2600960"/>
                      <a:pt x="367030" y="2575560"/>
                      <a:pt x="361950" y="2550160"/>
                    </a:cubicBezTo>
                    <a:cubicBezTo>
                      <a:pt x="356870" y="2526030"/>
                      <a:pt x="355600" y="2499360"/>
                      <a:pt x="358140" y="2473960"/>
                    </a:cubicBezTo>
                    <a:cubicBezTo>
                      <a:pt x="361950" y="2448560"/>
                      <a:pt x="369570" y="2423160"/>
                      <a:pt x="379730" y="2400300"/>
                    </a:cubicBezTo>
                    <a:cubicBezTo>
                      <a:pt x="391160" y="2377440"/>
                      <a:pt x="406400" y="2354580"/>
                      <a:pt x="424180" y="2336800"/>
                    </a:cubicBezTo>
                    <a:cubicBezTo>
                      <a:pt x="441960" y="2319020"/>
                      <a:pt x="463550" y="2302510"/>
                      <a:pt x="486410" y="2291080"/>
                    </a:cubicBezTo>
                    <a:cubicBezTo>
                      <a:pt x="508000" y="2279650"/>
                      <a:pt x="534670" y="2272030"/>
                      <a:pt x="558800" y="2268220"/>
                    </a:cubicBezTo>
                    <a:cubicBezTo>
                      <a:pt x="584200" y="2264410"/>
                      <a:pt x="610870" y="2264410"/>
                      <a:pt x="636270" y="2268220"/>
                    </a:cubicBezTo>
                    <a:cubicBezTo>
                      <a:pt x="660400" y="2273300"/>
                      <a:pt x="685800" y="2282190"/>
                      <a:pt x="708660" y="2294890"/>
                    </a:cubicBezTo>
                    <a:cubicBezTo>
                      <a:pt x="730250" y="2306320"/>
                      <a:pt x="751840" y="2322830"/>
                      <a:pt x="769620" y="2341880"/>
                    </a:cubicBezTo>
                    <a:cubicBezTo>
                      <a:pt x="786130" y="2360930"/>
                      <a:pt x="801370" y="2382520"/>
                      <a:pt x="811530" y="2406650"/>
                    </a:cubicBezTo>
                    <a:cubicBezTo>
                      <a:pt x="821690" y="2429510"/>
                      <a:pt x="828040" y="2454910"/>
                      <a:pt x="830580" y="2480310"/>
                    </a:cubicBezTo>
                    <a:cubicBezTo>
                      <a:pt x="833120" y="2505710"/>
                      <a:pt x="831850" y="2532380"/>
                      <a:pt x="825500" y="2556510"/>
                    </a:cubicBezTo>
                    <a:cubicBezTo>
                      <a:pt x="820420" y="2581910"/>
                      <a:pt x="808990" y="2606040"/>
                      <a:pt x="796290" y="2627630"/>
                    </a:cubicBezTo>
                    <a:cubicBezTo>
                      <a:pt x="782320" y="2649220"/>
                      <a:pt x="764540" y="2669540"/>
                      <a:pt x="745490" y="2686050"/>
                    </a:cubicBezTo>
                    <a:cubicBezTo>
                      <a:pt x="726440" y="2702560"/>
                      <a:pt x="702310" y="2715260"/>
                      <a:pt x="679450" y="2724150"/>
                    </a:cubicBezTo>
                    <a:cubicBezTo>
                      <a:pt x="655320" y="2734310"/>
                      <a:pt x="628650" y="2739390"/>
                      <a:pt x="603250" y="2740660"/>
                    </a:cubicBezTo>
                    <a:cubicBezTo>
                      <a:pt x="579120" y="2740660"/>
                      <a:pt x="551180" y="2738120"/>
                      <a:pt x="527050" y="2730500"/>
                    </a:cubicBezTo>
                    <a:cubicBezTo>
                      <a:pt x="502920" y="2724150"/>
                      <a:pt x="478790" y="2711450"/>
                      <a:pt x="458470" y="2697480"/>
                    </a:cubicBezTo>
                    <a:cubicBezTo>
                      <a:pt x="436880" y="2683510"/>
                      <a:pt x="417830" y="2664460"/>
                      <a:pt x="402590" y="2644140"/>
                    </a:cubicBezTo>
                    <a:cubicBezTo>
                      <a:pt x="388620" y="2623820"/>
                      <a:pt x="375920" y="2599690"/>
                      <a:pt x="368300" y="2575560"/>
                    </a:cubicBezTo>
                    <a:cubicBezTo>
                      <a:pt x="360680" y="2551430"/>
                      <a:pt x="354330" y="2532380"/>
                      <a:pt x="356870" y="2499360"/>
                    </a:cubicBezTo>
                    <a:cubicBezTo>
                      <a:pt x="360680" y="2437130"/>
                      <a:pt x="387350" y="2311400"/>
                      <a:pt x="430530" y="2236470"/>
                    </a:cubicBezTo>
                    <a:cubicBezTo>
                      <a:pt x="472440" y="2164080"/>
                      <a:pt x="544830" y="2112010"/>
                      <a:pt x="609600" y="2054860"/>
                    </a:cubicBezTo>
                    <a:cubicBezTo>
                      <a:pt x="675640" y="1995170"/>
                      <a:pt x="740410" y="1949450"/>
                      <a:pt x="825500" y="1888490"/>
                    </a:cubicBezTo>
                    <a:cubicBezTo>
                      <a:pt x="943610" y="1804670"/>
                      <a:pt x="1097280" y="1718310"/>
                      <a:pt x="1257300" y="1605280"/>
                    </a:cubicBezTo>
                    <a:cubicBezTo>
                      <a:pt x="1469390" y="1452880"/>
                      <a:pt x="1789430" y="1201420"/>
                      <a:pt x="1974850" y="1049020"/>
                    </a:cubicBezTo>
                    <a:cubicBezTo>
                      <a:pt x="2099310" y="946150"/>
                      <a:pt x="2181860" y="876300"/>
                      <a:pt x="2277110" y="784860"/>
                    </a:cubicBezTo>
                    <a:cubicBezTo>
                      <a:pt x="2368550" y="694690"/>
                      <a:pt x="2443480" y="590550"/>
                      <a:pt x="2537460" y="505460"/>
                    </a:cubicBezTo>
                    <a:cubicBezTo>
                      <a:pt x="2628900" y="422910"/>
                      <a:pt x="2729230" y="289560"/>
                      <a:pt x="2829560" y="279400"/>
                    </a:cubicBezTo>
                    <a:cubicBezTo>
                      <a:pt x="2921000" y="269240"/>
                      <a:pt x="3110230" y="372110"/>
                      <a:pt x="3110230" y="415290"/>
                    </a:cubicBezTo>
                    <a:cubicBezTo>
                      <a:pt x="3108960" y="458470"/>
                      <a:pt x="2912110" y="491490"/>
                      <a:pt x="2827020" y="541020"/>
                    </a:cubicBezTo>
                    <a:cubicBezTo>
                      <a:pt x="2749550" y="585470"/>
                      <a:pt x="2701290" y="624840"/>
                      <a:pt x="2616200" y="690880"/>
                    </a:cubicBezTo>
                    <a:cubicBezTo>
                      <a:pt x="2477770" y="797560"/>
                      <a:pt x="2272030" y="986790"/>
                      <a:pt x="2090420" y="1134110"/>
                    </a:cubicBezTo>
                    <a:cubicBezTo>
                      <a:pt x="1899920" y="1290320"/>
                      <a:pt x="1701800" y="1449070"/>
                      <a:pt x="1498600" y="1600200"/>
                    </a:cubicBezTo>
                    <a:cubicBezTo>
                      <a:pt x="1290320" y="1756410"/>
                      <a:pt x="1049020" y="1940560"/>
                      <a:pt x="854710" y="2057400"/>
                    </a:cubicBezTo>
                    <a:cubicBezTo>
                      <a:pt x="706120" y="2147570"/>
                      <a:pt x="504190" y="2151380"/>
                      <a:pt x="444500" y="2265680"/>
                    </a:cubicBezTo>
                    <a:cubicBezTo>
                      <a:pt x="382270" y="2388870"/>
                      <a:pt x="497840" y="2654300"/>
                      <a:pt x="523240" y="2790190"/>
                    </a:cubicBezTo>
                    <a:cubicBezTo>
                      <a:pt x="539750" y="2876550"/>
                      <a:pt x="566420" y="2942590"/>
                      <a:pt x="572770" y="3001010"/>
                    </a:cubicBezTo>
                    <a:cubicBezTo>
                      <a:pt x="576580" y="3040380"/>
                      <a:pt x="579120" y="3072130"/>
                      <a:pt x="570230" y="3103880"/>
                    </a:cubicBezTo>
                    <a:cubicBezTo>
                      <a:pt x="562610" y="3135630"/>
                      <a:pt x="538480" y="3172460"/>
                      <a:pt x="521970" y="3194050"/>
                    </a:cubicBezTo>
                    <a:cubicBezTo>
                      <a:pt x="509270" y="3209290"/>
                      <a:pt x="499110" y="3216910"/>
                      <a:pt x="482600" y="3227070"/>
                    </a:cubicBezTo>
                    <a:cubicBezTo>
                      <a:pt x="458470" y="3241040"/>
                      <a:pt x="412750" y="3257550"/>
                      <a:pt x="386080" y="3262630"/>
                    </a:cubicBezTo>
                    <a:cubicBezTo>
                      <a:pt x="365760" y="3265170"/>
                      <a:pt x="350520" y="3263900"/>
                      <a:pt x="334010" y="3261360"/>
                    </a:cubicBezTo>
                    <a:cubicBezTo>
                      <a:pt x="317500" y="3258820"/>
                      <a:pt x="302260" y="3256280"/>
                      <a:pt x="284480" y="3247390"/>
                    </a:cubicBezTo>
                    <a:cubicBezTo>
                      <a:pt x="259080" y="3235960"/>
                      <a:pt x="222250" y="3213100"/>
                      <a:pt x="200660" y="3187700"/>
                    </a:cubicBezTo>
                    <a:cubicBezTo>
                      <a:pt x="179070" y="3163570"/>
                      <a:pt x="153670" y="3096260"/>
                      <a:pt x="153670" y="3096260"/>
                    </a:cubicBezTo>
                  </a:path>
                </a:pathLst>
              </a:custGeom>
              <a:solidFill>
                <a:srgbClr val="02003E"/>
              </a:solidFill>
              <a:ln cap="sq">
                <a:noFill/>
                <a:prstDash val="solid"/>
                <a:miter/>
              </a:ln>
            </p:spPr>
          </p:sp>
        </p:grpSp>
        <p:grpSp>
          <p:nvGrpSpPr>
            <p:cNvPr id="9" name="Group 9"/>
            <p:cNvGrpSpPr/>
            <p:nvPr/>
          </p:nvGrpSpPr>
          <p:grpSpPr>
            <a:xfrm>
              <a:off x="6089990" y="7133409"/>
              <a:ext cx="1604102" cy="5400828"/>
              <a:chOff x="0" y="0"/>
              <a:chExt cx="1350010" cy="4545330"/>
            </a:xfrm>
          </p:grpSpPr>
          <p:sp>
            <p:nvSpPr>
              <p:cNvPr id="10" name="Freeform 10"/>
              <p:cNvSpPr/>
              <p:nvPr/>
            </p:nvSpPr>
            <p:spPr>
              <a:xfrm>
                <a:off x="45720" y="48260"/>
                <a:ext cx="1253490" cy="4448810"/>
              </a:xfrm>
              <a:custGeom>
                <a:avLst/>
                <a:gdLst/>
                <a:ahLst/>
                <a:cxnLst/>
                <a:rect l="l" t="t" r="r" b="b"/>
                <a:pathLst>
                  <a:path w="1253490" h="4448810">
                    <a:moveTo>
                      <a:pt x="132080" y="27940"/>
                    </a:moveTo>
                    <a:cubicBezTo>
                      <a:pt x="220980" y="157480"/>
                      <a:pt x="250190" y="245110"/>
                      <a:pt x="274320" y="334010"/>
                    </a:cubicBezTo>
                    <a:cubicBezTo>
                      <a:pt x="306070" y="450850"/>
                      <a:pt x="336550" y="603250"/>
                      <a:pt x="354330" y="742950"/>
                    </a:cubicBezTo>
                    <a:cubicBezTo>
                      <a:pt x="373380" y="887730"/>
                      <a:pt x="370840" y="1075690"/>
                      <a:pt x="384810" y="1188720"/>
                    </a:cubicBezTo>
                    <a:cubicBezTo>
                      <a:pt x="393700" y="1258570"/>
                      <a:pt x="407670" y="1272540"/>
                      <a:pt x="415290" y="1355090"/>
                    </a:cubicBezTo>
                    <a:cubicBezTo>
                      <a:pt x="439420" y="1584960"/>
                      <a:pt x="426720" y="2376170"/>
                      <a:pt x="452120" y="2665730"/>
                    </a:cubicBezTo>
                    <a:cubicBezTo>
                      <a:pt x="466090" y="2811780"/>
                      <a:pt x="492760" y="2872740"/>
                      <a:pt x="502920" y="2993390"/>
                    </a:cubicBezTo>
                    <a:cubicBezTo>
                      <a:pt x="514350" y="3138170"/>
                      <a:pt x="496570" y="3296920"/>
                      <a:pt x="505460" y="3475990"/>
                    </a:cubicBezTo>
                    <a:cubicBezTo>
                      <a:pt x="515620" y="3698240"/>
                      <a:pt x="527050" y="4118610"/>
                      <a:pt x="571500" y="4227830"/>
                    </a:cubicBezTo>
                    <a:cubicBezTo>
                      <a:pt x="585470" y="4262120"/>
                      <a:pt x="595630" y="4279900"/>
                      <a:pt x="621030" y="4287520"/>
                    </a:cubicBezTo>
                    <a:cubicBezTo>
                      <a:pt x="661670" y="4300220"/>
                      <a:pt x="755650" y="4254500"/>
                      <a:pt x="808990" y="4234180"/>
                    </a:cubicBezTo>
                    <a:cubicBezTo>
                      <a:pt x="849630" y="4218940"/>
                      <a:pt x="873760" y="4206240"/>
                      <a:pt x="913130" y="4182110"/>
                    </a:cubicBezTo>
                    <a:cubicBezTo>
                      <a:pt x="972820" y="4146550"/>
                      <a:pt x="1079500" y="4057650"/>
                      <a:pt x="1126490" y="4033520"/>
                    </a:cubicBezTo>
                    <a:cubicBezTo>
                      <a:pt x="1146810" y="4022090"/>
                      <a:pt x="1155700" y="4015740"/>
                      <a:pt x="1173480" y="4015740"/>
                    </a:cubicBezTo>
                    <a:cubicBezTo>
                      <a:pt x="1193800" y="4017010"/>
                      <a:pt x="1225550" y="4033520"/>
                      <a:pt x="1238250" y="4050030"/>
                    </a:cubicBezTo>
                    <a:cubicBezTo>
                      <a:pt x="1249680" y="4062730"/>
                      <a:pt x="1253490" y="4081780"/>
                      <a:pt x="1253490" y="4097020"/>
                    </a:cubicBezTo>
                    <a:cubicBezTo>
                      <a:pt x="1252220" y="4113530"/>
                      <a:pt x="1245870" y="4132580"/>
                      <a:pt x="1235710" y="4144010"/>
                    </a:cubicBezTo>
                    <a:cubicBezTo>
                      <a:pt x="1225550" y="4156710"/>
                      <a:pt x="1207770" y="4166870"/>
                      <a:pt x="1192530" y="4170680"/>
                    </a:cubicBezTo>
                    <a:cubicBezTo>
                      <a:pt x="1177290" y="4174490"/>
                      <a:pt x="1158240" y="4174490"/>
                      <a:pt x="1143000" y="4166870"/>
                    </a:cubicBezTo>
                    <a:cubicBezTo>
                      <a:pt x="1125220" y="4156710"/>
                      <a:pt x="1102360" y="4128770"/>
                      <a:pt x="1097280" y="4108450"/>
                    </a:cubicBezTo>
                    <a:cubicBezTo>
                      <a:pt x="1093470" y="4091940"/>
                      <a:pt x="1096010" y="4074160"/>
                      <a:pt x="1104900" y="4058920"/>
                    </a:cubicBezTo>
                    <a:cubicBezTo>
                      <a:pt x="1115060" y="4042410"/>
                      <a:pt x="1143000" y="4019550"/>
                      <a:pt x="1164590" y="4017010"/>
                    </a:cubicBezTo>
                    <a:cubicBezTo>
                      <a:pt x="1186180" y="4014470"/>
                      <a:pt x="1219200" y="4028440"/>
                      <a:pt x="1233170" y="4042410"/>
                    </a:cubicBezTo>
                    <a:cubicBezTo>
                      <a:pt x="1245870" y="4053840"/>
                      <a:pt x="1252220" y="4071620"/>
                      <a:pt x="1252220" y="4089400"/>
                    </a:cubicBezTo>
                    <a:cubicBezTo>
                      <a:pt x="1252220" y="4109720"/>
                      <a:pt x="1243330" y="4132580"/>
                      <a:pt x="1223010" y="4156710"/>
                    </a:cubicBezTo>
                    <a:cubicBezTo>
                      <a:pt x="1184910" y="4202430"/>
                      <a:pt x="1069340" y="4273550"/>
                      <a:pt x="1002030" y="4312920"/>
                    </a:cubicBezTo>
                    <a:cubicBezTo>
                      <a:pt x="951230" y="4343400"/>
                      <a:pt x="914400" y="4362450"/>
                      <a:pt x="862330" y="4382770"/>
                    </a:cubicBezTo>
                    <a:cubicBezTo>
                      <a:pt x="801370" y="4406900"/>
                      <a:pt x="717550" y="4441190"/>
                      <a:pt x="657860" y="4445000"/>
                    </a:cubicBezTo>
                    <a:cubicBezTo>
                      <a:pt x="613410" y="4448810"/>
                      <a:pt x="574040" y="4446270"/>
                      <a:pt x="539750" y="4427220"/>
                    </a:cubicBezTo>
                    <a:cubicBezTo>
                      <a:pt x="500380" y="4406900"/>
                      <a:pt x="463550" y="4372610"/>
                      <a:pt x="438150" y="4318000"/>
                    </a:cubicBezTo>
                    <a:cubicBezTo>
                      <a:pt x="391160" y="4221480"/>
                      <a:pt x="386080" y="4001770"/>
                      <a:pt x="370840" y="3854450"/>
                    </a:cubicBezTo>
                    <a:cubicBezTo>
                      <a:pt x="356870" y="3722370"/>
                      <a:pt x="350520" y="3609340"/>
                      <a:pt x="345440" y="3475990"/>
                    </a:cubicBezTo>
                    <a:cubicBezTo>
                      <a:pt x="340360" y="3326130"/>
                      <a:pt x="354330" y="3144520"/>
                      <a:pt x="344170" y="2999740"/>
                    </a:cubicBezTo>
                    <a:cubicBezTo>
                      <a:pt x="335280" y="2879090"/>
                      <a:pt x="309880" y="2811780"/>
                      <a:pt x="298450" y="2665730"/>
                    </a:cubicBezTo>
                    <a:cubicBezTo>
                      <a:pt x="276860" y="2391410"/>
                      <a:pt x="294640" y="1771650"/>
                      <a:pt x="275590" y="1471930"/>
                    </a:cubicBezTo>
                    <a:cubicBezTo>
                      <a:pt x="264160" y="1290320"/>
                      <a:pt x="237490" y="1163320"/>
                      <a:pt x="228600" y="1036320"/>
                    </a:cubicBezTo>
                    <a:cubicBezTo>
                      <a:pt x="220980" y="937260"/>
                      <a:pt x="228600" y="867410"/>
                      <a:pt x="218440" y="772160"/>
                    </a:cubicBezTo>
                    <a:cubicBezTo>
                      <a:pt x="205740" y="656590"/>
                      <a:pt x="176530" y="483870"/>
                      <a:pt x="147320" y="391160"/>
                    </a:cubicBezTo>
                    <a:cubicBezTo>
                      <a:pt x="129540" y="336550"/>
                      <a:pt x="99060" y="302260"/>
                      <a:pt x="87630" y="264160"/>
                    </a:cubicBezTo>
                    <a:cubicBezTo>
                      <a:pt x="78740" y="236220"/>
                      <a:pt x="86360" y="213360"/>
                      <a:pt x="74930" y="187960"/>
                    </a:cubicBezTo>
                    <a:cubicBezTo>
                      <a:pt x="62230" y="154940"/>
                      <a:pt x="11430" y="116840"/>
                      <a:pt x="5080" y="87630"/>
                    </a:cubicBezTo>
                    <a:cubicBezTo>
                      <a:pt x="0" y="68580"/>
                      <a:pt x="6350" y="49530"/>
                      <a:pt x="13970" y="36830"/>
                    </a:cubicBezTo>
                    <a:cubicBezTo>
                      <a:pt x="19050" y="26670"/>
                      <a:pt x="26670" y="17780"/>
                      <a:pt x="38100" y="12700"/>
                    </a:cubicBezTo>
                    <a:cubicBezTo>
                      <a:pt x="50800" y="5080"/>
                      <a:pt x="72390" y="0"/>
                      <a:pt x="87630" y="2540"/>
                    </a:cubicBezTo>
                    <a:cubicBezTo>
                      <a:pt x="104140" y="5080"/>
                      <a:pt x="132080" y="27940"/>
                      <a:pt x="132080" y="27940"/>
                    </a:cubicBezTo>
                  </a:path>
                </a:pathLst>
              </a:custGeom>
              <a:solidFill>
                <a:srgbClr val="FFFFFF"/>
              </a:solidFill>
              <a:ln cap="sq">
                <a:noFill/>
                <a:prstDash val="solid"/>
                <a:miter/>
              </a:ln>
            </p:spPr>
          </p:sp>
        </p:grpSp>
        <p:grpSp>
          <p:nvGrpSpPr>
            <p:cNvPr id="11" name="Group 11"/>
            <p:cNvGrpSpPr/>
            <p:nvPr/>
          </p:nvGrpSpPr>
          <p:grpSpPr>
            <a:xfrm>
              <a:off x="6112625" y="4313026"/>
              <a:ext cx="4644803" cy="3146333"/>
              <a:chOff x="0" y="0"/>
              <a:chExt cx="3909060" cy="2647950"/>
            </a:xfrm>
          </p:grpSpPr>
          <p:sp>
            <p:nvSpPr>
              <p:cNvPr id="12" name="Freeform 12"/>
              <p:cNvSpPr/>
              <p:nvPr/>
            </p:nvSpPr>
            <p:spPr>
              <a:xfrm>
                <a:off x="50800" y="44450"/>
                <a:ext cx="3807460" cy="2552700"/>
              </a:xfrm>
              <a:custGeom>
                <a:avLst/>
                <a:gdLst/>
                <a:ahLst/>
                <a:cxnLst/>
                <a:rect l="l" t="t" r="r" b="b"/>
                <a:pathLst>
                  <a:path w="3807460" h="2552700">
                    <a:moveTo>
                      <a:pt x="27940" y="2416810"/>
                    </a:moveTo>
                    <a:cubicBezTo>
                      <a:pt x="250190" y="2244090"/>
                      <a:pt x="323850" y="2166620"/>
                      <a:pt x="393700" y="2110740"/>
                    </a:cubicBezTo>
                    <a:cubicBezTo>
                      <a:pt x="458470" y="2057400"/>
                      <a:pt x="515620" y="2016760"/>
                      <a:pt x="589280" y="1968500"/>
                    </a:cubicBezTo>
                    <a:cubicBezTo>
                      <a:pt x="676910" y="1908810"/>
                      <a:pt x="791210" y="1854200"/>
                      <a:pt x="887730" y="1786890"/>
                    </a:cubicBezTo>
                    <a:cubicBezTo>
                      <a:pt x="989330" y="1717040"/>
                      <a:pt x="1082040" y="1628140"/>
                      <a:pt x="1183640" y="1553210"/>
                    </a:cubicBezTo>
                    <a:cubicBezTo>
                      <a:pt x="1287780" y="1475740"/>
                      <a:pt x="1435100" y="1366520"/>
                      <a:pt x="1506220" y="1327150"/>
                    </a:cubicBezTo>
                    <a:cubicBezTo>
                      <a:pt x="1537970" y="1309370"/>
                      <a:pt x="1550670" y="1314450"/>
                      <a:pt x="1581150" y="1296670"/>
                    </a:cubicBezTo>
                    <a:cubicBezTo>
                      <a:pt x="1637030" y="1262380"/>
                      <a:pt x="1741170" y="1150620"/>
                      <a:pt x="1803400" y="1111250"/>
                    </a:cubicBezTo>
                    <a:cubicBezTo>
                      <a:pt x="1842770" y="1087120"/>
                      <a:pt x="1861820" y="1090930"/>
                      <a:pt x="1905000" y="1064260"/>
                    </a:cubicBezTo>
                    <a:cubicBezTo>
                      <a:pt x="1996440" y="1009650"/>
                      <a:pt x="2161540" y="864870"/>
                      <a:pt x="2302510" y="763270"/>
                    </a:cubicBezTo>
                    <a:cubicBezTo>
                      <a:pt x="2454910" y="652780"/>
                      <a:pt x="2668270" y="519430"/>
                      <a:pt x="2787650" y="426720"/>
                    </a:cubicBezTo>
                    <a:cubicBezTo>
                      <a:pt x="2861310" y="367030"/>
                      <a:pt x="2893060" y="318770"/>
                      <a:pt x="2960370" y="271780"/>
                    </a:cubicBezTo>
                    <a:cubicBezTo>
                      <a:pt x="3036570" y="219710"/>
                      <a:pt x="3133090" y="177800"/>
                      <a:pt x="3225800" y="134620"/>
                    </a:cubicBezTo>
                    <a:cubicBezTo>
                      <a:pt x="3322320" y="88900"/>
                      <a:pt x="3448050" y="16510"/>
                      <a:pt x="3526790" y="6350"/>
                    </a:cubicBezTo>
                    <a:cubicBezTo>
                      <a:pt x="3573780" y="0"/>
                      <a:pt x="3610610" y="2540"/>
                      <a:pt x="3646170" y="25400"/>
                    </a:cubicBezTo>
                    <a:cubicBezTo>
                      <a:pt x="3693160" y="54610"/>
                      <a:pt x="3736340" y="148590"/>
                      <a:pt x="3764280" y="196850"/>
                    </a:cubicBezTo>
                    <a:cubicBezTo>
                      <a:pt x="3783330" y="229870"/>
                      <a:pt x="3801110" y="254000"/>
                      <a:pt x="3804920" y="281940"/>
                    </a:cubicBezTo>
                    <a:cubicBezTo>
                      <a:pt x="3807460" y="307340"/>
                      <a:pt x="3798570" y="341630"/>
                      <a:pt x="3785870" y="359410"/>
                    </a:cubicBezTo>
                    <a:cubicBezTo>
                      <a:pt x="3775710" y="373380"/>
                      <a:pt x="3756660" y="382270"/>
                      <a:pt x="3738880" y="386080"/>
                    </a:cubicBezTo>
                    <a:cubicBezTo>
                      <a:pt x="3722370" y="388620"/>
                      <a:pt x="3702050" y="388620"/>
                      <a:pt x="3685540" y="378460"/>
                    </a:cubicBezTo>
                    <a:cubicBezTo>
                      <a:pt x="3667760" y="368300"/>
                      <a:pt x="3642360" y="337820"/>
                      <a:pt x="3639820" y="314960"/>
                    </a:cubicBezTo>
                    <a:cubicBezTo>
                      <a:pt x="3636010" y="292100"/>
                      <a:pt x="3648710" y="256540"/>
                      <a:pt x="3666490" y="241300"/>
                    </a:cubicBezTo>
                    <a:cubicBezTo>
                      <a:pt x="3683000" y="224790"/>
                      <a:pt x="3721100" y="217170"/>
                      <a:pt x="3742690" y="220980"/>
                    </a:cubicBezTo>
                    <a:cubicBezTo>
                      <a:pt x="3760470" y="223520"/>
                      <a:pt x="3776980" y="236220"/>
                      <a:pt x="3788410" y="250190"/>
                    </a:cubicBezTo>
                    <a:cubicBezTo>
                      <a:pt x="3798570" y="262890"/>
                      <a:pt x="3807460" y="281940"/>
                      <a:pt x="3807460" y="299720"/>
                    </a:cubicBezTo>
                    <a:cubicBezTo>
                      <a:pt x="3806190" y="322580"/>
                      <a:pt x="3789680" y="356870"/>
                      <a:pt x="3773170" y="370840"/>
                    </a:cubicBezTo>
                    <a:cubicBezTo>
                      <a:pt x="3759200" y="383540"/>
                      <a:pt x="3737610" y="387350"/>
                      <a:pt x="3721100" y="387350"/>
                    </a:cubicBezTo>
                    <a:cubicBezTo>
                      <a:pt x="3704590" y="387350"/>
                      <a:pt x="3685540" y="382270"/>
                      <a:pt x="3670300" y="369570"/>
                    </a:cubicBezTo>
                    <a:cubicBezTo>
                      <a:pt x="3647440" y="347980"/>
                      <a:pt x="3637280" y="285750"/>
                      <a:pt x="3610610" y="255270"/>
                    </a:cubicBezTo>
                    <a:cubicBezTo>
                      <a:pt x="3585210" y="226060"/>
                      <a:pt x="3556000" y="193040"/>
                      <a:pt x="3514090" y="187960"/>
                    </a:cubicBezTo>
                    <a:cubicBezTo>
                      <a:pt x="3444240" y="180340"/>
                      <a:pt x="3294380" y="271780"/>
                      <a:pt x="3227070" y="306070"/>
                    </a:cubicBezTo>
                    <a:cubicBezTo>
                      <a:pt x="3188970" y="326390"/>
                      <a:pt x="3171190" y="346710"/>
                      <a:pt x="3140710" y="361950"/>
                    </a:cubicBezTo>
                    <a:cubicBezTo>
                      <a:pt x="3112770" y="377190"/>
                      <a:pt x="3084830" y="377190"/>
                      <a:pt x="3053080" y="397510"/>
                    </a:cubicBezTo>
                    <a:cubicBezTo>
                      <a:pt x="3003550" y="426720"/>
                      <a:pt x="2954020" y="490220"/>
                      <a:pt x="2885440" y="542290"/>
                    </a:cubicBezTo>
                    <a:cubicBezTo>
                      <a:pt x="2786380" y="618490"/>
                      <a:pt x="2645410" y="698500"/>
                      <a:pt x="2509520" y="793750"/>
                    </a:cubicBezTo>
                    <a:cubicBezTo>
                      <a:pt x="2343150" y="910590"/>
                      <a:pt x="2063750" y="1140460"/>
                      <a:pt x="1965960" y="1196340"/>
                    </a:cubicBezTo>
                    <a:cubicBezTo>
                      <a:pt x="1931670" y="1214120"/>
                      <a:pt x="1918970" y="1209040"/>
                      <a:pt x="1893570" y="1225550"/>
                    </a:cubicBezTo>
                    <a:cubicBezTo>
                      <a:pt x="1854200" y="1249680"/>
                      <a:pt x="1819910" y="1299210"/>
                      <a:pt x="1760220" y="1344930"/>
                    </a:cubicBezTo>
                    <a:cubicBezTo>
                      <a:pt x="1658620" y="1423670"/>
                      <a:pt x="1469390" y="1530350"/>
                      <a:pt x="1320800" y="1634490"/>
                    </a:cubicBezTo>
                    <a:cubicBezTo>
                      <a:pt x="1159510" y="1748790"/>
                      <a:pt x="986790" y="1897380"/>
                      <a:pt x="828040" y="2006600"/>
                    </a:cubicBezTo>
                    <a:cubicBezTo>
                      <a:pt x="689610" y="2103120"/>
                      <a:pt x="547370" y="2169160"/>
                      <a:pt x="426720" y="2260600"/>
                    </a:cubicBezTo>
                    <a:cubicBezTo>
                      <a:pt x="314960" y="2345690"/>
                      <a:pt x="186690" y="2498090"/>
                      <a:pt x="125730" y="2534920"/>
                    </a:cubicBezTo>
                    <a:cubicBezTo>
                      <a:pt x="102870" y="2547620"/>
                      <a:pt x="91440" y="2552700"/>
                      <a:pt x="73660" y="2552700"/>
                    </a:cubicBezTo>
                    <a:cubicBezTo>
                      <a:pt x="57150" y="2551430"/>
                      <a:pt x="36830" y="2543810"/>
                      <a:pt x="24130" y="2531110"/>
                    </a:cubicBezTo>
                    <a:cubicBezTo>
                      <a:pt x="11430" y="2519680"/>
                      <a:pt x="1270" y="2500630"/>
                      <a:pt x="0" y="2482850"/>
                    </a:cubicBezTo>
                    <a:cubicBezTo>
                      <a:pt x="0" y="2462530"/>
                      <a:pt x="27940" y="2416810"/>
                      <a:pt x="27940" y="2416810"/>
                    </a:cubicBezTo>
                  </a:path>
                </a:pathLst>
              </a:custGeom>
              <a:solidFill>
                <a:srgbClr val="FFFFFF"/>
              </a:solidFill>
              <a:ln cap="sq">
                <a:noFill/>
                <a:prstDash val="solid"/>
                <a:miter/>
              </a:ln>
            </p:spPr>
          </p:sp>
        </p:grpSp>
        <p:grpSp>
          <p:nvGrpSpPr>
            <p:cNvPr id="13" name="Group 13"/>
            <p:cNvGrpSpPr/>
            <p:nvPr/>
          </p:nvGrpSpPr>
          <p:grpSpPr>
            <a:xfrm>
              <a:off x="7091988" y="7445778"/>
              <a:ext cx="5769032" cy="4531625"/>
              <a:chOff x="0" y="0"/>
              <a:chExt cx="4855210" cy="3813810"/>
            </a:xfrm>
          </p:grpSpPr>
          <p:sp>
            <p:nvSpPr>
              <p:cNvPr id="14" name="Freeform 14"/>
              <p:cNvSpPr/>
              <p:nvPr/>
            </p:nvSpPr>
            <p:spPr>
              <a:xfrm>
                <a:off x="45720" y="41910"/>
                <a:ext cx="4767580" cy="3741420"/>
              </a:xfrm>
              <a:custGeom>
                <a:avLst/>
                <a:gdLst/>
                <a:ahLst/>
                <a:cxnLst/>
                <a:rect l="l" t="t" r="r" b="b"/>
                <a:pathLst>
                  <a:path w="4767580" h="3741420">
                    <a:moveTo>
                      <a:pt x="157480" y="156210"/>
                    </a:moveTo>
                    <a:cubicBezTo>
                      <a:pt x="213360" y="744220"/>
                      <a:pt x="200660" y="982980"/>
                      <a:pt x="212090" y="1082040"/>
                    </a:cubicBezTo>
                    <a:cubicBezTo>
                      <a:pt x="217170" y="1126490"/>
                      <a:pt x="227330" y="1134110"/>
                      <a:pt x="232410" y="1174750"/>
                    </a:cubicBezTo>
                    <a:cubicBezTo>
                      <a:pt x="242570" y="1256030"/>
                      <a:pt x="226060" y="1435100"/>
                      <a:pt x="238760" y="1536700"/>
                    </a:cubicBezTo>
                    <a:cubicBezTo>
                      <a:pt x="248920" y="1610360"/>
                      <a:pt x="273050" y="1654810"/>
                      <a:pt x="284480" y="1727200"/>
                    </a:cubicBezTo>
                    <a:cubicBezTo>
                      <a:pt x="299720" y="1819910"/>
                      <a:pt x="297180" y="1932940"/>
                      <a:pt x="312420" y="2048510"/>
                    </a:cubicBezTo>
                    <a:cubicBezTo>
                      <a:pt x="330200" y="2186940"/>
                      <a:pt x="374650" y="2343150"/>
                      <a:pt x="388620" y="2504440"/>
                    </a:cubicBezTo>
                    <a:cubicBezTo>
                      <a:pt x="403860" y="2682240"/>
                      <a:pt x="375920" y="2929890"/>
                      <a:pt x="391160" y="3069590"/>
                    </a:cubicBezTo>
                    <a:cubicBezTo>
                      <a:pt x="400050" y="3154680"/>
                      <a:pt x="405130" y="3230880"/>
                      <a:pt x="434340" y="3272790"/>
                    </a:cubicBezTo>
                    <a:cubicBezTo>
                      <a:pt x="453390" y="3299460"/>
                      <a:pt x="476250" y="3304540"/>
                      <a:pt x="509270" y="3321050"/>
                    </a:cubicBezTo>
                    <a:cubicBezTo>
                      <a:pt x="562610" y="3346450"/>
                      <a:pt x="654050" y="3378200"/>
                      <a:pt x="726440" y="3395980"/>
                    </a:cubicBezTo>
                    <a:cubicBezTo>
                      <a:pt x="797560" y="3412490"/>
                      <a:pt x="852170" y="3420110"/>
                      <a:pt x="941070" y="3426460"/>
                    </a:cubicBezTo>
                    <a:cubicBezTo>
                      <a:pt x="1082040" y="3437890"/>
                      <a:pt x="1385570" y="3421380"/>
                      <a:pt x="1494790" y="3432810"/>
                    </a:cubicBezTo>
                    <a:cubicBezTo>
                      <a:pt x="1543050" y="3437890"/>
                      <a:pt x="1551940" y="3446780"/>
                      <a:pt x="1595120" y="3453130"/>
                    </a:cubicBezTo>
                    <a:cubicBezTo>
                      <a:pt x="1677670" y="3464560"/>
                      <a:pt x="1849120" y="3467100"/>
                      <a:pt x="1951990" y="3481070"/>
                    </a:cubicBezTo>
                    <a:cubicBezTo>
                      <a:pt x="2029460" y="3491230"/>
                      <a:pt x="2081530" y="3510280"/>
                      <a:pt x="2156460" y="3521710"/>
                    </a:cubicBezTo>
                    <a:cubicBezTo>
                      <a:pt x="2244090" y="3535680"/>
                      <a:pt x="2344420" y="3548380"/>
                      <a:pt x="2448560" y="3554730"/>
                    </a:cubicBezTo>
                    <a:cubicBezTo>
                      <a:pt x="2566670" y="3561080"/>
                      <a:pt x="2773680" y="3601720"/>
                      <a:pt x="2827020" y="3556000"/>
                    </a:cubicBezTo>
                    <a:cubicBezTo>
                      <a:pt x="2857500" y="3529330"/>
                      <a:pt x="2840990" y="3483610"/>
                      <a:pt x="2844800" y="3429000"/>
                    </a:cubicBezTo>
                    <a:cubicBezTo>
                      <a:pt x="2851150" y="3336290"/>
                      <a:pt x="2856230" y="3155950"/>
                      <a:pt x="2846070" y="3041650"/>
                    </a:cubicBezTo>
                    <a:cubicBezTo>
                      <a:pt x="2837180" y="2948940"/>
                      <a:pt x="2819400" y="2865120"/>
                      <a:pt x="2800350" y="2790190"/>
                    </a:cubicBezTo>
                    <a:cubicBezTo>
                      <a:pt x="2785110" y="2729230"/>
                      <a:pt x="2762250" y="2683510"/>
                      <a:pt x="2747010" y="2623820"/>
                    </a:cubicBezTo>
                    <a:cubicBezTo>
                      <a:pt x="2729230" y="2559050"/>
                      <a:pt x="2725420" y="2482850"/>
                      <a:pt x="2706370" y="2415540"/>
                    </a:cubicBezTo>
                    <a:cubicBezTo>
                      <a:pt x="2687320" y="2346960"/>
                      <a:pt x="2647950" y="2287270"/>
                      <a:pt x="2630170" y="2214880"/>
                    </a:cubicBezTo>
                    <a:cubicBezTo>
                      <a:pt x="2612390" y="2136140"/>
                      <a:pt x="2622550" y="2019300"/>
                      <a:pt x="2604770" y="1958340"/>
                    </a:cubicBezTo>
                    <a:cubicBezTo>
                      <a:pt x="2593340" y="1920240"/>
                      <a:pt x="2571750" y="1916430"/>
                      <a:pt x="2560320" y="1871980"/>
                    </a:cubicBezTo>
                    <a:cubicBezTo>
                      <a:pt x="2529840" y="1755140"/>
                      <a:pt x="2515870" y="1319530"/>
                      <a:pt x="2546350" y="1198880"/>
                    </a:cubicBezTo>
                    <a:cubicBezTo>
                      <a:pt x="2557780" y="1150620"/>
                      <a:pt x="2578100" y="1131570"/>
                      <a:pt x="2599690" y="1103630"/>
                    </a:cubicBezTo>
                    <a:cubicBezTo>
                      <a:pt x="2620010" y="1075690"/>
                      <a:pt x="2633980" y="1056640"/>
                      <a:pt x="2670810" y="1028700"/>
                    </a:cubicBezTo>
                    <a:cubicBezTo>
                      <a:pt x="2747010" y="972820"/>
                      <a:pt x="2951480" y="890270"/>
                      <a:pt x="3059430" y="829310"/>
                    </a:cubicBezTo>
                    <a:cubicBezTo>
                      <a:pt x="3140710" y="782320"/>
                      <a:pt x="3187700" y="756920"/>
                      <a:pt x="3267710" y="699770"/>
                    </a:cubicBezTo>
                    <a:cubicBezTo>
                      <a:pt x="3385820" y="615950"/>
                      <a:pt x="3576320" y="457200"/>
                      <a:pt x="3690620" y="354330"/>
                    </a:cubicBezTo>
                    <a:cubicBezTo>
                      <a:pt x="3774440" y="278130"/>
                      <a:pt x="3831590" y="203200"/>
                      <a:pt x="3898900" y="147320"/>
                    </a:cubicBezTo>
                    <a:cubicBezTo>
                      <a:pt x="3953510" y="102870"/>
                      <a:pt x="4004310" y="60960"/>
                      <a:pt x="4056380" y="38100"/>
                    </a:cubicBezTo>
                    <a:cubicBezTo>
                      <a:pt x="4102100" y="17780"/>
                      <a:pt x="4156710" y="0"/>
                      <a:pt x="4193540" y="8890"/>
                    </a:cubicBezTo>
                    <a:cubicBezTo>
                      <a:pt x="4225290" y="15240"/>
                      <a:pt x="4249420" y="41910"/>
                      <a:pt x="4271010" y="64770"/>
                    </a:cubicBezTo>
                    <a:cubicBezTo>
                      <a:pt x="4292600" y="86360"/>
                      <a:pt x="4309110" y="110490"/>
                      <a:pt x="4323080" y="139700"/>
                    </a:cubicBezTo>
                    <a:cubicBezTo>
                      <a:pt x="4339590" y="171450"/>
                      <a:pt x="4340860" y="217170"/>
                      <a:pt x="4358640" y="250190"/>
                    </a:cubicBezTo>
                    <a:cubicBezTo>
                      <a:pt x="4375150" y="283210"/>
                      <a:pt x="4410710" y="308610"/>
                      <a:pt x="4423410" y="339090"/>
                    </a:cubicBezTo>
                    <a:cubicBezTo>
                      <a:pt x="4433570" y="363220"/>
                      <a:pt x="4427220" y="387350"/>
                      <a:pt x="4436110" y="414020"/>
                    </a:cubicBezTo>
                    <a:cubicBezTo>
                      <a:pt x="4447540" y="450850"/>
                      <a:pt x="4480560" y="485140"/>
                      <a:pt x="4498340" y="534670"/>
                    </a:cubicBezTo>
                    <a:cubicBezTo>
                      <a:pt x="4523740" y="604520"/>
                      <a:pt x="4533900" y="723900"/>
                      <a:pt x="4558030" y="802640"/>
                    </a:cubicBezTo>
                    <a:cubicBezTo>
                      <a:pt x="4578350" y="867410"/>
                      <a:pt x="4605020" y="901700"/>
                      <a:pt x="4629150" y="975360"/>
                    </a:cubicBezTo>
                    <a:cubicBezTo>
                      <a:pt x="4668520" y="1094740"/>
                      <a:pt x="4743450" y="1356360"/>
                      <a:pt x="4757420" y="1456690"/>
                    </a:cubicBezTo>
                    <a:cubicBezTo>
                      <a:pt x="4763770" y="1501140"/>
                      <a:pt x="4767580" y="1518920"/>
                      <a:pt x="4758690" y="1555750"/>
                    </a:cubicBezTo>
                    <a:cubicBezTo>
                      <a:pt x="4743450" y="1606550"/>
                      <a:pt x="4706620" y="1666240"/>
                      <a:pt x="4650740" y="1728470"/>
                    </a:cubicBezTo>
                    <a:cubicBezTo>
                      <a:pt x="4559300" y="1831340"/>
                      <a:pt x="4333240" y="1973580"/>
                      <a:pt x="4216400" y="2077720"/>
                    </a:cubicBezTo>
                    <a:cubicBezTo>
                      <a:pt x="4131310" y="2152650"/>
                      <a:pt x="4071620" y="2230120"/>
                      <a:pt x="4004310" y="2283460"/>
                    </a:cubicBezTo>
                    <a:cubicBezTo>
                      <a:pt x="3953510" y="2324100"/>
                      <a:pt x="3910330" y="2330450"/>
                      <a:pt x="3858260" y="2379980"/>
                    </a:cubicBezTo>
                    <a:cubicBezTo>
                      <a:pt x="3769360" y="2462530"/>
                      <a:pt x="3634740" y="2665730"/>
                      <a:pt x="3559810" y="2772410"/>
                    </a:cubicBezTo>
                    <a:cubicBezTo>
                      <a:pt x="3510280" y="2842260"/>
                      <a:pt x="3482340" y="2899410"/>
                      <a:pt x="3442970" y="2950210"/>
                    </a:cubicBezTo>
                    <a:cubicBezTo>
                      <a:pt x="3411220" y="2990850"/>
                      <a:pt x="3370580" y="3018790"/>
                      <a:pt x="3348990" y="3055620"/>
                    </a:cubicBezTo>
                    <a:cubicBezTo>
                      <a:pt x="3329940" y="3086100"/>
                      <a:pt x="3331210" y="3124200"/>
                      <a:pt x="3314700" y="3149600"/>
                    </a:cubicBezTo>
                    <a:cubicBezTo>
                      <a:pt x="3298190" y="3173730"/>
                      <a:pt x="3276600" y="3178810"/>
                      <a:pt x="3252470" y="3206750"/>
                    </a:cubicBezTo>
                    <a:cubicBezTo>
                      <a:pt x="3210560" y="3257550"/>
                      <a:pt x="3144520" y="3364230"/>
                      <a:pt x="3096260" y="3446780"/>
                    </a:cubicBezTo>
                    <a:cubicBezTo>
                      <a:pt x="3046730" y="3529330"/>
                      <a:pt x="2998470" y="3662680"/>
                      <a:pt x="2959100" y="3699510"/>
                    </a:cubicBezTo>
                    <a:cubicBezTo>
                      <a:pt x="2941320" y="3714750"/>
                      <a:pt x="2927350" y="3718560"/>
                      <a:pt x="2910840" y="3719830"/>
                    </a:cubicBezTo>
                    <a:cubicBezTo>
                      <a:pt x="2894330" y="3721100"/>
                      <a:pt x="2874010" y="3718560"/>
                      <a:pt x="2860040" y="3707130"/>
                    </a:cubicBezTo>
                    <a:cubicBezTo>
                      <a:pt x="2842260" y="3694430"/>
                      <a:pt x="2824480" y="3661410"/>
                      <a:pt x="2821940" y="3641090"/>
                    </a:cubicBezTo>
                    <a:cubicBezTo>
                      <a:pt x="2819400" y="3623310"/>
                      <a:pt x="2825750" y="3604260"/>
                      <a:pt x="2837180" y="3590290"/>
                    </a:cubicBezTo>
                    <a:cubicBezTo>
                      <a:pt x="2851150" y="3573780"/>
                      <a:pt x="2884170" y="3557270"/>
                      <a:pt x="2905760" y="3556000"/>
                    </a:cubicBezTo>
                    <a:cubicBezTo>
                      <a:pt x="2923540" y="3554730"/>
                      <a:pt x="2942590" y="3562350"/>
                      <a:pt x="2955290" y="3573780"/>
                    </a:cubicBezTo>
                    <a:cubicBezTo>
                      <a:pt x="2970530" y="3589020"/>
                      <a:pt x="2985770" y="3623310"/>
                      <a:pt x="2985770" y="3644900"/>
                    </a:cubicBezTo>
                    <a:cubicBezTo>
                      <a:pt x="2985770" y="3662680"/>
                      <a:pt x="2978150" y="3680460"/>
                      <a:pt x="2965450" y="3693160"/>
                    </a:cubicBezTo>
                    <a:cubicBezTo>
                      <a:pt x="2950210" y="3707130"/>
                      <a:pt x="2915920" y="3722370"/>
                      <a:pt x="2893060" y="3719830"/>
                    </a:cubicBezTo>
                    <a:cubicBezTo>
                      <a:pt x="2870200" y="3717290"/>
                      <a:pt x="2840990" y="3695700"/>
                      <a:pt x="2830830" y="3675380"/>
                    </a:cubicBezTo>
                    <a:cubicBezTo>
                      <a:pt x="2820670" y="3655060"/>
                      <a:pt x="2823210" y="3630930"/>
                      <a:pt x="2832100" y="3597910"/>
                    </a:cubicBezTo>
                    <a:cubicBezTo>
                      <a:pt x="2849880" y="3529330"/>
                      <a:pt x="2933700" y="3394710"/>
                      <a:pt x="2994660" y="3300730"/>
                    </a:cubicBezTo>
                    <a:cubicBezTo>
                      <a:pt x="3053080" y="3209290"/>
                      <a:pt x="3140710" y="3117850"/>
                      <a:pt x="3190240" y="3042920"/>
                    </a:cubicBezTo>
                    <a:cubicBezTo>
                      <a:pt x="3225800" y="2989580"/>
                      <a:pt x="3232150" y="2960370"/>
                      <a:pt x="3271520" y="2900680"/>
                    </a:cubicBezTo>
                    <a:cubicBezTo>
                      <a:pt x="3342640" y="2788920"/>
                      <a:pt x="3519170" y="2548890"/>
                      <a:pt x="3606800" y="2437130"/>
                    </a:cubicBezTo>
                    <a:cubicBezTo>
                      <a:pt x="3656330" y="2373630"/>
                      <a:pt x="3683000" y="2335530"/>
                      <a:pt x="3732530" y="2288540"/>
                    </a:cubicBezTo>
                    <a:cubicBezTo>
                      <a:pt x="3787140" y="2237740"/>
                      <a:pt x="3863340" y="2200910"/>
                      <a:pt x="3921760" y="2148840"/>
                    </a:cubicBezTo>
                    <a:cubicBezTo>
                      <a:pt x="3982720" y="2095500"/>
                      <a:pt x="4036060" y="2018030"/>
                      <a:pt x="4088130" y="1973580"/>
                    </a:cubicBezTo>
                    <a:cubicBezTo>
                      <a:pt x="4127500" y="1939290"/>
                      <a:pt x="4157980" y="1930400"/>
                      <a:pt x="4201160" y="1896110"/>
                    </a:cubicBezTo>
                    <a:cubicBezTo>
                      <a:pt x="4269740" y="1842770"/>
                      <a:pt x="4385310" y="1719580"/>
                      <a:pt x="4445000" y="1672590"/>
                    </a:cubicBezTo>
                    <a:cubicBezTo>
                      <a:pt x="4478020" y="1647190"/>
                      <a:pt x="4500880" y="1640840"/>
                      <a:pt x="4525010" y="1619250"/>
                    </a:cubicBezTo>
                    <a:cubicBezTo>
                      <a:pt x="4550410" y="1596390"/>
                      <a:pt x="4585970" y="1567180"/>
                      <a:pt x="4596130" y="1537970"/>
                    </a:cubicBezTo>
                    <a:cubicBezTo>
                      <a:pt x="4603750" y="1511300"/>
                      <a:pt x="4594860" y="1489710"/>
                      <a:pt x="4588510" y="1452880"/>
                    </a:cubicBezTo>
                    <a:cubicBezTo>
                      <a:pt x="4577080" y="1384300"/>
                      <a:pt x="4538980" y="1257300"/>
                      <a:pt x="4509770" y="1162050"/>
                    </a:cubicBezTo>
                    <a:cubicBezTo>
                      <a:pt x="4480560" y="1066800"/>
                      <a:pt x="4438650" y="979170"/>
                      <a:pt x="4410710" y="883920"/>
                    </a:cubicBezTo>
                    <a:cubicBezTo>
                      <a:pt x="4382770" y="784860"/>
                      <a:pt x="4373880" y="640080"/>
                      <a:pt x="4344670" y="580390"/>
                    </a:cubicBezTo>
                    <a:cubicBezTo>
                      <a:pt x="4329430" y="549910"/>
                      <a:pt x="4311650" y="551180"/>
                      <a:pt x="4293870" y="520700"/>
                    </a:cubicBezTo>
                    <a:cubicBezTo>
                      <a:pt x="4255770" y="453390"/>
                      <a:pt x="4229100" y="193040"/>
                      <a:pt x="4166870" y="171450"/>
                    </a:cubicBezTo>
                    <a:cubicBezTo>
                      <a:pt x="4122420" y="156210"/>
                      <a:pt x="4056380" y="234950"/>
                      <a:pt x="3999230" y="280670"/>
                    </a:cubicBezTo>
                    <a:cubicBezTo>
                      <a:pt x="3929380" y="335280"/>
                      <a:pt x="3865880" y="414020"/>
                      <a:pt x="3785870" y="486410"/>
                    </a:cubicBezTo>
                    <a:cubicBezTo>
                      <a:pt x="3688080" y="572770"/>
                      <a:pt x="3558540" y="679450"/>
                      <a:pt x="3449320" y="760730"/>
                    </a:cubicBezTo>
                    <a:cubicBezTo>
                      <a:pt x="3354070" y="833120"/>
                      <a:pt x="3274060" y="889000"/>
                      <a:pt x="3169920" y="953770"/>
                    </a:cubicBezTo>
                    <a:cubicBezTo>
                      <a:pt x="3049270" y="1028700"/>
                      <a:pt x="2829560" y="1106170"/>
                      <a:pt x="2762250" y="1178560"/>
                    </a:cubicBezTo>
                    <a:cubicBezTo>
                      <a:pt x="2729230" y="1214120"/>
                      <a:pt x="2724150" y="1233170"/>
                      <a:pt x="2713990" y="1283970"/>
                    </a:cubicBezTo>
                    <a:cubicBezTo>
                      <a:pt x="2689860" y="1397000"/>
                      <a:pt x="2691130" y="1752600"/>
                      <a:pt x="2719070" y="1850390"/>
                    </a:cubicBezTo>
                    <a:cubicBezTo>
                      <a:pt x="2730500" y="1888490"/>
                      <a:pt x="2752090" y="1896110"/>
                      <a:pt x="2762250" y="1922780"/>
                    </a:cubicBezTo>
                    <a:cubicBezTo>
                      <a:pt x="2774950" y="1951990"/>
                      <a:pt x="2780030" y="1982470"/>
                      <a:pt x="2785110" y="2020570"/>
                    </a:cubicBezTo>
                    <a:cubicBezTo>
                      <a:pt x="2792730" y="2075180"/>
                      <a:pt x="2780030" y="2155190"/>
                      <a:pt x="2794000" y="2221230"/>
                    </a:cubicBezTo>
                    <a:cubicBezTo>
                      <a:pt x="2807970" y="2289810"/>
                      <a:pt x="2846070" y="2348230"/>
                      <a:pt x="2870200" y="2425700"/>
                    </a:cubicBezTo>
                    <a:cubicBezTo>
                      <a:pt x="2903220" y="2526030"/>
                      <a:pt x="2942590" y="2660650"/>
                      <a:pt x="2966720" y="2772410"/>
                    </a:cubicBezTo>
                    <a:cubicBezTo>
                      <a:pt x="2988310" y="2876550"/>
                      <a:pt x="3003550" y="2961640"/>
                      <a:pt x="3011170" y="3075940"/>
                    </a:cubicBezTo>
                    <a:cubicBezTo>
                      <a:pt x="3022600" y="3220720"/>
                      <a:pt x="3027680" y="3472180"/>
                      <a:pt x="3008630" y="3569970"/>
                    </a:cubicBezTo>
                    <a:cubicBezTo>
                      <a:pt x="2999740" y="3614420"/>
                      <a:pt x="2990850" y="3637280"/>
                      <a:pt x="2970530" y="3661410"/>
                    </a:cubicBezTo>
                    <a:cubicBezTo>
                      <a:pt x="2948940" y="3686810"/>
                      <a:pt x="2923540" y="3704590"/>
                      <a:pt x="2881630" y="3717290"/>
                    </a:cubicBezTo>
                    <a:cubicBezTo>
                      <a:pt x="2799080" y="3741420"/>
                      <a:pt x="2620010" y="3726180"/>
                      <a:pt x="2490470" y="3719830"/>
                    </a:cubicBezTo>
                    <a:cubicBezTo>
                      <a:pt x="2364740" y="3713480"/>
                      <a:pt x="2241550" y="3698240"/>
                      <a:pt x="2114550" y="3681730"/>
                    </a:cubicBezTo>
                    <a:cubicBezTo>
                      <a:pt x="1982470" y="3665220"/>
                      <a:pt x="1811020" y="3629660"/>
                      <a:pt x="1713230" y="3619500"/>
                    </a:cubicBezTo>
                    <a:cubicBezTo>
                      <a:pt x="1656080" y="3614420"/>
                      <a:pt x="1617980" y="3619500"/>
                      <a:pt x="1578610" y="3614420"/>
                    </a:cubicBezTo>
                    <a:cubicBezTo>
                      <a:pt x="1545590" y="3610610"/>
                      <a:pt x="1532890" y="3599180"/>
                      <a:pt x="1490980" y="3594100"/>
                    </a:cubicBezTo>
                    <a:cubicBezTo>
                      <a:pt x="1385570" y="3581400"/>
                      <a:pt x="1076960" y="3605530"/>
                      <a:pt x="933450" y="3595370"/>
                    </a:cubicBezTo>
                    <a:cubicBezTo>
                      <a:pt x="842010" y="3590290"/>
                      <a:pt x="791210" y="3583940"/>
                      <a:pt x="712470" y="3566160"/>
                    </a:cubicBezTo>
                    <a:cubicBezTo>
                      <a:pt x="617220" y="3543300"/>
                      <a:pt x="472440" y="3498850"/>
                      <a:pt x="405130" y="3463290"/>
                    </a:cubicBezTo>
                    <a:cubicBezTo>
                      <a:pt x="367030" y="3442970"/>
                      <a:pt x="346710" y="3425190"/>
                      <a:pt x="323850" y="3399790"/>
                    </a:cubicBezTo>
                    <a:cubicBezTo>
                      <a:pt x="300990" y="3374390"/>
                      <a:pt x="284480" y="3345180"/>
                      <a:pt x="270510" y="3312160"/>
                    </a:cubicBezTo>
                    <a:cubicBezTo>
                      <a:pt x="255270" y="3275330"/>
                      <a:pt x="248920" y="3229610"/>
                      <a:pt x="240030" y="3188970"/>
                    </a:cubicBezTo>
                    <a:cubicBezTo>
                      <a:pt x="232410" y="3148330"/>
                      <a:pt x="226060" y="3124200"/>
                      <a:pt x="220980" y="3069590"/>
                    </a:cubicBezTo>
                    <a:cubicBezTo>
                      <a:pt x="210820" y="2948940"/>
                      <a:pt x="236220" y="2656840"/>
                      <a:pt x="220980" y="2482850"/>
                    </a:cubicBezTo>
                    <a:cubicBezTo>
                      <a:pt x="207010" y="2339340"/>
                      <a:pt x="166370" y="2225040"/>
                      <a:pt x="148590" y="2094230"/>
                    </a:cubicBezTo>
                    <a:cubicBezTo>
                      <a:pt x="130810" y="1963420"/>
                      <a:pt x="135890" y="1780540"/>
                      <a:pt x="114300" y="1697990"/>
                    </a:cubicBezTo>
                    <a:cubicBezTo>
                      <a:pt x="102870" y="1659890"/>
                      <a:pt x="83820" y="1654810"/>
                      <a:pt x="74930" y="1615440"/>
                    </a:cubicBezTo>
                    <a:cubicBezTo>
                      <a:pt x="55880" y="1530350"/>
                      <a:pt x="88900" y="1289050"/>
                      <a:pt x="77470" y="1193800"/>
                    </a:cubicBezTo>
                    <a:cubicBezTo>
                      <a:pt x="72390" y="1144270"/>
                      <a:pt x="55880" y="1131570"/>
                      <a:pt x="50800" y="1082040"/>
                    </a:cubicBezTo>
                    <a:cubicBezTo>
                      <a:pt x="39370" y="988060"/>
                      <a:pt x="58420" y="810260"/>
                      <a:pt x="52070" y="665480"/>
                    </a:cubicBezTo>
                    <a:cubicBezTo>
                      <a:pt x="45720" y="509270"/>
                      <a:pt x="0" y="257810"/>
                      <a:pt x="5080" y="177800"/>
                    </a:cubicBezTo>
                    <a:cubicBezTo>
                      <a:pt x="6350" y="151130"/>
                      <a:pt x="6350" y="138430"/>
                      <a:pt x="17780" y="124460"/>
                    </a:cubicBezTo>
                    <a:cubicBezTo>
                      <a:pt x="29210" y="107950"/>
                      <a:pt x="59690" y="91440"/>
                      <a:pt x="80010" y="90170"/>
                    </a:cubicBezTo>
                    <a:cubicBezTo>
                      <a:pt x="97790" y="87630"/>
                      <a:pt x="118110" y="96520"/>
                      <a:pt x="130810" y="107950"/>
                    </a:cubicBezTo>
                    <a:cubicBezTo>
                      <a:pt x="144780" y="119380"/>
                      <a:pt x="157480" y="156210"/>
                      <a:pt x="157480" y="156210"/>
                    </a:cubicBezTo>
                  </a:path>
                </a:pathLst>
              </a:custGeom>
              <a:solidFill>
                <a:srgbClr val="FFFFFF"/>
              </a:solidFill>
              <a:ln cap="sq">
                <a:noFill/>
                <a:prstDash val="solid"/>
                <a:miter/>
              </a:ln>
            </p:spPr>
          </p:sp>
        </p:grpSp>
        <p:grpSp>
          <p:nvGrpSpPr>
            <p:cNvPr id="15" name="Group 15"/>
            <p:cNvGrpSpPr/>
            <p:nvPr/>
          </p:nvGrpSpPr>
          <p:grpSpPr>
            <a:xfrm>
              <a:off x="7085952" y="5722463"/>
              <a:ext cx="5234835" cy="2930542"/>
              <a:chOff x="0" y="0"/>
              <a:chExt cx="4405630" cy="2466340"/>
            </a:xfrm>
          </p:grpSpPr>
          <p:sp>
            <p:nvSpPr>
              <p:cNvPr id="16" name="Freeform 16"/>
              <p:cNvSpPr/>
              <p:nvPr/>
            </p:nvSpPr>
            <p:spPr>
              <a:xfrm>
                <a:off x="45720" y="43180"/>
                <a:ext cx="4310380" cy="2373630"/>
              </a:xfrm>
              <a:custGeom>
                <a:avLst/>
                <a:gdLst/>
                <a:ahLst/>
                <a:cxnLst/>
                <a:rect l="l" t="t" r="r" b="b"/>
                <a:pathLst>
                  <a:path w="4310380" h="2373630">
                    <a:moveTo>
                      <a:pt x="4202430" y="1487170"/>
                    </a:moveTo>
                    <a:cubicBezTo>
                      <a:pt x="3774440" y="1249680"/>
                      <a:pt x="3637280" y="1140460"/>
                      <a:pt x="3549650" y="1070610"/>
                    </a:cubicBezTo>
                    <a:cubicBezTo>
                      <a:pt x="3489960" y="1022350"/>
                      <a:pt x="3456940" y="993140"/>
                      <a:pt x="3407410" y="944880"/>
                    </a:cubicBezTo>
                    <a:cubicBezTo>
                      <a:pt x="3346450" y="886460"/>
                      <a:pt x="3274060" y="808990"/>
                      <a:pt x="3216910" y="740410"/>
                    </a:cubicBezTo>
                    <a:cubicBezTo>
                      <a:pt x="3162300" y="676910"/>
                      <a:pt x="3121660" y="612140"/>
                      <a:pt x="3068320" y="551180"/>
                    </a:cubicBezTo>
                    <a:cubicBezTo>
                      <a:pt x="3011170" y="487680"/>
                      <a:pt x="2923540" y="421640"/>
                      <a:pt x="2884170" y="367030"/>
                    </a:cubicBezTo>
                    <a:cubicBezTo>
                      <a:pt x="2858770" y="331470"/>
                      <a:pt x="2856230" y="298450"/>
                      <a:pt x="2834640" y="269240"/>
                    </a:cubicBezTo>
                    <a:cubicBezTo>
                      <a:pt x="2814320" y="240030"/>
                      <a:pt x="2786380" y="207010"/>
                      <a:pt x="2757170" y="193040"/>
                    </a:cubicBezTo>
                    <a:cubicBezTo>
                      <a:pt x="2731770" y="179070"/>
                      <a:pt x="2710180" y="181610"/>
                      <a:pt x="2673350" y="179070"/>
                    </a:cubicBezTo>
                    <a:cubicBezTo>
                      <a:pt x="2607310" y="173990"/>
                      <a:pt x="2477770" y="171450"/>
                      <a:pt x="2395220" y="187960"/>
                    </a:cubicBezTo>
                    <a:cubicBezTo>
                      <a:pt x="2322830" y="200660"/>
                      <a:pt x="2246630" y="233680"/>
                      <a:pt x="2199640" y="256540"/>
                    </a:cubicBezTo>
                    <a:cubicBezTo>
                      <a:pt x="2170430" y="270510"/>
                      <a:pt x="2156460" y="287020"/>
                      <a:pt x="2132330" y="298450"/>
                    </a:cubicBezTo>
                    <a:cubicBezTo>
                      <a:pt x="2105660" y="309880"/>
                      <a:pt x="2071370" y="311150"/>
                      <a:pt x="2043430" y="322580"/>
                    </a:cubicBezTo>
                    <a:cubicBezTo>
                      <a:pt x="2015490" y="332740"/>
                      <a:pt x="1998980" y="341630"/>
                      <a:pt x="1964690" y="363220"/>
                    </a:cubicBezTo>
                    <a:cubicBezTo>
                      <a:pt x="1893570" y="408940"/>
                      <a:pt x="1704340" y="537210"/>
                      <a:pt x="1647190" y="601980"/>
                    </a:cubicBezTo>
                    <a:cubicBezTo>
                      <a:pt x="1619250" y="633730"/>
                      <a:pt x="1623060" y="655320"/>
                      <a:pt x="1597660" y="685800"/>
                    </a:cubicBezTo>
                    <a:cubicBezTo>
                      <a:pt x="1555750" y="735330"/>
                      <a:pt x="1479550" y="792480"/>
                      <a:pt x="1394460" y="852170"/>
                    </a:cubicBezTo>
                    <a:cubicBezTo>
                      <a:pt x="1270000" y="938530"/>
                      <a:pt x="1092200" y="1033780"/>
                      <a:pt x="914400" y="1136650"/>
                    </a:cubicBezTo>
                    <a:cubicBezTo>
                      <a:pt x="692150" y="1263650"/>
                      <a:pt x="217170" y="1443990"/>
                      <a:pt x="165100" y="1551940"/>
                    </a:cubicBezTo>
                    <a:cubicBezTo>
                      <a:pt x="147320" y="1590040"/>
                      <a:pt x="173990" y="1621790"/>
                      <a:pt x="182880" y="1653540"/>
                    </a:cubicBezTo>
                    <a:cubicBezTo>
                      <a:pt x="191770" y="1686560"/>
                      <a:pt x="200660" y="1719580"/>
                      <a:pt x="218440" y="1747520"/>
                    </a:cubicBezTo>
                    <a:cubicBezTo>
                      <a:pt x="233680" y="1772920"/>
                      <a:pt x="254000" y="1794510"/>
                      <a:pt x="279400" y="1814830"/>
                    </a:cubicBezTo>
                    <a:cubicBezTo>
                      <a:pt x="307340" y="1837690"/>
                      <a:pt x="337820" y="1852930"/>
                      <a:pt x="379730" y="1877060"/>
                    </a:cubicBezTo>
                    <a:cubicBezTo>
                      <a:pt x="447040" y="1916430"/>
                      <a:pt x="571500" y="1995170"/>
                      <a:pt x="647700" y="2024380"/>
                    </a:cubicBezTo>
                    <a:cubicBezTo>
                      <a:pt x="697230" y="2043430"/>
                      <a:pt x="732790" y="2040890"/>
                      <a:pt x="779780" y="2054860"/>
                    </a:cubicBezTo>
                    <a:cubicBezTo>
                      <a:pt x="839470" y="2071370"/>
                      <a:pt x="919480" y="2110740"/>
                      <a:pt x="972820" y="2122170"/>
                    </a:cubicBezTo>
                    <a:cubicBezTo>
                      <a:pt x="1009650" y="2131060"/>
                      <a:pt x="1033780" y="2124710"/>
                      <a:pt x="1068070" y="2131060"/>
                    </a:cubicBezTo>
                    <a:cubicBezTo>
                      <a:pt x="1109980" y="2138680"/>
                      <a:pt x="1163320" y="2152650"/>
                      <a:pt x="1202690" y="2171700"/>
                    </a:cubicBezTo>
                    <a:cubicBezTo>
                      <a:pt x="1240790" y="2190750"/>
                      <a:pt x="1283970" y="2218690"/>
                      <a:pt x="1301750" y="2242820"/>
                    </a:cubicBezTo>
                    <a:cubicBezTo>
                      <a:pt x="1313180" y="2259330"/>
                      <a:pt x="1316990" y="2275840"/>
                      <a:pt x="1316990" y="2292350"/>
                    </a:cubicBezTo>
                    <a:cubicBezTo>
                      <a:pt x="1315720" y="2308860"/>
                      <a:pt x="1310640" y="2329180"/>
                      <a:pt x="1297940" y="2341880"/>
                    </a:cubicBezTo>
                    <a:cubicBezTo>
                      <a:pt x="1283970" y="2357120"/>
                      <a:pt x="1250950" y="2373630"/>
                      <a:pt x="1228090" y="2371090"/>
                    </a:cubicBezTo>
                    <a:cubicBezTo>
                      <a:pt x="1206500" y="2368550"/>
                      <a:pt x="1176020" y="2346960"/>
                      <a:pt x="1164590" y="2329180"/>
                    </a:cubicBezTo>
                    <a:cubicBezTo>
                      <a:pt x="1154430" y="2315210"/>
                      <a:pt x="1153160" y="2294890"/>
                      <a:pt x="1154430" y="2278380"/>
                    </a:cubicBezTo>
                    <a:cubicBezTo>
                      <a:pt x="1156970" y="2261870"/>
                      <a:pt x="1164590" y="2242820"/>
                      <a:pt x="1178560" y="2232660"/>
                    </a:cubicBezTo>
                    <a:cubicBezTo>
                      <a:pt x="1195070" y="2218690"/>
                      <a:pt x="1229360" y="2205990"/>
                      <a:pt x="1250950" y="2209800"/>
                    </a:cubicBezTo>
                    <a:cubicBezTo>
                      <a:pt x="1273810" y="2214880"/>
                      <a:pt x="1300480" y="2240280"/>
                      <a:pt x="1310640" y="2258060"/>
                    </a:cubicBezTo>
                    <a:cubicBezTo>
                      <a:pt x="1318260" y="2273300"/>
                      <a:pt x="1318260" y="2294890"/>
                      <a:pt x="1314450" y="2310130"/>
                    </a:cubicBezTo>
                    <a:cubicBezTo>
                      <a:pt x="1310640" y="2326640"/>
                      <a:pt x="1299210" y="2343150"/>
                      <a:pt x="1286510" y="2353310"/>
                    </a:cubicBezTo>
                    <a:cubicBezTo>
                      <a:pt x="1272540" y="2363470"/>
                      <a:pt x="1253490" y="2371090"/>
                      <a:pt x="1236980" y="2371090"/>
                    </a:cubicBezTo>
                    <a:cubicBezTo>
                      <a:pt x="1220470" y="2372360"/>
                      <a:pt x="1201420" y="2363470"/>
                      <a:pt x="1187450" y="2355850"/>
                    </a:cubicBezTo>
                    <a:cubicBezTo>
                      <a:pt x="1174750" y="2348230"/>
                      <a:pt x="1176020" y="2336800"/>
                      <a:pt x="1155700" y="2326640"/>
                    </a:cubicBezTo>
                    <a:cubicBezTo>
                      <a:pt x="1083310" y="2287270"/>
                      <a:pt x="669290" y="2218690"/>
                      <a:pt x="563880" y="2170430"/>
                    </a:cubicBezTo>
                    <a:cubicBezTo>
                      <a:pt x="520700" y="2151380"/>
                      <a:pt x="516890" y="2136140"/>
                      <a:pt x="480060" y="2114550"/>
                    </a:cubicBezTo>
                    <a:cubicBezTo>
                      <a:pt x="416560" y="2077720"/>
                      <a:pt x="269240" y="2026920"/>
                      <a:pt x="207010" y="1982470"/>
                    </a:cubicBezTo>
                    <a:cubicBezTo>
                      <a:pt x="168910" y="1955800"/>
                      <a:pt x="148590" y="1929130"/>
                      <a:pt x="125730" y="1901190"/>
                    </a:cubicBezTo>
                    <a:cubicBezTo>
                      <a:pt x="104140" y="1874520"/>
                      <a:pt x="87630" y="1854200"/>
                      <a:pt x="69850" y="1818640"/>
                    </a:cubicBezTo>
                    <a:cubicBezTo>
                      <a:pt x="44450" y="1766570"/>
                      <a:pt x="11430" y="1668780"/>
                      <a:pt x="5080" y="1612900"/>
                    </a:cubicBezTo>
                    <a:cubicBezTo>
                      <a:pt x="0" y="1574800"/>
                      <a:pt x="3810" y="1548130"/>
                      <a:pt x="12700" y="1517650"/>
                    </a:cubicBezTo>
                    <a:cubicBezTo>
                      <a:pt x="22860" y="1483360"/>
                      <a:pt x="33020" y="1452880"/>
                      <a:pt x="66040" y="1418590"/>
                    </a:cubicBezTo>
                    <a:cubicBezTo>
                      <a:pt x="133350" y="1352550"/>
                      <a:pt x="375920" y="1259840"/>
                      <a:pt x="455930" y="1210310"/>
                    </a:cubicBezTo>
                    <a:cubicBezTo>
                      <a:pt x="492760" y="1186180"/>
                      <a:pt x="505460" y="1168400"/>
                      <a:pt x="534670" y="1151890"/>
                    </a:cubicBezTo>
                    <a:cubicBezTo>
                      <a:pt x="566420" y="1132840"/>
                      <a:pt x="596900" y="1129030"/>
                      <a:pt x="640080" y="1106170"/>
                    </a:cubicBezTo>
                    <a:cubicBezTo>
                      <a:pt x="715010" y="1068070"/>
                      <a:pt x="843280" y="979170"/>
                      <a:pt x="938530" y="927100"/>
                    </a:cubicBezTo>
                    <a:cubicBezTo>
                      <a:pt x="1023620" y="880110"/>
                      <a:pt x="1132840" y="839470"/>
                      <a:pt x="1184910" y="802640"/>
                    </a:cubicBezTo>
                    <a:cubicBezTo>
                      <a:pt x="1212850" y="782320"/>
                      <a:pt x="1216660" y="768350"/>
                      <a:pt x="1243330" y="748030"/>
                    </a:cubicBezTo>
                    <a:cubicBezTo>
                      <a:pt x="1286510" y="713740"/>
                      <a:pt x="1374140" y="674370"/>
                      <a:pt x="1430020" y="626110"/>
                    </a:cubicBezTo>
                    <a:cubicBezTo>
                      <a:pt x="1487170" y="577850"/>
                      <a:pt x="1525270" y="511810"/>
                      <a:pt x="1581150" y="457200"/>
                    </a:cubicBezTo>
                    <a:cubicBezTo>
                      <a:pt x="1640840" y="398780"/>
                      <a:pt x="1699260" y="342900"/>
                      <a:pt x="1778000" y="289560"/>
                    </a:cubicBezTo>
                    <a:cubicBezTo>
                      <a:pt x="1875790" y="223520"/>
                      <a:pt x="2033270" y="147320"/>
                      <a:pt x="2133600" y="101600"/>
                    </a:cubicBezTo>
                    <a:cubicBezTo>
                      <a:pt x="2204720" y="68580"/>
                      <a:pt x="2268220" y="45720"/>
                      <a:pt x="2321560" y="29210"/>
                    </a:cubicBezTo>
                    <a:cubicBezTo>
                      <a:pt x="2359660" y="17780"/>
                      <a:pt x="2379980" y="12700"/>
                      <a:pt x="2420620" y="7620"/>
                    </a:cubicBezTo>
                    <a:cubicBezTo>
                      <a:pt x="2487930" y="1270"/>
                      <a:pt x="2611120" y="0"/>
                      <a:pt x="2687320" y="8890"/>
                    </a:cubicBezTo>
                    <a:cubicBezTo>
                      <a:pt x="2744470" y="16510"/>
                      <a:pt x="2792730" y="21590"/>
                      <a:pt x="2837180" y="46990"/>
                    </a:cubicBezTo>
                    <a:cubicBezTo>
                      <a:pt x="2886710" y="72390"/>
                      <a:pt x="2936240" y="125730"/>
                      <a:pt x="2966720" y="168910"/>
                    </a:cubicBezTo>
                    <a:cubicBezTo>
                      <a:pt x="2992120" y="204470"/>
                      <a:pt x="2988310" y="236220"/>
                      <a:pt x="3017520" y="278130"/>
                    </a:cubicBezTo>
                    <a:cubicBezTo>
                      <a:pt x="3072130" y="358140"/>
                      <a:pt x="3239770" y="499110"/>
                      <a:pt x="3309620" y="582930"/>
                    </a:cubicBezTo>
                    <a:cubicBezTo>
                      <a:pt x="3355340" y="636270"/>
                      <a:pt x="3369310" y="674370"/>
                      <a:pt x="3411220" y="723900"/>
                    </a:cubicBezTo>
                    <a:cubicBezTo>
                      <a:pt x="3464560" y="787400"/>
                      <a:pt x="3534410" y="859790"/>
                      <a:pt x="3615690" y="929640"/>
                    </a:cubicBezTo>
                    <a:cubicBezTo>
                      <a:pt x="3717290" y="1017270"/>
                      <a:pt x="3862070" y="1122680"/>
                      <a:pt x="3981450" y="1198880"/>
                    </a:cubicBezTo>
                    <a:cubicBezTo>
                      <a:pt x="4086860" y="1266190"/>
                      <a:pt x="4254500" y="1327150"/>
                      <a:pt x="4292600" y="1366520"/>
                    </a:cubicBezTo>
                    <a:cubicBezTo>
                      <a:pt x="4305300" y="1380490"/>
                      <a:pt x="4306570" y="1388110"/>
                      <a:pt x="4309110" y="1400810"/>
                    </a:cubicBezTo>
                    <a:cubicBezTo>
                      <a:pt x="4310380" y="1416050"/>
                      <a:pt x="4307840" y="1440180"/>
                      <a:pt x="4300220" y="1455420"/>
                    </a:cubicBezTo>
                    <a:cubicBezTo>
                      <a:pt x="4291330" y="1469390"/>
                      <a:pt x="4273550" y="1484630"/>
                      <a:pt x="4257040" y="1489710"/>
                    </a:cubicBezTo>
                    <a:cubicBezTo>
                      <a:pt x="4240530" y="1494790"/>
                      <a:pt x="4202430" y="1487170"/>
                      <a:pt x="4202430" y="1487170"/>
                    </a:cubicBezTo>
                  </a:path>
                </a:pathLst>
              </a:custGeom>
              <a:solidFill>
                <a:srgbClr val="FFFFFF"/>
              </a:solidFill>
              <a:ln cap="sq">
                <a:noFill/>
                <a:prstDash val="solid"/>
                <a:miter/>
              </a:ln>
            </p:spPr>
          </p:sp>
        </p:grpSp>
        <p:grpSp>
          <p:nvGrpSpPr>
            <p:cNvPr id="17" name="Group 17"/>
            <p:cNvGrpSpPr/>
            <p:nvPr/>
          </p:nvGrpSpPr>
          <p:grpSpPr>
            <a:xfrm>
              <a:off x="9402317" y="8576044"/>
              <a:ext cx="1018597" cy="485909"/>
              <a:chOff x="0" y="0"/>
              <a:chExt cx="857250" cy="408940"/>
            </a:xfrm>
          </p:grpSpPr>
          <p:sp>
            <p:nvSpPr>
              <p:cNvPr id="18" name="Freeform 18"/>
              <p:cNvSpPr/>
              <p:nvPr/>
            </p:nvSpPr>
            <p:spPr>
              <a:xfrm>
                <a:off x="46990" y="49530"/>
                <a:ext cx="763270" cy="308610"/>
              </a:xfrm>
              <a:custGeom>
                <a:avLst/>
                <a:gdLst/>
                <a:ahLst/>
                <a:cxnLst/>
                <a:rect l="l" t="t" r="r" b="b"/>
                <a:pathLst>
                  <a:path w="763270" h="308610">
                    <a:moveTo>
                      <a:pt x="674370" y="308610"/>
                    </a:moveTo>
                    <a:cubicBezTo>
                      <a:pt x="314960" y="241300"/>
                      <a:pt x="110490" y="189230"/>
                      <a:pt x="52070" y="156210"/>
                    </a:cubicBezTo>
                    <a:cubicBezTo>
                      <a:pt x="30480" y="143510"/>
                      <a:pt x="21590" y="135890"/>
                      <a:pt x="13970" y="121920"/>
                    </a:cubicBezTo>
                    <a:cubicBezTo>
                      <a:pt x="6350" y="106680"/>
                      <a:pt x="0" y="87630"/>
                      <a:pt x="3810" y="71120"/>
                    </a:cubicBezTo>
                    <a:cubicBezTo>
                      <a:pt x="8890" y="50800"/>
                      <a:pt x="30480" y="20320"/>
                      <a:pt x="48260" y="10160"/>
                    </a:cubicBezTo>
                    <a:cubicBezTo>
                      <a:pt x="63500" y="1270"/>
                      <a:pt x="83820" y="0"/>
                      <a:pt x="99060" y="2540"/>
                    </a:cubicBezTo>
                    <a:cubicBezTo>
                      <a:pt x="115570" y="6350"/>
                      <a:pt x="133350" y="13970"/>
                      <a:pt x="143510" y="27940"/>
                    </a:cubicBezTo>
                    <a:cubicBezTo>
                      <a:pt x="156210" y="44450"/>
                      <a:pt x="167640" y="80010"/>
                      <a:pt x="162560" y="101600"/>
                    </a:cubicBezTo>
                    <a:cubicBezTo>
                      <a:pt x="156210" y="123190"/>
                      <a:pt x="130810" y="148590"/>
                      <a:pt x="111760" y="157480"/>
                    </a:cubicBezTo>
                    <a:cubicBezTo>
                      <a:pt x="95250" y="165100"/>
                      <a:pt x="76200" y="163830"/>
                      <a:pt x="59690" y="158750"/>
                    </a:cubicBezTo>
                    <a:cubicBezTo>
                      <a:pt x="44450" y="153670"/>
                      <a:pt x="26670" y="143510"/>
                      <a:pt x="17780" y="128270"/>
                    </a:cubicBezTo>
                    <a:cubicBezTo>
                      <a:pt x="7620" y="110490"/>
                      <a:pt x="2540" y="73660"/>
                      <a:pt x="8890" y="53340"/>
                    </a:cubicBezTo>
                    <a:cubicBezTo>
                      <a:pt x="12700" y="36830"/>
                      <a:pt x="26670" y="22860"/>
                      <a:pt x="40640" y="13970"/>
                    </a:cubicBezTo>
                    <a:cubicBezTo>
                      <a:pt x="54610" y="5080"/>
                      <a:pt x="71120" y="0"/>
                      <a:pt x="90170" y="1270"/>
                    </a:cubicBezTo>
                    <a:cubicBezTo>
                      <a:pt x="123190" y="3810"/>
                      <a:pt x="166370" y="39370"/>
                      <a:pt x="217170" y="55880"/>
                    </a:cubicBezTo>
                    <a:cubicBezTo>
                      <a:pt x="285750" y="80010"/>
                      <a:pt x="387350" y="104140"/>
                      <a:pt x="472440" y="121920"/>
                    </a:cubicBezTo>
                    <a:cubicBezTo>
                      <a:pt x="552450" y="138430"/>
                      <a:pt x="665480" y="138430"/>
                      <a:pt x="711200" y="160020"/>
                    </a:cubicBezTo>
                    <a:cubicBezTo>
                      <a:pt x="732790" y="170180"/>
                      <a:pt x="744220" y="180340"/>
                      <a:pt x="751840" y="195580"/>
                    </a:cubicBezTo>
                    <a:cubicBezTo>
                      <a:pt x="759460" y="210820"/>
                      <a:pt x="763270" y="233680"/>
                      <a:pt x="758190" y="250190"/>
                    </a:cubicBezTo>
                    <a:cubicBezTo>
                      <a:pt x="754380" y="266700"/>
                      <a:pt x="741680" y="285750"/>
                      <a:pt x="727710" y="295910"/>
                    </a:cubicBezTo>
                    <a:cubicBezTo>
                      <a:pt x="712470" y="304800"/>
                      <a:pt x="674370" y="308610"/>
                      <a:pt x="674370" y="308610"/>
                    </a:cubicBezTo>
                  </a:path>
                </a:pathLst>
              </a:custGeom>
              <a:solidFill>
                <a:srgbClr val="FFFFFF"/>
              </a:solidFill>
              <a:ln cap="sq">
                <a:noFill/>
                <a:prstDash val="solid"/>
                <a:miter/>
              </a:ln>
            </p:spPr>
          </p:sp>
        </p:grpSp>
        <p:grpSp>
          <p:nvGrpSpPr>
            <p:cNvPr id="19" name="Group 19"/>
            <p:cNvGrpSpPr/>
            <p:nvPr/>
          </p:nvGrpSpPr>
          <p:grpSpPr>
            <a:xfrm>
              <a:off x="10500893" y="4604270"/>
              <a:ext cx="399894" cy="1792731"/>
              <a:chOff x="0" y="0"/>
              <a:chExt cx="336550" cy="1508760"/>
            </a:xfrm>
          </p:grpSpPr>
          <p:sp>
            <p:nvSpPr>
              <p:cNvPr id="20" name="Freeform 20"/>
              <p:cNvSpPr/>
              <p:nvPr/>
            </p:nvSpPr>
            <p:spPr>
              <a:xfrm>
                <a:off x="31750" y="48260"/>
                <a:ext cx="267970" cy="1414780"/>
              </a:xfrm>
              <a:custGeom>
                <a:avLst/>
                <a:gdLst/>
                <a:ahLst/>
                <a:cxnLst/>
                <a:rect l="l" t="t" r="r" b="b"/>
                <a:pathLst>
                  <a:path w="267970" h="1414780">
                    <a:moveTo>
                      <a:pt x="176530" y="78740"/>
                    </a:moveTo>
                    <a:cubicBezTo>
                      <a:pt x="182880" y="581660"/>
                      <a:pt x="193040" y="595630"/>
                      <a:pt x="198120" y="635000"/>
                    </a:cubicBezTo>
                    <a:cubicBezTo>
                      <a:pt x="204470" y="692150"/>
                      <a:pt x="196850" y="767080"/>
                      <a:pt x="204470" y="847090"/>
                    </a:cubicBezTo>
                    <a:cubicBezTo>
                      <a:pt x="212090" y="949960"/>
                      <a:pt x="247650" y="1106170"/>
                      <a:pt x="254000" y="1200150"/>
                    </a:cubicBezTo>
                    <a:cubicBezTo>
                      <a:pt x="257810" y="1261110"/>
                      <a:pt x="267970" y="1318260"/>
                      <a:pt x="252730" y="1353820"/>
                    </a:cubicBezTo>
                    <a:cubicBezTo>
                      <a:pt x="241300" y="1380490"/>
                      <a:pt x="218440" y="1402080"/>
                      <a:pt x="196850" y="1408430"/>
                    </a:cubicBezTo>
                    <a:cubicBezTo>
                      <a:pt x="173990" y="1414780"/>
                      <a:pt x="137160" y="1407160"/>
                      <a:pt x="119380" y="1391920"/>
                    </a:cubicBezTo>
                    <a:cubicBezTo>
                      <a:pt x="102870" y="1376680"/>
                      <a:pt x="90170" y="1341120"/>
                      <a:pt x="90170" y="1319530"/>
                    </a:cubicBezTo>
                    <a:cubicBezTo>
                      <a:pt x="91440" y="1301750"/>
                      <a:pt x="101600" y="1282700"/>
                      <a:pt x="113030" y="1271270"/>
                    </a:cubicBezTo>
                    <a:cubicBezTo>
                      <a:pt x="124460" y="1258570"/>
                      <a:pt x="143510" y="1248410"/>
                      <a:pt x="160020" y="1245870"/>
                    </a:cubicBezTo>
                    <a:cubicBezTo>
                      <a:pt x="176530" y="1243330"/>
                      <a:pt x="198120" y="1245870"/>
                      <a:pt x="212090" y="1253490"/>
                    </a:cubicBezTo>
                    <a:cubicBezTo>
                      <a:pt x="227330" y="1262380"/>
                      <a:pt x="242570" y="1276350"/>
                      <a:pt x="248920" y="1292860"/>
                    </a:cubicBezTo>
                    <a:cubicBezTo>
                      <a:pt x="256540" y="1313180"/>
                      <a:pt x="255270" y="1351280"/>
                      <a:pt x="245110" y="1370330"/>
                    </a:cubicBezTo>
                    <a:cubicBezTo>
                      <a:pt x="237490" y="1386840"/>
                      <a:pt x="220980" y="1399540"/>
                      <a:pt x="204470" y="1405890"/>
                    </a:cubicBezTo>
                    <a:cubicBezTo>
                      <a:pt x="189230" y="1410970"/>
                      <a:pt x="168910" y="1414780"/>
                      <a:pt x="151130" y="1408430"/>
                    </a:cubicBezTo>
                    <a:cubicBezTo>
                      <a:pt x="130810" y="1400810"/>
                      <a:pt x="110490" y="1388110"/>
                      <a:pt x="95250" y="1355090"/>
                    </a:cubicBezTo>
                    <a:cubicBezTo>
                      <a:pt x="41910" y="1245870"/>
                      <a:pt x="29210" y="773430"/>
                      <a:pt x="19050" y="537210"/>
                    </a:cubicBezTo>
                    <a:cubicBezTo>
                      <a:pt x="11430" y="356870"/>
                      <a:pt x="0" y="133350"/>
                      <a:pt x="22860" y="60960"/>
                    </a:cubicBezTo>
                    <a:cubicBezTo>
                      <a:pt x="31750" y="35560"/>
                      <a:pt x="40640" y="25400"/>
                      <a:pt x="54610" y="15240"/>
                    </a:cubicBezTo>
                    <a:cubicBezTo>
                      <a:pt x="68580" y="5080"/>
                      <a:pt x="91440" y="0"/>
                      <a:pt x="107950" y="2540"/>
                    </a:cubicBezTo>
                    <a:cubicBezTo>
                      <a:pt x="125730" y="3810"/>
                      <a:pt x="146050" y="15240"/>
                      <a:pt x="156210" y="27940"/>
                    </a:cubicBezTo>
                    <a:cubicBezTo>
                      <a:pt x="167640" y="40640"/>
                      <a:pt x="176530" y="78740"/>
                      <a:pt x="176530" y="78740"/>
                    </a:cubicBezTo>
                  </a:path>
                </a:pathLst>
              </a:custGeom>
              <a:solidFill>
                <a:srgbClr val="FFFFFF"/>
              </a:solidFill>
              <a:ln cap="sq">
                <a:noFill/>
                <a:prstDash val="solid"/>
                <a:miter/>
              </a:ln>
            </p:spPr>
          </p:sp>
        </p:grpSp>
        <p:grpSp>
          <p:nvGrpSpPr>
            <p:cNvPr id="21" name="Group 21"/>
            <p:cNvGrpSpPr/>
            <p:nvPr/>
          </p:nvGrpSpPr>
          <p:grpSpPr>
            <a:xfrm>
              <a:off x="7389267" y="11512622"/>
              <a:ext cx="1109139" cy="808842"/>
              <a:chOff x="0" y="0"/>
              <a:chExt cx="933450" cy="680720"/>
            </a:xfrm>
          </p:grpSpPr>
          <p:sp>
            <p:nvSpPr>
              <p:cNvPr id="22" name="Freeform 22"/>
              <p:cNvSpPr/>
              <p:nvPr/>
            </p:nvSpPr>
            <p:spPr>
              <a:xfrm>
                <a:off x="46990" y="50800"/>
                <a:ext cx="835660" cy="582930"/>
              </a:xfrm>
              <a:custGeom>
                <a:avLst/>
                <a:gdLst/>
                <a:ahLst/>
                <a:cxnLst/>
                <a:rect l="l" t="t" r="r" b="b"/>
                <a:pathLst>
                  <a:path w="835660" h="582930">
                    <a:moveTo>
                      <a:pt x="50800" y="434340"/>
                    </a:moveTo>
                    <a:cubicBezTo>
                      <a:pt x="323850" y="303530"/>
                      <a:pt x="345440" y="285750"/>
                      <a:pt x="381000" y="257810"/>
                    </a:cubicBezTo>
                    <a:cubicBezTo>
                      <a:pt x="426720" y="219710"/>
                      <a:pt x="474980" y="156210"/>
                      <a:pt x="529590" y="115570"/>
                    </a:cubicBezTo>
                    <a:cubicBezTo>
                      <a:pt x="585470" y="73660"/>
                      <a:pt x="665480" y="24130"/>
                      <a:pt x="715010" y="10160"/>
                    </a:cubicBezTo>
                    <a:cubicBezTo>
                      <a:pt x="744220" y="2540"/>
                      <a:pt x="772160" y="1270"/>
                      <a:pt x="791210" y="8890"/>
                    </a:cubicBezTo>
                    <a:cubicBezTo>
                      <a:pt x="807720" y="15240"/>
                      <a:pt x="821690" y="30480"/>
                      <a:pt x="828040" y="45720"/>
                    </a:cubicBezTo>
                    <a:cubicBezTo>
                      <a:pt x="835660" y="66040"/>
                      <a:pt x="834390" y="104140"/>
                      <a:pt x="825500" y="123190"/>
                    </a:cubicBezTo>
                    <a:cubicBezTo>
                      <a:pt x="817880" y="138430"/>
                      <a:pt x="801370" y="151130"/>
                      <a:pt x="786130" y="157480"/>
                    </a:cubicBezTo>
                    <a:cubicBezTo>
                      <a:pt x="770890" y="163830"/>
                      <a:pt x="749300" y="165100"/>
                      <a:pt x="734060" y="161290"/>
                    </a:cubicBezTo>
                    <a:cubicBezTo>
                      <a:pt x="717550" y="157480"/>
                      <a:pt x="699770" y="144780"/>
                      <a:pt x="689610" y="132080"/>
                    </a:cubicBezTo>
                    <a:cubicBezTo>
                      <a:pt x="679450" y="119380"/>
                      <a:pt x="671830" y="100330"/>
                      <a:pt x="671830" y="83820"/>
                    </a:cubicBezTo>
                    <a:cubicBezTo>
                      <a:pt x="674370" y="62230"/>
                      <a:pt x="690880" y="27940"/>
                      <a:pt x="707390" y="15240"/>
                    </a:cubicBezTo>
                    <a:cubicBezTo>
                      <a:pt x="720090" y="3810"/>
                      <a:pt x="740410" y="0"/>
                      <a:pt x="756920" y="0"/>
                    </a:cubicBezTo>
                    <a:cubicBezTo>
                      <a:pt x="773430" y="1270"/>
                      <a:pt x="793750" y="6350"/>
                      <a:pt x="806450" y="19050"/>
                    </a:cubicBezTo>
                    <a:cubicBezTo>
                      <a:pt x="821690" y="33020"/>
                      <a:pt x="835660" y="68580"/>
                      <a:pt x="835660" y="88900"/>
                    </a:cubicBezTo>
                    <a:cubicBezTo>
                      <a:pt x="835660" y="106680"/>
                      <a:pt x="829310" y="120650"/>
                      <a:pt x="814070" y="137160"/>
                    </a:cubicBezTo>
                    <a:cubicBezTo>
                      <a:pt x="782320" y="172720"/>
                      <a:pt x="680720" y="213360"/>
                      <a:pt x="613410" y="260350"/>
                    </a:cubicBezTo>
                    <a:cubicBezTo>
                      <a:pt x="541020" y="312420"/>
                      <a:pt x="458470" y="397510"/>
                      <a:pt x="396240" y="440690"/>
                    </a:cubicBezTo>
                    <a:cubicBezTo>
                      <a:pt x="354330" y="471170"/>
                      <a:pt x="326390" y="486410"/>
                      <a:pt x="284480" y="508000"/>
                    </a:cubicBezTo>
                    <a:cubicBezTo>
                      <a:pt x="233680" y="533400"/>
                      <a:pt x="154940" y="572770"/>
                      <a:pt x="109220" y="579120"/>
                    </a:cubicBezTo>
                    <a:cubicBezTo>
                      <a:pt x="80010" y="582930"/>
                      <a:pt x="54610" y="581660"/>
                      <a:pt x="36830" y="571500"/>
                    </a:cubicBezTo>
                    <a:cubicBezTo>
                      <a:pt x="21590" y="562610"/>
                      <a:pt x="8890" y="543560"/>
                      <a:pt x="3810" y="527050"/>
                    </a:cubicBezTo>
                    <a:cubicBezTo>
                      <a:pt x="0" y="509270"/>
                      <a:pt x="2540" y="486410"/>
                      <a:pt x="10160" y="471170"/>
                    </a:cubicBezTo>
                    <a:cubicBezTo>
                      <a:pt x="17780" y="455930"/>
                      <a:pt x="50800" y="434340"/>
                      <a:pt x="50800" y="434340"/>
                    </a:cubicBezTo>
                  </a:path>
                </a:pathLst>
              </a:custGeom>
              <a:solidFill>
                <a:srgbClr val="FFFFFF"/>
              </a:solidFill>
              <a:ln cap="sq">
                <a:noFill/>
                <a:prstDash val="solid"/>
                <a:miter/>
              </a:ln>
            </p:spPr>
          </p:sp>
        </p:grpSp>
        <p:grpSp>
          <p:nvGrpSpPr>
            <p:cNvPr id="23" name="Group 23"/>
            <p:cNvGrpSpPr/>
            <p:nvPr/>
          </p:nvGrpSpPr>
          <p:grpSpPr>
            <a:xfrm>
              <a:off x="5694623" y="6991560"/>
              <a:ext cx="1321913" cy="5461190"/>
              <a:chOff x="0" y="0"/>
              <a:chExt cx="1112520" cy="4596130"/>
            </a:xfrm>
          </p:grpSpPr>
          <p:sp>
            <p:nvSpPr>
              <p:cNvPr id="24" name="Freeform 24"/>
              <p:cNvSpPr/>
              <p:nvPr/>
            </p:nvSpPr>
            <p:spPr>
              <a:xfrm>
                <a:off x="46990" y="50800"/>
                <a:ext cx="1019810" cy="4500880"/>
              </a:xfrm>
              <a:custGeom>
                <a:avLst/>
                <a:gdLst/>
                <a:ahLst/>
                <a:cxnLst/>
                <a:rect l="l" t="t" r="r" b="b"/>
                <a:pathLst>
                  <a:path w="1019810" h="4500880">
                    <a:moveTo>
                      <a:pt x="386080" y="264160"/>
                    </a:moveTo>
                    <a:cubicBezTo>
                      <a:pt x="160020" y="187960"/>
                      <a:pt x="111760" y="139700"/>
                      <a:pt x="107950" y="144780"/>
                    </a:cubicBezTo>
                    <a:cubicBezTo>
                      <a:pt x="104140" y="148590"/>
                      <a:pt x="149860" y="189230"/>
                      <a:pt x="162560" y="222250"/>
                    </a:cubicBezTo>
                    <a:cubicBezTo>
                      <a:pt x="180340" y="267970"/>
                      <a:pt x="168910" y="326390"/>
                      <a:pt x="185420" y="401320"/>
                    </a:cubicBezTo>
                    <a:cubicBezTo>
                      <a:pt x="214630" y="537210"/>
                      <a:pt x="314960" y="815340"/>
                      <a:pt x="353060" y="961390"/>
                    </a:cubicBezTo>
                    <a:cubicBezTo>
                      <a:pt x="378460" y="1054100"/>
                      <a:pt x="393700" y="1108710"/>
                      <a:pt x="407670" y="1191260"/>
                    </a:cubicBezTo>
                    <a:cubicBezTo>
                      <a:pt x="422910" y="1282700"/>
                      <a:pt x="424180" y="1380490"/>
                      <a:pt x="439420" y="1485900"/>
                    </a:cubicBezTo>
                    <a:cubicBezTo>
                      <a:pt x="455930" y="1609090"/>
                      <a:pt x="495300" y="1786890"/>
                      <a:pt x="505460" y="1883410"/>
                    </a:cubicBezTo>
                    <a:cubicBezTo>
                      <a:pt x="510540" y="1938020"/>
                      <a:pt x="504190" y="1954530"/>
                      <a:pt x="510540" y="2011680"/>
                    </a:cubicBezTo>
                    <a:cubicBezTo>
                      <a:pt x="523240" y="2125980"/>
                      <a:pt x="590550" y="2378710"/>
                      <a:pt x="605790" y="2519680"/>
                    </a:cubicBezTo>
                    <a:cubicBezTo>
                      <a:pt x="615950" y="2620010"/>
                      <a:pt x="607060" y="2696210"/>
                      <a:pt x="613410" y="2776220"/>
                    </a:cubicBezTo>
                    <a:cubicBezTo>
                      <a:pt x="618490" y="2847340"/>
                      <a:pt x="632460" y="2884170"/>
                      <a:pt x="637540" y="2974340"/>
                    </a:cubicBezTo>
                    <a:cubicBezTo>
                      <a:pt x="650240" y="3167380"/>
                      <a:pt x="623570" y="3735070"/>
                      <a:pt x="641350" y="3882390"/>
                    </a:cubicBezTo>
                    <a:cubicBezTo>
                      <a:pt x="647700" y="3930650"/>
                      <a:pt x="651510" y="3942080"/>
                      <a:pt x="664210" y="3977640"/>
                    </a:cubicBezTo>
                    <a:cubicBezTo>
                      <a:pt x="683260" y="4029710"/>
                      <a:pt x="715010" y="4104640"/>
                      <a:pt x="751840" y="4155440"/>
                    </a:cubicBezTo>
                    <a:cubicBezTo>
                      <a:pt x="784860" y="4203700"/>
                      <a:pt x="830580" y="4249420"/>
                      <a:pt x="872490" y="4281170"/>
                    </a:cubicBezTo>
                    <a:cubicBezTo>
                      <a:pt x="908050" y="4309110"/>
                      <a:pt x="958850" y="4320540"/>
                      <a:pt x="982980" y="4342130"/>
                    </a:cubicBezTo>
                    <a:cubicBezTo>
                      <a:pt x="998220" y="4356100"/>
                      <a:pt x="1010920" y="4368800"/>
                      <a:pt x="1014730" y="4386580"/>
                    </a:cubicBezTo>
                    <a:cubicBezTo>
                      <a:pt x="1018540" y="4408170"/>
                      <a:pt x="1010920" y="4447540"/>
                      <a:pt x="998220" y="4465320"/>
                    </a:cubicBezTo>
                    <a:cubicBezTo>
                      <a:pt x="988060" y="4480560"/>
                      <a:pt x="969010" y="4490720"/>
                      <a:pt x="951230" y="4494530"/>
                    </a:cubicBezTo>
                    <a:cubicBezTo>
                      <a:pt x="934720" y="4499610"/>
                      <a:pt x="913130" y="4497070"/>
                      <a:pt x="896620" y="4490720"/>
                    </a:cubicBezTo>
                    <a:cubicBezTo>
                      <a:pt x="881380" y="4483100"/>
                      <a:pt x="863600" y="4470400"/>
                      <a:pt x="855980" y="4452620"/>
                    </a:cubicBezTo>
                    <a:cubicBezTo>
                      <a:pt x="847090" y="4432300"/>
                      <a:pt x="845820" y="4392930"/>
                      <a:pt x="854710" y="4372610"/>
                    </a:cubicBezTo>
                    <a:cubicBezTo>
                      <a:pt x="861060" y="4354830"/>
                      <a:pt x="878840" y="4340860"/>
                      <a:pt x="894080" y="4333240"/>
                    </a:cubicBezTo>
                    <a:cubicBezTo>
                      <a:pt x="909320" y="4325620"/>
                      <a:pt x="930910" y="4321810"/>
                      <a:pt x="948690" y="4326890"/>
                    </a:cubicBezTo>
                    <a:cubicBezTo>
                      <a:pt x="970280" y="4333240"/>
                      <a:pt x="1002030" y="4356100"/>
                      <a:pt x="1010920" y="4377690"/>
                    </a:cubicBezTo>
                    <a:cubicBezTo>
                      <a:pt x="1019810" y="4399280"/>
                      <a:pt x="1014730" y="4438650"/>
                      <a:pt x="1003300" y="4457700"/>
                    </a:cubicBezTo>
                    <a:cubicBezTo>
                      <a:pt x="994410" y="4474210"/>
                      <a:pt x="976630" y="4486910"/>
                      <a:pt x="960120" y="4491990"/>
                    </a:cubicBezTo>
                    <a:cubicBezTo>
                      <a:pt x="943610" y="4498340"/>
                      <a:pt x="928370" y="4500880"/>
                      <a:pt x="905510" y="4493260"/>
                    </a:cubicBezTo>
                    <a:cubicBezTo>
                      <a:pt x="857250" y="4479290"/>
                      <a:pt x="745490" y="4392930"/>
                      <a:pt x="701040" y="4349750"/>
                    </a:cubicBezTo>
                    <a:cubicBezTo>
                      <a:pt x="675640" y="4324350"/>
                      <a:pt x="671830" y="4307840"/>
                      <a:pt x="650240" y="4278630"/>
                    </a:cubicBezTo>
                    <a:cubicBezTo>
                      <a:pt x="617220" y="4230370"/>
                      <a:pt x="539750" y="4145280"/>
                      <a:pt x="519430" y="4089400"/>
                    </a:cubicBezTo>
                    <a:cubicBezTo>
                      <a:pt x="505460" y="4051300"/>
                      <a:pt x="518160" y="4018280"/>
                      <a:pt x="510540" y="3983990"/>
                    </a:cubicBezTo>
                    <a:cubicBezTo>
                      <a:pt x="502920" y="3949700"/>
                      <a:pt x="482600" y="3934460"/>
                      <a:pt x="472440" y="3882390"/>
                    </a:cubicBezTo>
                    <a:cubicBezTo>
                      <a:pt x="445770" y="3732530"/>
                      <a:pt x="482600" y="3230880"/>
                      <a:pt x="473710" y="2978150"/>
                    </a:cubicBezTo>
                    <a:cubicBezTo>
                      <a:pt x="468630" y="2797810"/>
                      <a:pt x="462280" y="2653030"/>
                      <a:pt x="443230" y="2513330"/>
                    </a:cubicBezTo>
                    <a:cubicBezTo>
                      <a:pt x="426720" y="2396490"/>
                      <a:pt x="392430" y="2302510"/>
                      <a:pt x="375920" y="2193290"/>
                    </a:cubicBezTo>
                    <a:cubicBezTo>
                      <a:pt x="358140" y="2080260"/>
                      <a:pt x="358140" y="1979930"/>
                      <a:pt x="341630" y="1845310"/>
                    </a:cubicBezTo>
                    <a:cubicBezTo>
                      <a:pt x="318770" y="1658620"/>
                      <a:pt x="273050" y="1341120"/>
                      <a:pt x="242570" y="1179830"/>
                    </a:cubicBezTo>
                    <a:cubicBezTo>
                      <a:pt x="224790" y="1087120"/>
                      <a:pt x="215900" y="1046480"/>
                      <a:pt x="191770" y="960120"/>
                    </a:cubicBezTo>
                    <a:cubicBezTo>
                      <a:pt x="157480" y="831850"/>
                      <a:pt x="74930" y="618490"/>
                      <a:pt x="43180" y="487680"/>
                    </a:cubicBezTo>
                    <a:cubicBezTo>
                      <a:pt x="21590" y="398780"/>
                      <a:pt x="7620" y="321310"/>
                      <a:pt x="3810" y="260350"/>
                    </a:cubicBezTo>
                    <a:cubicBezTo>
                      <a:pt x="0" y="217170"/>
                      <a:pt x="0" y="189230"/>
                      <a:pt x="6350" y="152400"/>
                    </a:cubicBezTo>
                    <a:cubicBezTo>
                      <a:pt x="12700" y="113030"/>
                      <a:pt x="22860" y="57150"/>
                      <a:pt x="44450" y="31750"/>
                    </a:cubicBezTo>
                    <a:cubicBezTo>
                      <a:pt x="62230" y="12700"/>
                      <a:pt x="90170" y="0"/>
                      <a:pt x="116840" y="0"/>
                    </a:cubicBezTo>
                    <a:cubicBezTo>
                      <a:pt x="153670" y="1270"/>
                      <a:pt x="195580" y="43180"/>
                      <a:pt x="243840" y="63500"/>
                    </a:cubicBezTo>
                    <a:cubicBezTo>
                      <a:pt x="306070" y="88900"/>
                      <a:pt x="425450" y="104140"/>
                      <a:pt x="461010" y="134620"/>
                    </a:cubicBezTo>
                    <a:cubicBezTo>
                      <a:pt x="477520" y="149860"/>
                      <a:pt x="482600" y="166370"/>
                      <a:pt x="483870" y="184150"/>
                    </a:cubicBezTo>
                    <a:cubicBezTo>
                      <a:pt x="485140" y="200660"/>
                      <a:pt x="477520" y="223520"/>
                      <a:pt x="468630" y="236220"/>
                    </a:cubicBezTo>
                    <a:cubicBezTo>
                      <a:pt x="462280" y="247650"/>
                      <a:pt x="452120" y="255270"/>
                      <a:pt x="440690" y="260350"/>
                    </a:cubicBezTo>
                    <a:cubicBezTo>
                      <a:pt x="425450" y="266700"/>
                      <a:pt x="386080" y="264160"/>
                      <a:pt x="386080" y="264160"/>
                    </a:cubicBezTo>
                  </a:path>
                </a:pathLst>
              </a:custGeom>
              <a:solidFill>
                <a:srgbClr val="FFFFFF"/>
              </a:solidFill>
              <a:ln cap="sq">
                <a:noFill/>
                <a:prstDash val="solid"/>
                <a:miter/>
              </a:ln>
            </p:spPr>
          </p:sp>
        </p:grpSp>
        <p:grpSp>
          <p:nvGrpSpPr>
            <p:cNvPr id="25" name="Group 25"/>
            <p:cNvGrpSpPr/>
            <p:nvPr/>
          </p:nvGrpSpPr>
          <p:grpSpPr>
            <a:xfrm>
              <a:off x="5703678" y="4299445"/>
              <a:ext cx="4756471" cy="2948650"/>
              <a:chOff x="0" y="0"/>
              <a:chExt cx="4003040" cy="2481580"/>
            </a:xfrm>
          </p:grpSpPr>
          <p:sp>
            <p:nvSpPr>
              <p:cNvPr id="26" name="Freeform 26"/>
              <p:cNvSpPr/>
              <p:nvPr/>
            </p:nvSpPr>
            <p:spPr>
              <a:xfrm>
                <a:off x="46990" y="22860"/>
                <a:ext cx="3906520" cy="2407920"/>
              </a:xfrm>
              <a:custGeom>
                <a:avLst/>
                <a:gdLst/>
                <a:ahLst/>
                <a:cxnLst/>
                <a:rect l="l" t="t" r="r" b="b"/>
                <a:pathLst>
                  <a:path w="3906520" h="2407920">
                    <a:moveTo>
                      <a:pt x="31750" y="2274570"/>
                    </a:moveTo>
                    <a:cubicBezTo>
                      <a:pt x="474980" y="1957070"/>
                      <a:pt x="600710" y="1840230"/>
                      <a:pt x="650240" y="1774190"/>
                    </a:cubicBezTo>
                    <a:cubicBezTo>
                      <a:pt x="675640" y="1742440"/>
                      <a:pt x="670560" y="1723390"/>
                      <a:pt x="693420" y="1694180"/>
                    </a:cubicBezTo>
                    <a:cubicBezTo>
                      <a:pt x="731520" y="1648460"/>
                      <a:pt x="795020" y="1600200"/>
                      <a:pt x="872490" y="1543050"/>
                    </a:cubicBezTo>
                    <a:cubicBezTo>
                      <a:pt x="999490" y="1450340"/>
                      <a:pt x="1248410" y="1299210"/>
                      <a:pt x="1398270" y="1214120"/>
                    </a:cubicBezTo>
                    <a:cubicBezTo>
                      <a:pt x="1506220" y="1153160"/>
                      <a:pt x="1579880" y="1139190"/>
                      <a:pt x="1684020" y="1069340"/>
                    </a:cubicBezTo>
                    <a:cubicBezTo>
                      <a:pt x="1830070" y="971550"/>
                      <a:pt x="2049780" y="748030"/>
                      <a:pt x="2172970" y="650240"/>
                    </a:cubicBezTo>
                    <a:cubicBezTo>
                      <a:pt x="2244090" y="594360"/>
                      <a:pt x="2301240" y="565150"/>
                      <a:pt x="2346960" y="525780"/>
                    </a:cubicBezTo>
                    <a:cubicBezTo>
                      <a:pt x="2379980" y="496570"/>
                      <a:pt x="2395220" y="469900"/>
                      <a:pt x="2428240" y="440690"/>
                    </a:cubicBezTo>
                    <a:cubicBezTo>
                      <a:pt x="2467610" y="405130"/>
                      <a:pt x="2513330" y="372110"/>
                      <a:pt x="2571750" y="330200"/>
                    </a:cubicBezTo>
                    <a:cubicBezTo>
                      <a:pt x="2655570" y="270510"/>
                      <a:pt x="2811780" y="165100"/>
                      <a:pt x="2886710" y="125730"/>
                    </a:cubicBezTo>
                    <a:cubicBezTo>
                      <a:pt x="2924810" y="105410"/>
                      <a:pt x="2951480" y="102870"/>
                      <a:pt x="2979420" y="87630"/>
                    </a:cubicBezTo>
                    <a:cubicBezTo>
                      <a:pt x="3004820" y="73660"/>
                      <a:pt x="3011170" y="50800"/>
                      <a:pt x="3050540" y="38100"/>
                    </a:cubicBezTo>
                    <a:cubicBezTo>
                      <a:pt x="3167380" y="0"/>
                      <a:pt x="3717290" y="11430"/>
                      <a:pt x="3821430" y="27940"/>
                    </a:cubicBezTo>
                    <a:cubicBezTo>
                      <a:pt x="3848100" y="31750"/>
                      <a:pt x="3858260" y="34290"/>
                      <a:pt x="3872230" y="44450"/>
                    </a:cubicBezTo>
                    <a:cubicBezTo>
                      <a:pt x="3884930" y="54610"/>
                      <a:pt x="3898900" y="71120"/>
                      <a:pt x="3901440" y="88900"/>
                    </a:cubicBezTo>
                    <a:cubicBezTo>
                      <a:pt x="3906520" y="110490"/>
                      <a:pt x="3897630" y="147320"/>
                      <a:pt x="3884930" y="165100"/>
                    </a:cubicBezTo>
                    <a:cubicBezTo>
                      <a:pt x="3874770" y="180340"/>
                      <a:pt x="3855720" y="189230"/>
                      <a:pt x="3839210" y="193040"/>
                    </a:cubicBezTo>
                    <a:cubicBezTo>
                      <a:pt x="3822700" y="196850"/>
                      <a:pt x="3801110" y="196850"/>
                      <a:pt x="3785870" y="187960"/>
                    </a:cubicBezTo>
                    <a:cubicBezTo>
                      <a:pt x="3766820" y="176530"/>
                      <a:pt x="3743960" y="146050"/>
                      <a:pt x="3738880" y="124460"/>
                    </a:cubicBezTo>
                    <a:cubicBezTo>
                      <a:pt x="3733800" y="107950"/>
                      <a:pt x="3738880" y="86360"/>
                      <a:pt x="3746500" y="72390"/>
                    </a:cubicBezTo>
                    <a:cubicBezTo>
                      <a:pt x="3755390" y="57150"/>
                      <a:pt x="3769360" y="41910"/>
                      <a:pt x="3785870" y="35560"/>
                    </a:cubicBezTo>
                    <a:cubicBezTo>
                      <a:pt x="3806190" y="27940"/>
                      <a:pt x="3844290" y="27940"/>
                      <a:pt x="3864610" y="39370"/>
                    </a:cubicBezTo>
                    <a:cubicBezTo>
                      <a:pt x="3883660" y="50800"/>
                      <a:pt x="3903980" y="83820"/>
                      <a:pt x="3905250" y="106680"/>
                    </a:cubicBezTo>
                    <a:cubicBezTo>
                      <a:pt x="3906520" y="129540"/>
                      <a:pt x="3887470" y="163830"/>
                      <a:pt x="3872230" y="177800"/>
                    </a:cubicBezTo>
                    <a:cubicBezTo>
                      <a:pt x="3858260" y="190500"/>
                      <a:pt x="3844290" y="191770"/>
                      <a:pt x="3821430" y="195580"/>
                    </a:cubicBezTo>
                    <a:cubicBezTo>
                      <a:pt x="3770630" y="203200"/>
                      <a:pt x="3667760" y="195580"/>
                      <a:pt x="3576320" y="196850"/>
                    </a:cubicBezTo>
                    <a:cubicBezTo>
                      <a:pt x="3459480" y="196850"/>
                      <a:pt x="3261360" y="204470"/>
                      <a:pt x="3178810" y="195580"/>
                    </a:cubicBezTo>
                    <a:cubicBezTo>
                      <a:pt x="3140710" y="191770"/>
                      <a:pt x="3121660" y="171450"/>
                      <a:pt x="3096260" y="179070"/>
                    </a:cubicBezTo>
                    <a:cubicBezTo>
                      <a:pt x="3068320" y="185420"/>
                      <a:pt x="3048000" y="227330"/>
                      <a:pt x="3022600" y="242570"/>
                    </a:cubicBezTo>
                    <a:cubicBezTo>
                      <a:pt x="2998470" y="257810"/>
                      <a:pt x="2976880" y="257810"/>
                      <a:pt x="2948940" y="273050"/>
                    </a:cubicBezTo>
                    <a:cubicBezTo>
                      <a:pt x="2904490" y="298450"/>
                      <a:pt x="2840990" y="365760"/>
                      <a:pt x="2792730" y="392430"/>
                    </a:cubicBezTo>
                    <a:cubicBezTo>
                      <a:pt x="2755900" y="412750"/>
                      <a:pt x="2727960" y="411480"/>
                      <a:pt x="2689860" y="433070"/>
                    </a:cubicBezTo>
                    <a:cubicBezTo>
                      <a:pt x="2633980" y="463550"/>
                      <a:pt x="2542540" y="534670"/>
                      <a:pt x="2499360" y="575310"/>
                    </a:cubicBezTo>
                    <a:cubicBezTo>
                      <a:pt x="2473960" y="599440"/>
                      <a:pt x="2470150" y="617220"/>
                      <a:pt x="2446020" y="641350"/>
                    </a:cubicBezTo>
                    <a:cubicBezTo>
                      <a:pt x="2406650" y="678180"/>
                      <a:pt x="2348230" y="706120"/>
                      <a:pt x="2278380" y="760730"/>
                    </a:cubicBezTo>
                    <a:cubicBezTo>
                      <a:pt x="2150110" y="861060"/>
                      <a:pt x="1907540" y="1106170"/>
                      <a:pt x="1755140" y="1207770"/>
                    </a:cubicBezTo>
                    <a:cubicBezTo>
                      <a:pt x="1652270" y="1275080"/>
                      <a:pt x="1584960" y="1285240"/>
                      <a:pt x="1474470" y="1347470"/>
                    </a:cubicBezTo>
                    <a:cubicBezTo>
                      <a:pt x="1305560" y="1443990"/>
                      <a:pt x="967740" y="1634490"/>
                      <a:pt x="848360" y="1743710"/>
                    </a:cubicBezTo>
                    <a:cubicBezTo>
                      <a:pt x="791210" y="1797050"/>
                      <a:pt x="781050" y="1841500"/>
                      <a:pt x="740410" y="1887220"/>
                    </a:cubicBezTo>
                    <a:cubicBezTo>
                      <a:pt x="695960" y="1936750"/>
                      <a:pt x="655320" y="1972310"/>
                      <a:pt x="589280" y="2028190"/>
                    </a:cubicBezTo>
                    <a:cubicBezTo>
                      <a:pt x="476250" y="2124710"/>
                      <a:pt x="196850" y="2354580"/>
                      <a:pt x="116840" y="2393950"/>
                    </a:cubicBezTo>
                    <a:cubicBezTo>
                      <a:pt x="93980" y="2405380"/>
                      <a:pt x="83820" y="2407920"/>
                      <a:pt x="67310" y="2406650"/>
                    </a:cubicBezTo>
                    <a:cubicBezTo>
                      <a:pt x="50800" y="2405380"/>
                      <a:pt x="31750" y="2396490"/>
                      <a:pt x="20320" y="2383790"/>
                    </a:cubicBezTo>
                    <a:cubicBezTo>
                      <a:pt x="8890" y="2368550"/>
                      <a:pt x="0" y="2336800"/>
                      <a:pt x="3810" y="2317750"/>
                    </a:cubicBezTo>
                    <a:cubicBezTo>
                      <a:pt x="6350" y="2301240"/>
                      <a:pt x="31750" y="2274570"/>
                      <a:pt x="31750" y="2274570"/>
                    </a:cubicBezTo>
                  </a:path>
                </a:pathLst>
              </a:custGeom>
              <a:solidFill>
                <a:srgbClr val="FFFFFF"/>
              </a:solidFill>
              <a:ln cap="sq">
                <a:noFill/>
                <a:prstDash val="solid"/>
                <a:miter/>
              </a:ln>
            </p:spPr>
          </p:sp>
        </p:grpSp>
        <p:grpSp>
          <p:nvGrpSpPr>
            <p:cNvPr id="27" name="Group 27"/>
            <p:cNvGrpSpPr/>
            <p:nvPr/>
          </p:nvGrpSpPr>
          <p:grpSpPr>
            <a:xfrm>
              <a:off x="7519044" y="11129327"/>
              <a:ext cx="3796726" cy="1940616"/>
              <a:chOff x="0" y="0"/>
              <a:chExt cx="3195320" cy="1633220"/>
            </a:xfrm>
          </p:grpSpPr>
          <p:sp>
            <p:nvSpPr>
              <p:cNvPr id="28" name="Freeform 28"/>
              <p:cNvSpPr/>
              <p:nvPr/>
            </p:nvSpPr>
            <p:spPr>
              <a:xfrm>
                <a:off x="49530" y="45720"/>
                <a:ext cx="3112770" cy="1553210"/>
              </a:xfrm>
              <a:custGeom>
                <a:avLst/>
                <a:gdLst/>
                <a:ahLst/>
                <a:cxnLst/>
                <a:rect l="l" t="t" r="r" b="b"/>
                <a:pathLst>
                  <a:path w="3112770" h="1553210">
                    <a:moveTo>
                      <a:pt x="170180" y="824230"/>
                    </a:moveTo>
                    <a:cubicBezTo>
                      <a:pt x="166370" y="955040"/>
                      <a:pt x="256540" y="1089660"/>
                      <a:pt x="321310" y="1145540"/>
                    </a:cubicBezTo>
                    <a:cubicBezTo>
                      <a:pt x="373380" y="1189990"/>
                      <a:pt x="452120" y="1198880"/>
                      <a:pt x="492760" y="1225550"/>
                    </a:cubicBezTo>
                    <a:cubicBezTo>
                      <a:pt x="519430" y="1242060"/>
                      <a:pt x="520700" y="1259840"/>
                      <a:pt x="551180" y="1276350"/>
                    </a:cubicBezTo>
                    <a:cubicBezTo>
                      <a:pt x="617220" y="1309370"/>
                      <a:pt x="810260" y="1343660"/>
                      <a:pt x="902970" y="1360170"/>
                    </a:cubicBezTo>
                    <a:cubicBezTo>
                      <a:pt x="962660" y="1370330"/>
                      <a:pt x="985520" y="1372870"/>
                      <a:pt x="1054100" y="1376680"/>
                    </a:cubicBezTo>
                    <a:cubicBezTo>
                      <a:pt x="1200150" y="1385570"/>
                      <a:pt x="1597660" y="1394460"/>
                      <a:pt x="1743710" y="1380490"/>
                    </a:cubicBezTo>
                    <a:cubicBezTo>
                      <a:pt x="1813560" y="1372870"/>
                      <a:pt x="1841500" y="1365250"/>
                      <a:pt x="1894840" y="1348740"/>
                    </a:cubicBezTo>
                    <a:cubicBezTo>
                      <a:pt x="1960880" y="1328420"/>
                      <a:pt x="2042160" y="1292860"/>
                      <a:pt x="2109470" y="1257300"/>
                    </a:cubicBezTo>
                    <a:cubicBezTo>
                      <a:pt x="2172970" y="1224280"/>
                      <a:pt x="2230120" y="1177290"/>
                      <a:pt x="2288540" y="1145540"/>
                    </a:cubicBezTo>
                    <a:cubicBezTo>
                      <a:pt x="2340610" y="1117600"/>
                      <a:pt x="2386330" y="1109980"/>
                      <a:pt x="2438400" y="1073150"/>
                    </a:cubicBezTo>
                    <a:cubicBezTo>
                      <a:pt x="2513330" y="1019810"/>
                      <a:pt x="2616200" y="911860"/>
                      <a:pt x="2679700" y="834390"/>
                    </a:cubicBezTo>
                    <a:cubicBezTo>
                      <a:pt x="2729230" y="772160"/>
                      <a:pt x="2762250" y="721360"/>
                      <a:pt x="2796540" y="652780"/>
                    </a:cubicBezTo>
                    <a:cubicBezTo>
                      <a:pt x="2838450" y="571500"/>
                      <a:pt x="2882900" y="448310"/>
                      <a:pt x="2903220" y="378460"/>
                    </a:cubicBezTo>
                    <a:cubicBezTo>
                      <a:pt x="2915920" y="336550"/>
                      <a:pt x="2921000" y="314960"/>
                      <a:pt x="2926080" y="274320"/>
                    </a:cubicBezTo>
                    <a:cubicBezTo>
                      <a:pt x="2932430" y="220980"/>
                      <a:pt x="2924810" y="127000"/>
                      <a:pt x="2932430" y="85090"/>
                    </a:cubicBezTo>
                    <a:cubicBezTo>
                      <a:pt x="2937510" y="62230"/>
                      <a:pt x="2940050" y="48260"/>
                      <a:pt x="2950210" y="34290"/>
                    </a:cubicBezTo>
                    <a:cubicBezTo>
                      <a:pt x="2960370" y="21590"/>
                      <a:pt x="2976880" y="10160"/>
                      <a:pt x="2993390" y="5080"/>
                    </a:cubicBezTo>
                    <a:cubicBezTo>
                      <a:pt x="3009900" y="1270"/>
                      <a:pt x="3030220" y="1270"/>
                      <a:pt x="3045460" y="8890"/>
                    </a:cubicBezTo>
                    <a:cubicBezTo>
                      <a:pt x="3064510" y="17780"/>
                      <a:pt x="3088640" y="46990"/>
                      <a:pt x="3094990" y="67310"/>
                    </a:cubicBezTo>
                    <a:cubicBezTo>
                      <a:pt x="3100070" y="83820"/>
                      <a:pt x="3098800" y="104140"/>
                      <a:pt x="3089910" y="119380"/>
                    </a:cubicBezTo>
                    <a:cubicBezTo>
                      <a:pt x="3078480" y="138430"/>
                      <a:pt x="3050540" y="162560"/>
                      <a:pt x="3027680" y="166370"/>
                    </a:cubicBezTo>
                    <a:cubicBezTo>
                      <a:pt x="3006090" y="168910"/>
                      <a:pt x="2970530" y="157480"/>
                      <a:pt x="2955290" y="140970"/>
                    </a:cubicBezTo>
                    <a:cubicBezTo>
                      <a:pt x="2940050" y="124460"/>
                      <a:pt x="2932430" y="87630"/>
                      <a:pt x="2934970" y="67310"/>
                    </a:cubicBezTo>
                    <a:cubicBezTo>
                      <a:pt x="2937510" y="49530"/>
                      <a:pt x="2947670" y="31750"/>
                      <a:pt x="2961640" y="21590"/>
                    </a:cubicBezTo>
                    <a:cubicBezTo>
                      <a:pt x="2979420" y="10160"/>
                      <a:pt x="3014980" y="0"/>
                      <a:pt x="3037840" y="6350"/>
                    </a:cubicBezTo>
                    <a:cubicBezTo>
                      <a:pt x="3059430" y="11430"/>
                      <a:pt x="3082290" y="31750"/>
                      <a:pt x="3092450" y="58420"/>
                    </a:cubicBezTo>
                    <a:cubicBezTo>
                      <a:pt x="3112770" y="105410"/>
                      <a:pt x="3100070" y="201930"/>
                      <a:pt x="3088640" y="278130"/>
                    </a:cubicBezTo>
                    <a:cubicBezTo>
                      <a:pt x="3075940" y="363220"/>
                      <a:pt x="3046730" y="459740"/>
                      <a:pt x="3013710" y="544830"/>
                    </a:cubicBezTo>
                    <a:cubicBezTo>
                      <a:pt x="2980690" y="628650"/>
                      <a:pt x="2927350" y="721360"/>
                      <a:pt x="2893060" y="784860"/>
                    </a:cubicBezTo>
                    <a:cubicBezTo>
                      <a:pt x="2868930" y="826770"/>
                      <a:pt x="2861310" y="849630"/>
                      <a:pt x="2830830" y="887730"/>
                    </a:cubicBezTo>
                    <a:cubicBezTo>
                      <a:pt x="2783840" y="949960"/>
                      <a:pt x="2686050" y="1049020"/>
                      <a:pt x="2621280" y="1108710"/>
                    </a:cubicBezTo>
                    <a:cubicBezTo>
                      <a:pt x="2570480" y="1154430"/>
                      <a:pt x="2537460" y="1181100"/>
                      <a:pt x="2479040" y="1220470"/>
                    </a:cubicBezTo>
                    <a:cubicBezTo>
                      <a:pt x="2395220" y="1276350"/>
                      <a:pt x="2260600" y="1351280"/>
                      <a:pt x="2161540" y="1399540"/>
                    </a:cubicBezTo>
                    <a:cubicBezTo>
                      <a:pt x="2077720" y="1440180"/>
                      <a:pt x="1998980" y="1475740"/>
                      <a:pt x="1925320" y="1498600"/>
                    </a:cubicBezTo>
                    <a:cubicBezTo>
                      <a:pt x="1861820" y="1517650"/>
                      <a:pt x="1827530" y="1529080"/>
                      <a:pt x="1744980" y="1536700"/>
                    </a:cubicBezTo>
                    <a:cubicBezTo>
                      <a:pt x="1574800" y="1553210"/>
                      <a:pt x="1169670" y="1553210"/>
                      <a:pt x="943610" y="1526540"/>
                    </a:cubicBezTo>
                    <a:cubicBezTo>
                      <a:pt x="775970" y="1506220"/>
                      <a:pt x="607060" y="1461770"/>
                      <a:pt x="510540" y="1426210"/>
                    </a:cubicBezTo>
                    <a:cubicBezTo>
                      <a:pt x="457200" y="1405890"/>
                      <a:pt x="438150" y="1391920"/>
                      <a:pt x="393700" y="1363980"/>
                    </a:cubicBezTo>
                    <a:cubicBezTo>
                      <a:pt x="328930" y="1323340"/>
                      <a:pt x="214630" y="1238250"/>
                      <a:pt x="166370" y="1196340"/>
                    </a:cubicBezTo>
                    <a:cubicBezTo>
                      <a:pt x="140970" y="1174750"/>
                      <a:pt x="129540" y="1163320"/>
                      <a:pt x="113030" y="1141730"/>
                    </a:cubicBezTo>
                    <a:cubicBezTo>
                      <a:pt x="93980" y="1117600"/>
                      <a:pt x="77470" y="1084580"/>
                      <a:pt x="60960" y="1054100"/>
                    </a:cubicBezTo>
                    <a:cubicBezTo>
                      <a:pt x="43180" y="1022350"/>
                      <a:pt x="19050" y="985520"/>
                      <a:pt x="8890" y="952500"/>
                    </a:cubicBezTo>
                    <a:cubicBezTo>
                      <a:pt x="1270" y="923290"/>
                      <a:pt x="0" y="895350"/>
                      <a:pt x="1270" y="867410"/>
                    </a:cubicBezTo>
                    <a:cubicBezTo>
                      <a:pt x="3810" y="836930"/>
                      <a:pt x="8890" y="798830"/>
                      <a:pt x="21590" y="775970"/>
                    </a:cubicBezTo>
                    <a:cubicBezTo>
                      <a:pt x="31750" y="758190"/>
                      <a:pt x="45720" y="744220"/>
                      <a:pt x="62230" y="736600"/>
                    </a:cubicBezTo>
                    <a:cubicBezTo>
                      <a:pt x="77470" y="730250"/>
                      <a:pt x="101600" y="728980"/>
                      <a:pt x="118110" y="734060"/>
                    </a:cubicBezTo>
                    <a:cubicBezTo>
                      <a:pt x="133350" y="740410"/>
                      <a:pt x="152400" y="754380"/>
                      <a:pt x="161290" y="769620"/>
                    </a:cubicBezTo>
                    <a:cubicBezTo>
                      <a:pt x="168910" y="784860"/>
                      <a:pt x="170180" y="824230"/>
                      <a:pt x="170180" y="824230"/>
                    </a:cubicBezTo>
                  </a:path>
                </a:pathLst>
              </a:custGeom>
              <a:solidFill>
                <a:srgbClr val="FFFFFF"/>
              </a:solidFill>
              <a:ln cap="sq">
                <a:noFill/>
                <a:prstDash val="solid"/>
                <a:miter/>
              </a:ln>
            </p:spPr>
          </p:sp>
        </p:grpSp>
        <p:grpSp>
          <p:nvGrpSpPr>
            <p:cNvPr id="29" name="Group 29"/>
            <p:cNvGrpSpPr/>
            <p:nvPr/>
          </p:nvGrpSpPr>
          <p:grpSpPr>
            <a:xfrm>
              <a:off x="8546695" y="11671070"/>
              <a:ext cx="1587502" cy="781679"/>
              <a:chOff x="0" y="0"/>
              <a:chExt cx="1336040" cy="657860"/>
            </a:xfrm>
          </p:grpSpPr>
          <p:sp>
            <p:nvSpPr>
              <p:cNvPr id="30" name="Freeform 30"/>
              <p:cNvSpPr/>
              <p:nvPr/>
            </p:nvSpPr>
            <p:spPr>
              <a:xfrm>
                <a:off x="48260" y="44450"/>
                <a:ext cx="1240790" cy="570230"/>
              </a:xfrm>
              <a:custGeom>
                <a:avLst/>
                <a:gdLst/>
                <a:ahLst/>
                <a:cxnLst/>
                <a:rect l="l" t="t" r="r" b="b"/>
                <a:pathLst>
                  <a:path w="1240790" h="570230">
                    <a:moveTo>
                      <a:pt x="180340" y="95250"/>
                    </a:moveTo>
                    <a:cubicBezTo>
                      <a:pt x="165100" y="281940"/>
                      <a:pt x="184150" y="304800"/>
                      <a:pt x="205740" y="320040"/>
                    </a:cubicBezTo>
                    <a:cubicBezTo>
                      <a:pt x="229870" y="336550"/>
                      <a:pt x="267970" y="331470"/>
                      <a:pt x="300990" y="342900"/>
                    </a:cubicBezTo>
                    <a:cubicBezTo>
                      <a:pt x="337820" y="354330"/>
                      <a:pt x="377190" y="384810"/>
                      <a:pt x="415290" y="393700"/>
                    </a:cubicBezTo>
                    <a:cubicBezTo>
                      <a:pt x="450850" y="401320"/>
                      <a:pt x="476250" y="396240"/>
                      <a:pt x="519430" y="397510"/>
                    </a:cubicBezTo>
                    <a:cubicBezTo>
                      <a:pt x="589280" y="398780"/>
                      <a:pt x="717550" y="419100"/>
                      <a:pt x="793750" y="397510"/>
                    </a:cubicBezTo>
                    <a:cubicBezTo>
                      <a:pt x="857250" y="379730"/>
                      <a:pt x="915670" y="337820"/>
                      <a:pt x="955040" y="299720"/>
                    </a:cubicBezTo>
                    <a:cubicBezTo>
                      <a:pt x="985520" y="270510"/>
                      <a:pt x="995680" y="229870"/>
                      <a:pt x="1018540" y="200660"/>
                    </a:cubicBezTo>
                    <a:cubicBezTo>
                      <a:pt x="1038860" y="173990"/>
                      <a:pt x="1079500" y="152400"/>
                      <a:pt x="1083310" y="130810"/>
                    </a:cubicBezTo>
                    <a:cubicBezTo>
                      <a:pt x="1085850" y="118110"/>
                      <a:pt x="1069340" y="105410"/>
                      <a:pt x="1068070" y="95250"/>
                    </a:cubicBezTo>
                    <a:cubicBezTo>
                      <a:pt x="1068070" y="85090"/>
                      <a:pt x="1070610" y="77470"/>
                      <a:pt x="1075690" y="68580"/>
                    </a:cubicBezTo>
                    <a:cubicBezTo>
                      <a:pt x="1083310" y="55880"/>
                      <a:pt x="1098550" y="36830"/>
                      <a:pt x="1113790" y="29210"/>
                    </a:cubicBezTo>
                    <a:cubicBezTo>
                      <a:pt x="1129030" y="21590"/>
                      <a:pt x="1150620" y="17780"/>
                      <a:pt x="1167130" y="21590"/>
                    </a:cubicBezTo>
                    <a:cubicBezTo>
                      <a:pt x="1183640" y="24130"/>
                      <a:pt x="1203960" y="33020"/>
                      <a:pt x="1214120" y="46990"/>
                    </a:cubicBezTo>
                    <a:cubicBezTo>
                      <a:pt x="1228090" y="64770"/>
                      <a:pt x="1240790" y="101600"/>
                      <a:pt x="1234440" y="123190"/>
                    </a:cubicBezTo>
                    <a:cubicBezTo>
                      <a:pt x="1229360" y="146050"/>
                      <a:pt x="1202690" y="173990"/>
                      <a:pt x="1182370" y="184150"/>
                    </a:cubicBezTo>
                    <a:cubicBezTo>
                      <a:pt x="1167130" y="191770"/>
                      <a:pt x="1145540" y="193040"/>
                      <a:pt x="1129030" y="186690"/>
                    </a:cubicBezTo>
                    <a:cubicBezTo>
                      <a:pt x="1108710" y="177800"/>
                      <a:pt x="1079500" y="153670"/>
                      <a:pt x="1071880" y="130810"/>
                    </a:cubicBezTo>
                    <a:cubicBezTo>
                      <a:pt x="1064260" y="109220"/>
                      <a:pt x="1070610" y="71120"/>
                      <a:pt x="1085850" y="53340"/>
                    </a:cubicBezTo>
                    <a:cubicBezTo>
                      <a:pt x="1099820" y="34290"/>
                      <a:pt x="1134110" y="19050"/>
                      <a:pt x="1158240" y="20320"/>
                    </a:cubicBezTo>
                    <a:cubicBezTo>
                      <a:pt x="1181100" y="21590"/>
                      <a:pt x="1212850" y="43180"/>
                      <a:pt x="1225550" y="62230"/>
                    </a:cubicBezTo>
                    <a:cubicBezTo>
                      <a:pt x="1235710" y="76200"/>
                      <a:pt x="1238250" y="93980"/>
                      <a:pt x="1236980" y="114300"/>
                    </a:cubicBezTo>
                    <a:cubicBezTo>
                      <a:pt x="1234440" y="147320"/>
                      <a:pt x="1212850" y="196850"/>
                      <a:pt x="1189990" y="238760"/>
                    </a:cubicBezTo>
                    <a:cubicBezTo>
                      <a:pt x="1163320" y="289560"/>
                      <a:pt x="1129030" y="349250"/>
                      <a:pt x="1080770" y="397510"/>
                    </a:cubicBezTo>
                    <a:cubicBezTo>
                      <a:pt x="1027430" y="452120"/>
                      <a:pt x="928370" y="514350"/>
                      <a:pt x="875030" y="539750"/>
                    </a:cubicBezTo>
                    <a:cubicBezTo>
                      <a:pt x="844550" y="553720"/>
                      <a:pt x="833120" y="556260"/>
                      <a:pt x="800100" y="561340"/>
                    </a:cubicBezTo>
                    <a:cubicBezTo>
                      <a:pt x="735330" y="570230"/>
                      <a:pt x="586740" y="561340"/>
                      <a:pt x="514350" y="558800"/>
                    </a:cubicBezTo>
                    <a:cubicBezTo>
                      <a:pt x="468630" y="557530"/>
                      <a:pt x="445770" y="558800"/>
                      <a:pt x="403860" y="551180"/>
                    </a:cubicBezTo>
                    <a:cubicBezTo>
                      <a:pt x="344170" y="538480"/>
                      <a:pt x="251460" y="504190"/>
                      <a:pt x="195580" y="481330"/>
                    </a:cubicBezTo>
                    <a:cubicBezTo>
                      <a:pt x="156210" y="466090"/>
                      <a:pt x="125730" y="458470"/>
                      <a:pt x="97790" y="436880"/>
                    </a:cubicBezTo>
                    <a:cubicBezTo>
                      <a:pt x="69850" y="416560"/>
                      <a:pt x="43180" y="384810"/>
                      <a:pt x="26670" y="353060"/>
                    </a:cubicBezTo>
                    <a:cubicBezTo>
                      <a:pt x="11430" y="321310"/>
                      <a:pt x="3810" y="288290"/>
                      <a:pt x="2540" y="246380"/>
                    </a:cubicBezTo>
                    <a:cubicBezTo>
                      <a:pt x="0" y="190500"/>
                      <a:pt x="12700" y="85090"/>
                      <a:pt x="33020" y="46990"/>
                    </a:cubicBezTo>
                    <a:cubicBezTo>
                      <a:pt x="43180" y="26670"/>
                      <a:pt x="57150" y="15240"/>
                      <a:pt x="72390" y="8890"/>
                    </a:cubicBezTo>
                    <a:cubicBezTo>
                      <a:pt x="88900" y="1270"/>
                      <a:pt x="111760" y="0"/>
                      <a:pt x="128270" y="6350"/>
                    </a:cubicBezTo>
                    <a:cubicBezTo>
                      <a:pt x="144780" y="11430"/>
                      <a:pt x="162560" y="25400"/>
                      <a:pt x="170180" y="40640"/>
                    </a:cubicBezTo>
                    <a:cubicBezTo>
                      <a:pt x="179070" y="55880"/>
                      <a:pt x="180340" y="95250"/>
                      <a:pt x="180340" y="95250"/>
                    </a:cubicBezTo>
                  </a:path>
                </a:pathLst>
              </a:custGeom>
              <a:solidFill>
                <a:srgbClr val="FFFFFF"/>
              </a:solidFill>
              <a:ln cap="sq">
                <a:noFill/>
                <a:prstDash val="solid"/>
                <a:miter/>
              </a:ln>
            </p:spPr>
          </p:sp>
        </p:grpSp>
        <p:grpSp>
          <p:nvGrpSpPr>
            <p:cNvPr id="31" name="Group 31"/>
            <p:cNvGrpSpPr/>
            <p:nvPr/>
          </p:nvGrpSpPr>
          <p:grpSpPr>
            <a:xfrm>
              <a:off x="751032" y="8459848"/>
              <a:ext cx="5372157" cy="5698108"/>
              <a:chOff x="0" y="0"/>
              <a:chExt cx="4521200" cy="4795520"/>
            </a:xfrm>
          </p:grpSpPr>
          <p:sp>
            <p:nvSpPr>
              <p:cNvPr id="32" name="Freeform 32"/>
              <p:cNvSpPr/>
              <p:nvPr/>
            </p:nvSpPr>
            <p:spPr>
              <a:xfrm>
                <a:off x="48260" y="48260"/>
                <a:ext cx="4427220" cy="4696460"/>
              </a:xfrm>
              <a:custGeom>
                <a:avLst/>
                <a:gdLst/>
                <a:ahLst/>
                <a:cxnLst/>
                <a:rect l="l" t="t" r="r" b="b"/>
                <a:pathLst>
                  <a:path w="4427220" h="4696460">
                    <a:moveTo>
                      <a:pt x="26670" y="4566920"/>
                    </a:moveTo>
                    <a:cubicBezTo>
                      <a:pt x="325120" y="4314190"/>
                      <a:pt x="474980" y="4150360"/>
                      <a:pt x="548640" y="4089400"/>
                    </a:cubicBezTo>
                    <a:cubicBezTo>
                      <a:pt x="584200" y="4060190"/>
                      <a:pt x="599440" y="4057650"/>
                      <a:pt x="632460" y="4032250"/>
                    </a:cubicBezTo>
                    <a:cubicBezTo>
                      <a:pt x="684530" y="3989070"/>
                      <a:pt x="767080" y="3911600"/>
                      <a:pt x="829310" y="3848100"/>
                    </a:cubicBezTo>
                    <a:cubicBezTo>
                      <a:pt x="889000" y="3787140"/>
                      <a:pt x="932180" y="3726180"/>
                      <a:pt x="995680" y="3660140"/>
                    </a:cubicBezTo>
                    <a:cubicBezTo>
                      <a:pt x="1071880" y="3580130"/>
                      <a:pt x="1184910" y="3487420"/>
                      <a:pt x="1259840" y="3406140"/>
                    </a:cubicBezTo>
                    <a:cubicBezTo>
                      <a:pt x="1324610" y="3336290"/>
                      <a:pt x="1366520" y="3266440"/>
                      <a:pt x="1426210" y="3206750"/>
                    </a:cubicBezTo>
                    <a:cubicBezTo>
                      <a:pt x="1482090" y="3149600"/>
                      <a:pt x="1550670" y="3111500"/>
                      <a:pt x="1604010" y="3054350"/>
                    </a:cubicBezTo>
                    <a:cubicBezTo>
                      <a:pt x="1658620" y="2995930"/>
                      <a:pt x="1685290" y="2937510"/>
                      <a:pt x="1747520" y="2861310"/>
                    </a:cubicBezTo>
                    <a:cubicBezTo>
                      <a:pt x="1846580" y="2739390"/>
                      <a:pt x="2043430" y="2540000"/>
                      <a:pt x="2152650" y="2406650"/>
                    </a:cubicBezTo>
                    <a:cubicBezTo>
                      <a:pt x="2235200" y="2308860"/>
                      <a:pt x="2302510" y="2200910"/>
                      <a:pt x="2357120" y="2142490"/>
                    </a:cubicBezTo>
                    <a:cubicBezTo>
                      <a:pt x="2386330" y="2110740"/>
                      <a:pt x="2406650" y="2104390"/>
                      <a:pt x="2433320" y="2075180"/>
                    </a:cubicBezTo>
                    <a:cubicBezTo>
                      <a:pt x="2471420" y="2033270"/>
                      <a:pt x="2501900" y="1972310"/>
                      <a:pt x="2552700" y="1910080"/>
                    </a:cubicBezTo>
                    <a:cubicBezTo>
                      <a:pt x="2623820" y="1822450"/>
                      <a:pt x="2730500" y="1706880"/>
                      <a:pt x="2832100" y="1604010"/>
                    </a:cubicBezTo>
                    <a:cubicBezTo>
                      <a:pt x="2942590" y="1489710"/>
                      <a:pt x="3079750" y="1377950"/>
                      <a:pt x="3195320" y="1257300"/>
                    </a:cubicBezTo>
                    <a:cubicBezTo>
                      <a:pt x="3309620" y="1136650"/>
                      <a:pt x="3451860" y="941070"/>
                      <a:pt x="3522980" y="881380"/>
                    </a:cubicBezTo>
                    <a:cubicBezTo>
                      <a:pt x="3552190" y="857250"/>
                      <a:pt x="3563620" y="861060"/>
                      <a:pt x="3591560" y="840740"/>
                    </a:cubicBezTo>
                    <a:cubicBezTo>
                      <a:pt x="3643630" y="800100"/>
                      <a:pt x="3729990" y="715010"/>
                      <a:pt x="3799840" y="640080"/>
                    </a:cubicBezTo>
                    <a:cubicBezTo>
                      <a:pt x="3879850" y="553720"/>
                      <a:pt x="3964940" y="450850"/>
                      <a:pt x="4043680" y="350520"/>
                    </a:cubicBezTo>
                    <a:cubicBezTo>
                      <a:pt x="4124960" y="246380"/>
                      <a:pt x="4226560" y="68580"/>
                      <a:pt x="4279900" y="24130"/>
                    </a:cubicBezTo>
                    <a:cubicBezTo>
                      <a:pt x="4300220" y="8890"/>
                      <a:pt x="4311650" y="3810"/>
                      <a:pt x="4329430" y="2540"/>
                    </a:cubicBezTo>
                    <a:cubicBezTo>
                      <a:pt x="4345940" y="0"/>
                      <a:pt x="4367530" y="5080"/>
                      <a:pt x="4381500" y="13970"/>
                    </a:cubicBezTo>
                    <a:cubicBezTo>
                      <a:pt x="4396740" y="21590"/>
                      <a:pt x="4410710" y="38100"/>
                      <a:pt x="4417060" y="54610"/>
                    </a:cubicBezTo>
                    <a:cubicBezTo>
                      <a:pt x="4423410" y="69850"/>
                      <a:pt x="4425950" y="91440"/>
                      <a:pt x="4419600" y="107950"/>
                    </a:cubicBezTo>
                    <a:cubicBezTo>
                      <a:pt x="4411980" y="129540"/>
                      <a:pt x="4387850" y="158750"/>
                      <a:pt x="4366260" y="166370"/>
                    </a:cubicBezTo>
                    <a:cubicBezTo>
                      <a:pt x="4343400" y="173990"/>
                      <a:pt x="4306570" y="165100"/>
                      <a:pt x="4287520" y="153670"/>
                    </a:cubicBezTo>
                    <a:cubicBezTo>
                      <a:pt x="4272280" y="143510"/>
                      <a:pt x="4260850" y="127000"/>
                      <a:pt x="4257040" y="109220"/>
                    </a:cubicBezTo>
                    <a:cubicBezTo>
                      <a:pt x="4253230" y="87630"/>
                      <a:pt x="4260850" y="49530"/>
                      <a:pt x="4273550" y="31750"/>
                    </a:cubicBezTo>
                    <a:cubicBezTo>
                      <a:pt x="4284980" y="16510"/>
                      <a:pt x="4304030" y="7620"/>
                      <a:pt x="4320540" y="3810"/>
                    </a:cubicBezTo>
                    <a:cubicBezTo>
                      <a:pt x="4337050" y="0"/>
                      <a:pt x="4358640" y="2540"/>
                      <a:pt x="4373880" y="8890"/>
                    </a:cubicBezTo>
                    <a:cubicBezTo>
                      <a:pt x="4389120" y="16510"/>
                      <a:pt x="4405630" y="31750"/>
                      <a:pt x="4413250" y="45720"/>
                    </a:cubicBezTo>
                    <a:cubicBezTo>
                      <a:pt x="4420870" y="60960"/>
                      <a:pt x="4427220" y="74930"/>
                      <a:pt x="4422140" y="99060"/>
                    </a:cubicBezTo>
                    <a:cubicBezTo>
                      <a:pt x="4404360" y="173990"/>
                      <a:pt x="4212590" y="393700"/>
                      <a:pt x="4118610" y="510540"/>
                    </a:cubicBezTo>
                    <a:cubicBezTo>
                      <a:pt x="4043680" y="603250"/>
                      <a:pt x="3989070" y="671830"/>
                      <a:pt x="3909060" y="750570"/>
                    </a:cubicBezTo>
                    <a:cubicBezTo>
                      <a:pt x="3816350" y="842010"/>
                      <a:pt x="3690620" y="924560"/>
                      <a:pt x="3589020" y="1023620"/>
                    </a:cubicBezTo>
                    <a:cubicBezTo>
                      <a:pt x="3484880" y="1125220"/>
                      <a:pt x="3402330" y="1240790"/>
                      <a:pt x="3293110" y="1355090"/>
                    </a:cubicBezTo>
                    <a:cubicBezTo>
                      <a:pt x="3166110" y="1487170"/>
                      <a:pt x="2994660" y="1637030"/>
                      <a:pt x="2870200" y="1766570"/>
                    </a:cubicBezTo>
                    <a:cubicBezTo>
                      <a:pt x="2766060" y="1874520"/>
                      <a:pt x="2653030" y="2000250"/>
                      <a:pt x="2593340" y="2077720"/>
                    </a:cubicBezTo>
                    <a:cubicBezTo>
                      <a:pt x="2561590" y="2119630"/>
                      <a:pt x="2553970" y="2146300"/>
                      <a:pt x="2526030" y="2179320"/>
                    </a:cubicBezTo>
                    <a:cubicBezTo>
                      <a:pt x="2494280" y="2217420"/>
                      <a:pt x="2451100" y="2245360"/>
                      <a:pt x="2410460" y="2289810"/>
                    </a:cubicBezTo>
                    <a:cubicBezTo>
                      <a:pt x="2358390" y="2346960"/>
                      <a:pt x="2289810" y="2449830"/>
                      <a:pt x="2244090" y="2500630"/>
                    </a:cubicBezTo>
                    <a:cubicBezTo>
                      <a:pt x="2214880" y="2532380"/>
                      <a:pt x="2199640" y="2538730"/>
                      <a:pt x="2166620" y="2573020"/>
                    </a:cubicBezTo>
                    <a:cubicBezTo>
                      <a:pt x="2095500" y="2646680"/>
                      <a:pt x="1940560" y="2829560"/>
                      <a:pt x="1855470" y="2937510"/>
                    </a:cubicBezTo>
                    <a:cubicBezTo>
                      <a:pt x="1791970" y="3017520"/>
                      <a:pt x="1753870" y="3092450"/>
                      <a:pt x="1696720" y="3154680"/>
                    </a:cubicBezTo>
                    <a:cubicBezTo>
                      <a:pt x="1644650" y="3209290"/>
                      <a:pt x="1586230" y="3239770"/>
                      <a:pt x="1532890" y="3293110"/>
                    </a:cubicBezTo>
                    <a:cubicBezTo>
                      <a:pt x="1471930" y="3354070"/>
                      <a:pt x="1419860" y="3429000"/>
                      <a:pt x="1353820" y="3500120"/>
                    </a:cubicBezTo>
                    <a:cubicBezTo>
                      <a:pt x="1277620" y="3580130"/>
                      <a:pt x="1174750" y="3666490"/>
                      <a:pt x="1099820" y="3746500"/>
                    </a:cubicBezTo>
                    <a:cubicBezTo>
                      <a:pt x="1035050" y="3816350"/>
                      <a:pt x="1009650" y="3865880"/>
                      <a:pt x="927100" y="3952240"/>
                    </a:cubicBezTo>
                    <a:cubicBezTo>
                      <a:pt x="760730" y="4123690"/>
                      <a:pt x="232410" y="4611370"/>
                      <a:pt x="123190" y="4677410"/>
                    </a:cubicBezTo>
                    <a:cubicBezTo>
                      <a:pt x="99060" y="4691380"/>
                      <a:pt x="91440" y="4696460"/>
                      <a:pt x="74930" y="4695190"/>
                    </a:cubicBezTo>
                    <a:cubicBezTo>
                      <a:pt x="55880" y="4693920"/>
                      <a:pt x="26670" y="4678680"/>
                      <a:pt x="15240" y="4663440"/>
                    </a:cubicBezTo>
                    <a:cubicBezTo>
                      <a:pt x="3810" y="4650740"/>
                      <a:pt x="0" y="4629150"/>
                      <a:pt x="2540" y="4612640"/>
                    </a:cubicBezTo>
                    <a:cubicBezTo>
                      <a:pt x="5080" y="4597400"/>
                      <a:pt x="26670" y="4566920"/>
                      <a:pt x="26670" y="4566920"/>
                    </a:cubicBezTo>
                  </a:path>
                </a:pathLst>
              </a:custGeom>
              <a:solidFill>
                <a:srgbClr val="FFFFFF"/>
              </a:solidFill>
              <a:ln cap="sq">
                <a:noFill/>
                <a:prstDash val="solid"/>
                <a:miter/>
              </a:ln>
            </p:spPr>
          </p:sp>
        </p:grpSp>
        <p:grpSp>
          <p:nvGrpSpPr>
            <p:cNvPr id="33" name="Group 33"/>
            <p:cNvGrpSpPr/>
            <p:nvPr/>
          </p:nvGrpSpPr>
          <p:grpSpPr>
            <a:xfrm>
              <a:off x="9695069" y="1636002"/>
              <a:ext cx="2503485" cy="2829436"/>
              <a:chOff x="0" y="0"/>
              <a:chExt cx="2106930" cy="2381250"/>
            </a:xfrm>
          </p:grpSpPr>
          <p:sp>
            <p:nvSpPr>
              <p:cNvPr id="34" name="Freeform 34"/>
              <p:cNvSpPr/>
              <p:nvPr/>
            </p:nvSpPr>
            <p:spPr>
              <a:xfrm>
                <a:off x="48260" y="48260"/>
                <a:ext cx="2010410" cy="2283460"/>
              </a:xfrm>
              <a:custGeom>
                <a:avLst/>
                <a:gdLst/>
                <a:ahLst/>
                <a:cxnLst/>
                <a:rect l="l" t="t" r="r" b="b"/>
                <a:pathLst>
                  <a:path w="2010410" h="2283460">
                    <a:moveTo>
                      <a:pt x="8890" y="2184400"/>
                    </a:moveTo>
                    <a:cubicBezTo>
                      <a:pt x="167640" y="1918970"/>
                      <a:pt x="190500" y="1897380"/>
                      <a:pt x="240030" y="1842770"/>
                    </a:cubicBezTo>
                    <a:cubicBezTo>
                      <a:pt x="336550" y="1734820"/>
                      <a:pt x="556260" y="1512570"/>
                      <a:pt x="688340" y="1365250"/>
                    </a:cubicBezTo>
                    <a:cubicBezTo>
                      <a:pt x="797560" y="1244600"/>
                      <a:pt x="875030" y="1139190"/>
                      <a:pt x="980440" y="1024890"/>
                    </a:cubicBezTo>
                    <a:cubicBezTo>
                      <a:pt x="1092200" y="904240"/>
                      <a:pt x="1240790" y="775970"/>
                      <a:pt x="1342390" y="662940"/>
                    </a:cubicBezTo>
                    <a:cubicBezTo>
                      <a:pt x="1423670" y="571500"/>
                      <a:pt x="1469390" y="497840"/>
                      <a:pt x="1546860" y="403860"/>
                    </a:cubicBezTo>
                    <a:cubicBezTo>
                      <a:pt x="1644650" y="288290"/>
                      <a:pt x="1822450" y="72390"/>
                      <a:pt x="1883410" y="24130"/>
                    </a:cubicBezTo>
                    <a:cubicBezTo>
                      <a:pt x="1901190" y="10160"/>
                      <a:pt x="1910080" y="5080"/>
                      <a:pt x="1924050" y="2540"/>
                    </a:cubicBezTo>
                    <a:cubicBezTo>
                      <a:pt x="1938020" y="0"/>
                      <a:pt x="1957070" y="1270"/>
                      <a:pt x="1969770" y="10160"/>
                    </a:cubicBezTo>
                    <a:cubicBezTo>
                      <a:pt x="1986280" y="20320"/>
                      <a:pt x="2004060" y="48260"/>
                      <a:pt x="2007870" y="66040"/>
                    </a:cubicBezTo>
                    <a:cubicBezTo>
                      <a:pt x="2010410" y="82550"/>
                      <a:pt x="2006600" y="99060"/>
                      <a:pt x="1997710" y="111760"/>
                    </a:cubicBezTo>
                    <a:cubicBezTo>
                      <a:pt x="1986280" y="127000"/>
                      <a:pt x="1958340" y="144780"/>
                      <a:pt x="1939290" y="147320"/>
                    </a:cubicBezTo>
                    <a:cubicBezTo>
                      <a:pt x="1924050" y="148590"/>
                      <a:pt x="1906270" y="144780"/>
                      <a:pt x="1894840" y="134620"/>
                    </a:cubicBezTo>
                    <a:cubicBezTo>
                      <a:pt x="1879600" y="123190"/>
                      <a:pt x="1864360" y="92710"/>
                      <a:pt x="1863090" y="73660"/>
                    </a:cubicBezTo>
                    <a:cubicBezTo>
                      <a:pt x="1861820" y="58420"/>
                      <a:pt x="1869440" y="41910"/>
                      <a:pt x="1878330" y="30480"/>
                    </a:cubicBezTo>
                    <a:cubicBezTo>
                      <a:pt x="1887220" y="19050"/>
                      <a:pt x="1901190" y="7620"/>
                      <a:pt x="1916430" y="3810"/>
                    </a:cubicBezTo>
                    <a:cubicBezTo>
                      <a:pt x="1935480" y="1270"/>
                      <a:pt x="1967230" y="7620"/>
                      <a:pt x="1982470" y="19050"/>
                    </a:cubicBezTo>
                    <a:cubicBezTo>
                      <a:pt x="1995170" y="27940"/>
                      <a:pt x="2004060" y="43180"/>
                      <a:pt x="2006600" y="58420"/>
                    </a:cubicBezTo>
                    <a:cubicBezTo>
                      <a:pt x="2009140" y="77470"/>
                      <a:pt x="2004060" y="96520"/>
                      <a:pt x="1988820" y="124460"/>
                    </a:cubicBezTo>
                    <a:cubicBezTo>
                      <a:pt x="1945640" y="200660"/>
                      <a:pt x="1748790" y="372110"/>
                      <a:pt x="1649730" y="485140"/>
                    </a:cubicBezTo>
                    <a:cubicBezTo>
                      <a:pt x="1568450" y="579120"/>
                      <a:pt x="1520190" y="655320"/>
                      <a:pt x="1432560" y="751840"/>
                    </a:cubicBezTo>
                    <a:cubicBezTo>
                      <a:pt x="1316990" y="881380"/>
                      <a:pt x="1163320" y="1016000"/>
                      <a:pt x="1008380" y="1179830"/>
                    </a:cubicBezTo>
                    <a:cubicBezTo>
                      <a:pt x="807720" y="1391920"/>
                      <a:pt x="454660" y="1785620"/>
                      <a:pt x="335280" y="1924050"/>
                    </a:cubicBezTo>
                    <a:cubicBezTo>
                      <a:pt x="290830" y="1976120"/>
                      <a:pt x="275590" y="1988820"/>
                      <a:pt x="245110" y="2034540"/>
                    </a:cubicBezTo>
                    <a:cubicBezTo>
                      <a:pt x="203200" y="2094230"/>
                      <a:pt x="149860" y="2227580"/>
                      <a:pt x="114300" y="2260600"/>
                    </a:cubicBezTo>
                    <a:cubicBezTo>
                      <a:pt x="99060" y="2274570"/>
                      <a:pt x="87630" y="2279650"/>
                      <a:pt x="72390" y="2280920"/>
                    </a:cubicBezTo>
                    <a:cubicBezTo>
                      <a:pt x="58420" y="2283460"/>
                      <a:pt x="39370" y="2278380"/>
                      <a:pt x="27940" y="2269490"/>
                    </a:cubicBezTo>
                    <a:cubicBezTo>
                      <a:pt x="16510" y="2260600"/>
                      <a:pt x="6350" y="2244090"/>
                      <a:pt x="2540" y="2230120"/>
                    </a:cubicBezTo>
                    <a:cubicBezTo>
                      <a:pt x="0" y="2216150"/>
                      <a:pt x="8890" y="2184400"/>
                      <a:pt x="8890" y="2184400"/>
                    </a:cubicBezTo>
                  </a:path>
                </a:pathLst>
              </a:custGeom>
              <a:solidFill>
                <a:srgbClr val="FFFFFF"/>
              </a:solidFill>
              <a:ln cap="sq">
                <a:noFill/>
                <a:prstDash val="solid"/>
                <a:miter/>
              </a:ln>
            </p:spPr>
          </p:sp>
        </p:grpSp>
        <p:grpSp>
          <p:nvGrpSpPr>
            <p:cNvPr id="35" name="Group 35"/>
            <p:cNvGrpSpPr/>
            <p:nvPr/>
          </p:nvGrpSpPr>
          <p:grpSpPr>
            <a:xfrm>
              <a:off x="4493433" y="10577021"/>
              <a:ext cx="2082465" cy="851094"/>
              <a:chOff x="0" y="0"/>
              <a:chExt cx="1752600" cy="716280"/>
            </a:xfrm>
          </p:grpSpPr>
          <p:sp>
            <p:nvSpPr>
              <p:cNvPr id="36" name="Freeform 36"/>
              <p:cNvSpPr/>
              <p:nvPr/>
            </p:nvSpPr>
            <p:spPr>
              <a:xfrm>
                <a:off x="44450" y="49530"/>
                <a:ext cx="1661160" cy="618490"/>
              </a:xfrm>
              <a:custGeom>
                <a:avLst/>
                <a:gdLst/>
                <a:ahLst/>
                <a:cxnLst/>
                <a:rect l="l" t="t" r="r" b="b"/>
                <a:pathLst>
                  <a:path w="1661160" h="618490">
                    <a:moveTo>
                      <a:pt x="80010" y="72390"/>
                    </a:moveTo>
                    <a:cubicBezTo>
                      <a:pt x="300990" y="100330"/>
                      <a:pt x="377190" y="116840"/>
                      <a:pt x="443230" y="139700"/>
                    </a:cubicBezTo>
                    <a:cubicBezTo>
                      <a:pt x="506730" y="162560"/>
                      <a:pt x="556260" y="187960"/>
                      <a:pt x="626110" y="224790"/>
                    </a:cubicBezTo>
                    <a:cubicBezTo>
                      <a:pt x="725170" y="276860"/>
                      <a:pt x="877570" y="407670"/>
                      <a:pt x="972820" y="436880"/>
                    </a:cubicBezTo>
                    <a:cubicBezTo>
                      <a:pt x="1031240" y="454660"/>
                      <a:pt x="1083310" y="449580"/>
                      <a:pt x="1126490" y="443230"/>
                    </a:cubicBezTo>
                    <a:cubicBezTo>
                      <a:pt x="1159510" y="438150"/>
                      <a:pt x="1188720" y="427990"/>
                      <a:pt x="1210310" y="411480"/>
                    </a:cubicBezTo>
                    <a:cubicBezTo>
                      <a:pt x="1231900" y="394970"/>
                      <a:pt x="1235710" y="370840"/>
                      <a:pt x="1257300" y="346710"/>
                    </a:cubicBezTo>
                    <a:cubicBezTo>
                      <a:pt x="1290320" y="308610"/>
                      <a:pt x="1376680" y="257810"/>
                      <a:pt x="1400810" y="215900"/>
                    </a:cubicBezTo>
                    <a:cubicBezTo>
                      <a:pt x="1417320" y="190500"/>
                      <a:pt x="1405890" y="166370"/>
                      <a:pt x="1419860" y="138430"/>
                    </a:cubicBezTo>
                    <a:cubicBezTo>
                      <a:pt x="1440180" y="100330"/>
                      <a:pt x="1489710" y="31750"/>
                      <a:pt x="1526540" y="12700"/>
                    </a:cubicBezTo>
                    <a:cubicBezTo>
                      <a:pt x="1553210" y="0"/>
                      <a:pt x="1587500" y="1270"/>
                      <a:pt x="1607820" y="10160"/>
                    </a:cubicBezTo>
                    <a:cubicBezTo>
                      <a:pt x="1625600" y="16510"/>
                      <a:pt x="1639570" y="33020"/>
                      <a:pt x="1647190" y="48260"/>
                    </a:cubicBezTo>
                    <a:cubicBezTo>
                      <a:pt x="1656080" y="63500"/>
                      <a:pt x="1661160" y="85090"/>
                      <a:pt x="1656080" y="102870"/>
                    </a:cubicBezTo>
                    <a:cubicBezTo>
                      <a:pt x="1651000" y="124460"/>
                      <a:pt x="1625600" y="156210"/>
                      <a:pt x="1606550" y="167640"/>
                    </a:cubicBezTo>
                    <a:cubicBezTo>
                      <a:pt x="1590040" y="176530"/>
                      <a:pt x="1568450" y="176530"/>
                      <a:pt x="1550670" y="172720"/>
                    </a:cubicBezTo>
                    <a:cubicBezTo>
                      <a:pt x="1534160" y="168910"/>
                      <a:pt x="1515110" y="158750"/>
                      <a:pt x="1503680" y="143510"/>
                    </a:cubicBezTo>
                    <a:cubicBezTo>
                      <a:pt x="1490980" y="124460"/>
                      <a:pt x="1483360" y="86360"/>
                      <a:pt x="1487170" y="63500"/>
                    </a:cubicBezTo>
                    <a:cubicBezTo>
                      <a:pt x="1490980" y="45720"/>
                      <a:pt x="1504950" y="29210"/>
                      <a:pt x="1518920" y="19050"/>
                    </a:cubicBezTo>
                    <a:cubicBezTo>
                      <a:pt x="1532890" y="7620"/>
                      <a:pt x="1554480" y="1270"/>
                      <a:pt x="1572260" y="1270"/>
                    </a:cubicBezTo>
                    <a:cubicBezTo>
                      <a:pt x="1588770" y="1270"/>
                      <a:pt x="1610360" y="8890"/>
                      <a:pt x="1624330" y="19050"/>
                    </a:cubicBezTo>
                    <a:cubicBezTo>
                      <a:pt x="1638300" y="30480"/>
                      <a:pt x="1649730" y="48260"/>
                      <a:pt x="1654810" y="66040"/>
                    </a:cubicBezTo>
                    <a:cubicBezTo>
                      <a:pt x="1658620" y="82550"/>
                      <a:pt x="1658620" y="100330"/>
                      <a:pt x="1651000" y="120650"/>
                    </a:cubicBezTo>
                    <a:cubicBezTo>
                      <a:pt x="1638300" y="153670"/>
                      <a:pt x="1584960" y="199390"/>
                      <a:pt x="1564640" y="234950"/>
                    </a:cubicBezTo>
                    <a:cubicBezTo>
                      <a:pt x="1549400" y="261620"/>
                      <a:pt x="1551940" y="281940"/>
                      <a:pt x="1532890" y="312420"/>
                    </a:cubicBezTo>
                    <a:cubicBezTo>
                      <a:pt x="1496060" y="369570"/>
                      <a:pt x="1386840" y="482600"/>
                      <a:pt x="1327150" y="532130"/>
                    </a:cubicBezTo>
                    <a:cubicBezTo>
                      <a:pt x="1290320" y="562610"/>
                      <a:pt x="1261110" y="581660"/>
                      <a:pt x="1226820" y="595630"/>
                    </a:cubicBezTo>
                    <a:cubicBezTo>
                      <a:pt x="1193800" y="608330"/>
                      <a:pt x="1163320" y="612140"/>
                      <a:pt x="1125220" y="614680"/>
                    </a:cubicBezTo>
                    <a:cubicBezTo>
                      <a:pt x="1078230" y="618490"/>
                      <a:pt x="1008380" y="614680"/>
                      <a:pt x="962660" y="607060"/>
                    </a:cubicBezTo>
                    <a:cubicBezTo>
                      <a:pt x="928370" y="601980"/>
                      <a:pt x="910590" y="600710"/>
                      <a:pt x="873760" y="582930"/>
                    </a:cubicBezTo>
                    <a:cubicBezTo>
                      <a:pt x="795020" y="547370"/>
                      <a:pt x="617220" y="387350"/>
                      <a:pt x="538480" y="353060"/>
                    </a:cubicBezTo>
                    <a:cubicBezTo>
                      <a:pt x="501650" y="337820"/>
                      <a:pt x="485140" y="345440"/>
                      <a:pt x="450850" y="334010"/>
                    </a:cubicBezTo>
                    <a:cubicBezTo>
                      <a:pt x="396240" y="317500"/>
                      <a:pt x="314960" y="266700"/>
                      <a:pt x="245110" y="247650"/>
                    </a:cubicBezTo>
                    <a:cubicBezTo>
                      <a:pt x="179070" y="229870"/>
                      <a:pt x="81280" y="241300"/>
                      <a:pt x="43180" y="220980"/>
                    </a:cubicBezTo>
                    <a:cubicBezTo>
                      <a:pt x="22860" y="209550"/>
                      <a:pt x="12700" y="195580"/>
                      <a:pt x="6350" y="179070"/>
                    </a:cubicBezTo>
                    <a:cubicBezTo>
                      <a:pt x="0" y="162560"/>
                      <a:pt x="1270" y="138430"/>
                      <a:pt x="6350" y="123190"/>
                    </a:cubicBezTo>
                    <a:cubicBezTo>
                      <a:pt x="10160" y="110490"/>
                      <a:pt x="17780" y="100330"/>
                      <a:pt x="27940" y="92710"/>
                    </a:cubicBezTo>
                    <a:cubicBezTo>
                      <a:pt x="40640" y="82550"/>
                      <a:pt x="80010" y="72390"/>
                      <a:pt x="80010" y="72390"/>
                    </a:cubicBezTo>
                  </a:path>
                </a:pathLst>
              </a:custGeom>
              <a:solidFill>
                <a:srgbClr val="FFFFFF"/>
              </a:solidFill>
              <a:ln cap="sq">
                <a:noFill/>
                <a:prstDash val="solid"/>
                <a:miter/>
              </a:ln>
            </p:spPr>
          </p:sp>
        </p:grpSp>
        <p:grpSp>
          <p:nvGrpSpPr>
            <p:cNvPr id="37" name="Group 37"/>
            <p:cNvGrpSpPr/>
            <p:nvPr/>
          </p:nvGrpSpPr>
          <p:grpSpPr>
            <a:xfrm>
              <a:off x="4442126" y="9208329"/>
              <a:ext cx="1907417" cy="1708225"/>
              <a:chOff x="0" y="0"/>
              <a:chExt cx="1605280" cy="1437640"/>
            </a:xfrm>
          </p:grpSpPr>
          <p:sp>
            <p:nvSpPr>
              <p:cNvPr id="38" name="Freeform 38"/>
              <p:cNvSpPr/>
              <p:nvPr/>
            </p:nvSpPr>
            <p:spPr>
              <a:xfrm>
                <a:off x="48260" y="48260"/>
                <a:ext cx="1507490" cy="1344930"/>
              </a:xfrm>
              <a:custGeom>
                <a:avLst/>
                <a:gdLst/>
                <a:ahLst/>
                <a:cxnLst/>
                <a:rect l="l" t="t" r="r" b="b"/>
                <a:pathLst>
                  <a:path w="1507490" h="1344930">
                    <a:moveTo>
                      <a:pt x="68580" y="1186180"/>
                    </a:moveTo>
                    <a:cubicBezTo>
                      <a:pt x="217170" y="1163320"/>
                      <a:pt x="248920" y="1141730"/>
                      <a:pt x="297180" y="1109980"/>
                    </a:cubicBezTo>
                    <a:cubicBezTo>
                      <a:pt x="378460" y="1057910"/>
                      <a:pt x="497840" y="971550"/>
                      <a:pt x="605790" y="875030"/>
                    </a:cubicBezTo>
                    <a:cubicBezTo>
                      <a:pt x="742950" y="750570"/>
                      <a:pt x="908050" y="562610"/>
                      <a:pt x="1041400" y="411480"/>
                    </a:cubicBezTo>
                    <a:cubicBezTo>
                      <a:pt x="1163320" y="275590"/>
                      <a:pt x="1327150" y="49530"/>
                      <a:pt x="1379220" y="12700"/>
                    </a:cubicBezTo>
                    <a:cubicBezTo>
                      <a:pt x="1390650" y="3810"/>
                      <a:pt x="1393190" y="3810"/>
                      <a:pt x="1404620" y="2540"/>
                    </a:cubicBezTo>
                    <a:cubicBezTo>
                      <a:pt x="1422400" y="2540"/>
                      <a:pt x="1463040" y="11430"/>
                      <a:pt x="1480820" y="25400"/>
                    </a:cubicBezTo>
                    <a:cubicBezTo>
                      <a:pt x="1494790" y="36830"/>
                      <a:pt x="1502410" y="57150"/>
                      <a:pt x="1504950" y="73660"/>
                    </a:cubicBezTo>
                    <a:cubicBezTo>
                      <a:pt x="1507490" y="90170"/>
                      <a:pt x="1504950" y="111760"/>
                      <a:pt x="1494790" y="127000"/>
                    </a:cubicBezTo>
                    <a:cubicBezTo>
                      <a:pt x="1483360" y="144780"/>
                      <a:pt x="1450340" y="166370"/>
                      <a:pt x="1428750" y="170180"/>
                    </a:cubicBezTo>
                    <a:cubicBezTo>
                      <a:pt x="1410970" y="173990"/>
                      <a:pt x="1390650" y="166370"/>
                      <a:pt x="1376680" y="157480"/>
                    </a:cubicBezTo>
                    <a:cubicBezTo>
                      <a:pt x="1361440" y="148590"/>
                      <a:pt x="1347470" y="133350"/>
                      <a:pt x="1342390" y="115570"/>
                    </a:cubicBezTo>
                    <a:cubicBezTo>
                      <a:pt x="1336040" y="95250"/>
                      <a:pt x="1341120" y="55880"/>
                      <a:pt x="1351280" y="36830"/>
                    </a:cubicBezTo>
                    <a:cubicBezTo>
                      <a:pt x="1361440" y="21590"/>
                      <a:pt x="1377950" y="8890"/>
                      <a:pt x="1395730" y="5080"/>
                    </a:cubicBezTo>
                    <a:cubicBezTo>
                      <a:pt x="1417320" y="0"/>
                      <a:pt x="1455420" y="7620"/>
                      <a:pt x="1473200" y="19050"/>
                    </a:cubicBezTo>
                    <a:cubicBezTo>
                      <a:pt x="1488440" y="29210"/>
                      <a:pt x="1499870" y="46990"/>
                      <a:pt x="1503680" y="64770"/>
                    </a:cubicBezTo>
                    <a:cubicBezTo>
                      <a:pt x="1507490" y="86360"/>
                      <a:pt x="1501140" y="110490"/>
                      <a:pt x="1484630" y="142240"/>
                    </a:cubicBezTo>
                    <a:cubicBezTo>
                      <a:pt x="1446530" y="215900"/>
                      <a:pt x="1249680" y="388620"/>
                      <a:pt x="1200150" y="457200"/>
                    </a:cubicBezTo>
                    <a:cubicBezTo>
                      <a:pt x="1178560" y="487680"/>
                      <a:pt x="1179830" y="501650"/>
                      <a:pt x="1159510" y="527050"/>
                    </a:cubicBezTo>
                    <a:cubicBezTo>
                      <a:pt x="1127760" y="566420"/>
                      <a:pt x="1054100" y="613410"/>
                      <a:pt x="1012190" y="659130"/>
                    </a:cubicBezTo>
                    <a:cubicBezTo>
                      <a:pt x="974090" y="699770"/>
                      <a:pt x="956310" y="736600"/>
                      <a:pt x="916940" y="782320"/>
                    </a:cubicBezTo>
                    <a:cubicBezTo>
                      <a:pt x="863600" y="843280"/>
                      <a:pt x="798830" y="914400"/>
                      <a:pt x="716280" y="985520"/>
                    </a:cubicBezTo>
                    <a:cubicBezTo>
                      <a:pt x="604520" y="1082040"/>
                      <a:pt x="388620" y="1242060"/>
                      <a:pt x="293370" y="1291590"/>
                    </a:cubicBezTo>
                    <a:cubicBezTo>
                      <a:pt x="251460" y="1313180"/>
                      <a:pt x="229870" y="1316990"/>
                      <a:pt x="194310" y="1324610"/>
                    </a:cubicBezTo>
                    <a:cubicBezTo>
                      <a:pt x="154940" y="1333500"/>
                      <a:pt x="99060" y="1344930"/>
                      <a:pt x="67310" y="1338580"/>
                    </a:cubicBezTo>
                    <a:cubicBezTo>
                      <a:pt x="45720" y="1334770"/>
                      <a:pt x="30480" y="1323340"/>
                      <a:pt x="19050" y="1311910"/>
                    </a:cubicBezTo>
                    <a:cubicBezTo>
                      <a:pt x="10160" y="1303020"/>
                      <a:pt x="3810" y="1292860"/>
                      <a:pt x="2540" y="1280160"/>
                    </a:cubicBezTo>
                    <a:cubicBezTo>
                      <a:pt x="0" y="1264920"/>
                      <a:pt x="0" y="1240790"/>
                      <a:pt x="8890" y="1225550"/>
                    </a:cubicBezTo>
                    <a:cubicBezTo>
                      <a:pt x="20320" y="1209040"/>
                      <a:pt x="68580" y="1186180"/>
                      <a:pt x="68580" y="1186180"/>
                    </a:cubicBezTo>
                  </a:path>
                </a:pathLst>
              </a:custGeom>
              <a:solidFill>
                <a:srgbClr val="FFFFFF"/>
              </a:solidFill>
              <a:ln cap="sq">
                <a:noFill/>
                <a:prstDash val="solid"/>
                <a:miter/>
              </a:ln>
            </p:spPr>
          </p:sp>
        </p:grpSp>
        <p:grpSp>
          <p:nvGrpSpPr>
            <p:cNvPr id="39" name="Group 39"/>
            <p:cNvGrpSpPr/>
            <p:nvPr/>
          </p:nvGrpSpPr>
          <p:grpSpPr>
            <a:xfrm>
              <a:off x="5180043" y="10536278"/>
              <a:ext cx="843549" cy="414984"/>
              <a:chOff x="0" y="0"/>
              <a:chExt cx="709930" cy="349250"/>
            </a:xfrm>
          </p:grpSpPr>
          <p:sp>
            <p:nvSpPr>
              <p:cNvPr id="40" name="Freeform 40"/>
              <p:cNvSpPr/>
              <p:nvPr/>
            </p:nvSpPr>
            <p:spPr>
              <a:xfrm>
                <a:off x="49530" y="50800"/>
                <a:ext cx="610870" cy="246380"/>
              </a:xfrm>
              <a:custGeom>
                <a:avLst/>
                <a:gdLst/>
                <a:ahLst/>
                <a:cxnLst/>
                <a:rect l="l" t="t" r="r" b="b"/>
                <a:pathLst>
                  <a:path w="610870" h="246380">
                    <a:moveTo>
                      <a:pt x="34290" y="0"/>
                    </a:moveTo>
                    <a:cubicBezTo>
                      <a:pt x="414020" y="100330"/>
                      <a:pt x="443230" y="114300"/>
                      <a:pt x="482600" y="132080"/>
                    </a:cubicBezTo>
                    <a:cubicBezTo>
                      <a:pt x="523240" y="151130"/>
                      <a:pt x="586740" y="170180"/>
                      <a:pt x="601980" y="193040"/>
                    </a:cubicBezTo>
                    <a:cubicBezTo>
                      <a:pt x="609600" y="204470"/>
                      <a:pt x="609600" y="222250"/>
                      <a:pt x="604520" y="231140"/>
                    </a:cubicBezTo>
                    <a:cubicBezTo>
                      <a:pt x="600710" y="240030"/>
                      <a:pt x="586740" y="246380"/>
                      <a:pt x="577850" y="246380"/>
                    </a:cubicBezTo>
                    <a:cubicBezTo>
                      <a:pt x="568960" y="246380"/>
                      <a:pt x="556260" y="240030"/>
                      <a:pt x="551180" y="232410"/>
                    </a:cubicBezTo>
                    <a:cubicBezTo>
                      <a:pt x="546100" y="226060"/>
                      <a:pt x="544830" y="210820"/>
                      <a:pt x="547370" y="203200"/>
                    </a:cubicBezTo>
                    <a:cubicBezTo>
                      <a:pt x="548640" y="196850"/>
                      <a:pt x="553720" y="190500"/>
                      <a:pt x="560070" y="186690"/>
                    </a:cubicBezTo>
                    <a:cubicBezTo>
                      <a:pt x="567690" y="182880"/>
                      <a:pt x="581660" y="180340"/>
                      <a:pt x="590550" y="184150"/>
                    </a:cubicBezTo>
                    <a:cubicBezTo>
                      <a:pt x="598170" y="187960"/>
                      <a:pt x="607060" y="200660"/>
                      <a:pt x="609600" y="208280"/>
                    </a:cubicBezTo>
                    <a:cubicBezTo>
                      <a:pt x="610870" y="214630"/>
                      <a:pt x="610870" y="222250"/>
                      <a:pt x="607060" y="228600"/>
                    </a:cubicBezTo>
                    <a:cubicBezTo>
                      <a:pt x="600710" y="236220"/>
                      <a:pt x="588010" y="245110"/>
                      <a:pt x="571500" y="246380"/>
                    </a:cubicBezTo>
                    <a:cubicBezTo>
                      <a:pt x="528320" y="246380"/>
                      <a:pt x="426720" y="168910"/>
                      <a:pt x="341630" y="139700"/>
                    </a:cubicBezTo>
                    <a:cubicBezTo>
                      <a:pt x="245110" y="105410"/>
                      <a:pt x="63500" y="91440"/>
                      <a:pt x="21590" y="59690"/>
                    </a:cubicBezTo>
                    <a:cubicBezTo>
                      <a:pt x="7620" y="48260"/>
                      <a:pt x="0" y="34290"/>
                      <a:pt x="1270" y="24130"/>
                    </a:cubicBezTo>
                    <a:cubicBezTo>
                      <a:pt x="3810" y="13970"/>
                      <a:pt x="34290" y="0"/>
                      <a:pt x="34290" y="0"/>
                    </a:cubicBezTo>
                  </a:path>
                </a:pathLst>
              </a:custGeom>
              <a:solidFill>
                <a:srgbClr val="FFFFFF"/>
              </a:solidFill>
              <a:ln cap="sq">
                <a:noFill/>
                <a:prstDash val="solid"/>
                <a:miter/>
              </a:ln>
            </p:spPr>
          </p:sp>
        </p:grpSp>
        <p:grpSp>
          <p:nvGrpSpPr>
            <p:cNvPr id="41" name="Group 41"/>
            <p:cNvGrpSpPr/>
            <p:nvPr/>
          </p:nvGrpSpPr>
          <p:grpSpPr>
            <a:xfrm>
              <a:off x="5607099" y="10175619"/>
              <a:ext cx="630776" cy="371222"/>
              <a:chOff x="0" y="0"/>
              <a:chExt cx="530860" cy="312420"/>
            </a:xfrm>
          </p:grpSpPr>
          <p:sp>
            <p:nvSpPr>
              <p:cNvPr id="42" name="Freeform 42"/>
              <p:cNvSpPr/>
              <p:nvPr/>
            </p:nvSpPr>
            <p:spPr>
              <a:xfrm>
                <a:off x="45720" y="50800"/>
                <a:ext cx="434340" cy="210820"/>
              </a:xfrm>
              <a:custGeom>
                <a:avLst/>
                <a:gdLst/>
                <a:ahLst/>
                <a:cxnLst/>
                <a:rect l="l" t="t" r="r" b="b"/>
                <a:pathLst>
                  <a:path w="434340" h="210820">
                    <a:moveTo>
                      <a:pt x="44450" y="0"/>
                    </a:moveTo>
                    <a:cubicBezTo>
                      <a:pt x="427990" y="156210"/>
                      <a:pt x="433070" y="163830"/>
                      <a:pt x="434340" y="172720"/>
                    </a:cubicBezTo>
                    <a:cubicBezTo>
                      <a:pt x="434340" y="181610"/>
                      <a:pt x="429260" y="195580"/>
                      <a:pt x="421640" y="201930"/>
                    </a:cubicBezTo>
                    <a:cubicBezTo>
                      <a:pt x="415290" y="208280"/>
                      <a:pt x="400050" y="210820"/>
                      <a:pt x="391160" y="208280"/>
                    </a:cubicBezTo>
                    <a:cubicBezTo>
                      <a:pt x="382270" y="205740"/>
                      <a:pt x="372110" y="195580"/>
                      <a:pt x="368300" y="186690"/>
                    </a:cubicBezTo>
                    <a:cubicBezTo>
                      <a:pt x="365760" y="177800"/>
                      <a:pt x="368300" y="163830"/>
                      <a:pt x="374650" y="156210"/>
                    </a:cubicBezTo>
                    <a:cubicBezTo>
                      <a:pt x="379730" y="148590"/>
                      <a:pt x="393700" y="142240"/>
                      <a:pt x="402590" y="143510"/>
                    </a:cubicBezTo>
                    <a:cubicBezTo>
                      <a:pt x="411480" y="143510"/>
                      <a:pt x="425450" y="151130"/>
                      <a:pt x="429260" y="160020"/>
                    </a:cubicBezTo>
                    <a:cubicBezTo>
                      <a:pt x="434340" y="168910"/>
                      <a:pt x="431800" y="191770"/>
                      <a:pt x="424180" y="199390"/>
                    </a:cubicBezTo>
                    <a:cubicBezTo>
                      <a:pt x="419100" y="207010"/>
                      <a:pt x="406400" y="209550"/>
                      <a:pt x="394970" y="209550"/>
                    </a:cubicBezTo>
                    <a:cubicBezTo>
                      <a:pt x="379730" y="209550"/>
                      <a:pt x="368300" y="204470"/>
                      <a:pt x="344170" y="195580"/>
                    </a:cubicBezTo>
                    <a:cubicBezTo>
                      <a:pt x="281940" y="175260"/>
                      <a:pt x="50800" y="97790"/>
                      <a:pt x="15240" y="55880"/>
                    </a:cubicBezTo>
                    <a:cubicBezTo>
                      <a:pt x="2540" y="41910"/>
                      <a:pt x="0" y="24130"/>
                      <a:pt x="5080" y="15240"/>
                    </a:cubicBezTo>
                    <a:cubicBezTo>
                      <a:pt x="8890" y="5080"/>
                      <a:pt x="44450" y="0"/>
                      <a:pt x="44450" y="0"/>
                    </a:cubicBezTo>
                  </a:path>
                </a:pathLst>
              </a:custGeom>
              <a:solidFill>
                <a:srgbClr val="FFFFFF"/>
              </a:solidFill>
              <a:ln cap="sq">
                <a:noFill/>
                <a:prstDash val="solid"/>
                <a:miter/>
              </a:ln>
            </p:spPr>
          </p:sp>
        </p:grpSp>
        <p:grpSp>
          <p:nvGrpSpPr>
            <p:cNvPr id="43" name="Group 43"/>
            <p:cNvGrpSpPr/>
            <p:nvPr/>
          </p:nvGrpSpPr>
          <p:grpSpPr>
            <a:xfrm>
              <a:off x="5899852" y="9827032"/>
              <a:ext cx="507035" cy="319915"/>
              <a:chOff x="0" y="0"/>
              <a:chExt cx="426720" cy="269240"/>
            </a:xfrm>
          </p:grpSpPr>
          <p:sp>
            <p:nvSpPr>
              <p:cNvPr id="44" name="Freeform 44"/>
              <p:cNvSpPr/>
              <p:nvPr/>
            </p:nvSpPr>
            <p:spPr>
              <a:xfrm>
                <a:off x="46990" y="50800"/>
                <a:ext cx="332740" cy="170180"/>
              </a:xfrm>
              <a:custGeom>
                <a:avLst/>
                <a:gdLst/>
                <a:ahLst/>
                <a:cxnLst/>
                <a:rect l="l" t="t" r="r" b="b"/>
                <a:pathLst>
                  <a:path w="332740" h="170180">
                    <a:moveTo>
                      <a:pt x="44450" y="0"/>
                    </a:moveTo>
                    <a:cubicBezTo>
                      <a:pt x="330200" y="130810"/>
                      <a:pt x="327660" y="152400"/>
                      <a:pt x="321310" y="161290"/>
                    </a:cubicBezTo>
                    <a:cubicBezTo>
                      <a:pt x="314960" y="167640"/>
                      <a:pt x="293370" y="170180"/>
                      <a:pt x="284480" y="165100"/>
                    </a:cubicBezTo>
                    <a:cubicBezTo>
                      <a:pt x="275590" y="160020"/>
                      <a:pt x="267970" y="140970"/>
                      <a:pt x="270510" y="130810"/>
                    </a:cubicBezTo>
                    <a:cubicBezTo>
                      <a:pt x="271780" y="123190"/>
                      <a:pt x="281940" y="111760"/>
                      <a:pt x="289560" y="110490"/>
                    </a:cubicBezTo>
                    <a:cubicBezTo>
                      <a:pt x="299720" y="107950"/>
                      <a:pt x="318770" y="114300"/>
                      <a:pt x="325120" y="121920"/>
                    </a:cubicBezTo>
                    <a:cubicBezTo>
                      <a:pt x="330200" y="128270"/>
                      <a:pt x="332740" y="142240"/>
                      <a:pt x="328930" y="149860"/>
                    </a:cubicBezTo>
                    <a:cubicBezTo>
                      <a:pt x="322580" y="158750"/>
                      <a:pt x="307340" y="166370"/>
                      <a:pt x="287020" y="166370"/>
                    </a:cubicBezTo>
                    <a:cubicBezTo>
                      <a:pt x="237490" y="167640"/>
                      <a:pt x="54610" y="80010"/>
                      <a:pt x="20320" y="57150"/>
                    </a:cubicBezTo>
                    <a:cubicBezTo>
                      <a:pt x="10160" y="50800"/>
                      <a:pt x="6350" y="49530"/>
                      <a:pt x="3810" y="41910"/>
                    </a:cubicBezTo>
                    <a:cubicBezTo>
                      <a:pt x="1270" y="34290"/>
                      <a:pt x="0" y="20320"/>
                      <a:pt x="5080" y="13970"/>
                    </a:cubicBezTo>
                    <a:cubicBezTo>
                      <a:pt x="11430" y="5080"/>
                      <a:pt x="44450" y="0"/>
                      <a:pt x="44450" y="0"/>
                    </a:cubicBezTo>
                  </a:path>
                </a:pathLst>
              </a:custGeom>
              <a:solidFill>
                <a:srgbClr val="FFFFFF"/>
              </a:solidFill>
              <a:ln cap="sq">
                <a:noFill/>
                <a:prstDash val="solid"/>
                <a:miter/>
              </a:ln>
            </p:spPr>
          </p:sp>
        </p:grpSp>
        <p:grpSp>
          <p:nvGrpSpPr>
            <p:cNvPr id="45" name="Group 45"/>
            <p:cNvGrpSpPr/>
            <p:nvPr/>
          </p:nvGrpSpPr>
          <p:grpSpPr>
            <a:xfrm>
              <a:off x="5190606" y="9860231"/>
              <a:ext cx="1238916" cy="1057832"/>
              <a:chOff x="0" y="0"/>
              <a:chExt cx="1042670" cy="890270"/>
            </a:xfrm>
          </p:grpSpPr>
          <p:sp>
            <p:nvSpPr>
              <p:cNvPr id="46" name="Freeform 46"/>
              <p:cNvSpPr/>
              <p:nvPr/>
            </p:nvSpPr>
            <p:spPr>
              <a:xfrm>
                <a:off x="48260" y="49530"/>
                <a:ext cx="943610" cy="793750"/>
              </a:xfrm>
              <a:custGeom>
                <a:avLst/>
                <a:gdLst/>
                <a:ahLst/>
                <a:cxnLst/>
                <a:rect l="l" t="t" r="r" b="b"/>
                <a:pathLst>
                  <a:path w="943610" h="793750">
                    <a:moveTo>
                      <a:pt x="12700" y="739140"/>
                    </a:moveTo>
                    <a:cubicBezTo>
                      <a:pt x="736600" y="191770"/>
                      <a:pt x="845820" y="30480"/>
                      <a:pt x="894080" y="7620"/>
                    </a:cubicBezTo>
                    <a:cubicBezTo>
                      <a:pt x="906780" y="1270"/>
                      <a:pt x="915670" y="0"/>
                      <a:pt x="923290" y="3810"/>
                    </a:cubicBezTo>
                    <a:cubicBezTo>
                      <a:pt x="932180" y="8890"/>
                      <a:pt x="943610" y="26670"/>
                      <a:pt x="942340" y="36830"/>
                    </a:cubicBezTo>
                    <a:cubicBezTo>
                      <a:pt x="942340" y="45720"/>
                      <a:pt x="933450" y="58420"/>
                      <a:pt x="925830" y="62230"/>
                    </a:cubicBezTo>
                    <a:cubicBezTo>
                      <a:pt x="916940" y="66040"/>
                      <a:pt x="895350" y="62230"/>
                      <a:pt x="887730" y="54610"/>
                    </a:cubicBezTo>
                    <a:cubicBezTo>
                      <a:pt x="881380" y="49530"/>
                      <a:pt x="877570" y="34290"/>
                      <a:pt x="880110" y="26670"/>
                    </a:cubicBezTo>
                    <a:cubicBezTo>
                      <a:pt x="883920" y="16510"/>
                      <a:pt x="900430" y="2540"/>
                      <a:pt x="909320" y="1270"/>
                    </a:cubicBezTo>
                    <a:cubicBezTo>
                      <a:pt x="918210" y="1270"/>
                      <a:pt x="932180" y="7620"/>
                      <a:pt x="937260" y="15240"/>
                    </a:cubicBezTo>
                    <a:cubicBezTo>
                      <a:pt x="942340" y="22860"/>
                      <a:pt x="943610" y="36830"/>
                      <a:pt x="935990" y="53340"/>
                    </a:cubicBezTo>
                    <a:cubicBezTo>
                      <a:pt x="914400" y="106680"/>
                      <a:pt x="775970" y="237490"/>
                      <a:pt x="660400" y="339090"/>
                    </a:cubicBezTo>
                    <a:cubicBezTo>
                      <a:pt x="500380" y="477520"/>
                      <a:pt x="118110" y="760730"/>
                      <a:pt x="44450" y="787400"/>
                    </a:cubicBezTo>
                    <a:cubicBezTo>
                      <a:pt x="31750" y="793750"/>
                      <a:pt x="25400" y="792480"/>
                      <a:pt x="17780" y="789940"/>
                    </a:cubicBezTo>
                    <a:cubicBezTo>
                      <a:pt x="11430" y="788670"/>
                      <a:pt x="5080" y="782320"/>
                      <a:pt x="2540" y="775970"/>
                    </a:cubicBezTo>
                    <a:cubicBezTo>
                      <a:pt x="0" y="767080"/>
                      <a:pt x="12700" y="739140"/>
                      <a:pt x="12700" y="739140"/>
                    </a:cubicBezTo>
                  </a:path>
                </a:pathLst>
              </a:custGeom>
              <a:solidFill>
                <a:srgbClr val="FFFFFF"/>
              </a:solidFill>
              <a:ln cap="sq">
                <a:noFill/>
                <a:prstDash val="solid"/>
                <a:miter/>
              </a:ln>
            </p:spPr>
          </p:sp>
        </p:grpSp>
        <p:grpSp>
          <p:nvGrpSpPr>
            <p:cNvPr id="47" name="Group 47"/>
            <p:cNvGrpSpPr/>
            <p:nvPr/>
          </p:nvGrpSpPr>
          <p:grpSpPr>
            <a:xfrm>
              <a:off x="5531648" y="10232962"/>
              <a:ext cx="947673" cy="925037"/>
              <a:chOff x="0" y="0"/>
              <a:chExt cx="797560" cy="778510"/>
            </a:xfrm>
          </p:grpSpPr>
          <p:sp>
            <p:nvSpPr>
              <p:cNvPr id="48" name="Freeform 48"/>
              <p:cNvSpPr/>
              <p:nvPr/>
            </p:nvSpPr>
            <p:spPr>
              <a:xfrm>
                <a:off x="46990" y="50800"/>
                <a:ext cx="702310" cy="679450"/>
              </a:xfrm>
              <a:custGeom>
                <a:avLst/>
                <a:gdLst/>
                <a:ahLst/>
                <a:cxnLst/>
                <a:rect l="l" t="t" r="r" b="b"/>
                <a:pathLst>
                  <a:path w="702310" h="679450">
                    <a:moveTo>
                      <a:pt x="16510" y="622300"/>
                    </a:moveTo>
                    <a:cubicBezTo>
                      <a:pt x="342900" y="367030"/>
                      <a:pt x="473710" y="175260"/>
                      <a:pt x="549910" y="96520"/>
                    </a:cubicBezTo>
                    <a:cubicBezTo>
                      <a:pt x="590550" y="54610"/>
                      <a:pt x="622300" y="13970"/>
                      <a:pt x="650240" y="5080"/>
                    </a:cubicBezTo>
                    <a:cubicBezTo>
                      <a:pt x="665480" y="0"/>
                      <a:pt x="681990" y="2540"/>
                      <a:pt x="689610" y="8890"/>
                    </a:cubicBezTo>
                    <a:cubicBezTo>
                      <a:pt x="697230" y="15240"/>
                      <a:pt x="702310" y="29210"/>
                      <a:pt x="699770" y="39370"/>
                    </a:cubicBezTo>
                    <a:cubicBezTo>
                      <a:pt x="697230" y="49530"/>
                      <a:pt x="681990" y="64770"/>
                      <a:pt x="671830" y="66040"/>
                    </a:cubicBezTo>
                    <a:cubicBezTo>
                      <a:pt x="661670" y="68580"/>
                      <a:pt x="647700" y="62230"/>
                      <a:pt x="642620" y="54610"/>
                    </a:cubicBezTo>
                    <a:cubicBezTo>
                      <a:pt x="636270" y="46990"/>
                      <a:pt x="635000" y="24130"/>
                      <a:pt x="640080" y="15240"/>
                    </a:cubicBezTo>
                    <a:cubicBezTo>
                      <a:pt x="643890" y="7620"/>
                      <a:pt x="657860" y="1270"/>
                      <a:pt x="666750" y="0"/>
                    </a:cubicBezTo>
                    <a:cubicBezTo>
                      <a:pt x="676910" y="0"/>
                      <a:pt x="689610" y="6350"/>
                      <a:pt x="694690" y="15240"/>
                    </a:cubicBezTo>
                    <a:cubicBezTo>
                      <a:pt x="699770" y="24130"/>
                      <a:pt x="699770" y="39370"/>
                      <a:pt x="693420" y="54610"/>
                    </a:cubicBezTo>
                    <a:cubicBezTo>
                      <a:pt x="678180" y="85090"/>
                      <a:pt x="617220" y="118110"/>
                      <a:pt x="570230" y="167640"/>
                    </a:cubicBezTo>
                    <a:cubicBezTo>
                      <a:pt x="491490" y="248920"/>
                      <a:pt x="378460" y="416560"/>
                      <a:pt x="281940" y="505460"/>
                    </a:cubicBezTo>
                    <a:cubicBezTo>
                      <a:pt x="201930" y="577850"/>
                      <a:pt x="87630" y="671830"/>
                      <a:pt x="41910" y="676910"/>
                    </a:cubicBezTo>
                    <a:cubicBezTo>
                      <a:pt x="24130" y="679450"/>
                      <a:pt x="8890" y="670560"/>
                      <a:pt x="3810" y="660400"/>
                    </a:cubicBezTo>
                    <a:cubicBezTo>
                      <a:pt x="0" y="651510"/>
                      <a:pt x="16510" y="622300"/>
                      <a:pt x="16510" y="622300"/>
                    </a:cubicBezTo>
                  </a:path>
                </a:pathLst>
              </a:custGeom>
              <a:solidFill>
                <a:srgbClr val="FFFFFF"/>
              </a:solidFill>
              <a:ln cap="sq">
                <a:noFill/>
                <a:prstDash val="solid"/>
                <a:miter/>
              </a:ln>
            </p:spPr>
          </p:sp>
        </p:grpSp>
        <p:grpSp>
          <p:nvGrpSpPr>
            <p:cNvPr id="49" name="Group 49"/>
            <p:cNvGrpSpPr/>
            <p:nvPr/>
          </p:nvGrpSpPr>
          <p:grpSpPr>
            <a:xfrm>
              <a:off x="5338492" y="10207308"/>
              <a:ext cx="991435" cy="721318"/>
              <a:chOff x="0" y="0"/>
              <a:chExt cx="834390" cy="607060"/>
            </a:xfrm>
          </p:grpSpPr>
          <p:sp>
            <p:nvSpPr>
              <p:cNvPr id="50" name="Freeform 50"/>
              <p:cNvSpPr/>
              <p:nvPr/>
            </p:nvSpPr>
            <p:spPr>
              <a:xfrm>
                <a:off x="48260" y="49530"/>
                <a:ext cx="737870" cy="508000"/>
              </a:xfrm>
              <a:custGeom>
                <a:avLst/>
                <a:gdLst/>
                <a:ahLst/>
                <a:cxnLst/>
                <a:rect l="l" t="t" r="r" b="b"/>
                <a:pathLst>
                  <a:path w="737870" h="508000">
                    <a:moveTo>
                      <a:pt x="689610" y="500380"/>
                    </a:moveTo>
                    <a:cubicBezTo>
                      <a:pt x="478790" y="359410"/>
                      <a:pt x="344170" y="293370"/>
                      <a:pt x="248920" y="232410"/>
                    </a:cubicBezTo>
                    <a:cubicBezTo>
                      <a:pt x="162560" y="176530"/>
                      <a:pt x="34290" y="100330"/>
                      <a:pt x="11430" y="58420"/>
                    </a:cubicBezTo>
                    <a:cubicBezTo>
                      <a:pt x="1270" y="43180"/>
                      <a:pt x="2540" y="26670"/>
                      <a:pt x="7620" y="17780"/>
                    </a:cubicBezTo>
                    <a:cubicBezTo>
                      <a:pt x="11430" y="8890"/>
                      <a:pt x="25400" y="1270"/>
                      <a:pt x="34290" y="1270"/>
                    </a:cubicBezTo>
                    <a:cubicBezTo>
                      <a:pt x="44450" y="1270"/>
                      <a:pt x="58420" y="7620"/>
                      <a:pt x="63500" y="15240"/>
                    </a:cubicBezTo>
                    <a:cubicBezTo>
                      <a:pt x="68580" y="22860"/>
                      <a:pt x="72390" y="38100"/>
                      <a:pt x="68580" y="46990"/>
                    </a:cubicBezTo>
                    <a:cubicBezTo>
                      <a:pt x="63500" y="57150"/>
                      <a:pt x="44450" y="69850"/>
                      <a:pt x="33020" y="69850"/>
                    </a:cubicBezTo>
                    <a:cubicBezTo>
                      <a:pt x="22860" y="68580"/>
                      <a:pt x="5080" y="53340"/>
                      <a:pt x="2540" y="41910"/>
                    </a:cubicBezTo>
                    <a:cubicBezTo>
                      <a:pt x="0" y="31750"/>
                      <a:pt x="12700" y="11430"/>
                      <a:pt x="20320" y="5080"/>
                    </a:cubicBezTo>
                    <a:cubicBezTo>
                      <a:pt x="26670" y="1270"/>
                      <a:pt x="33020" y="0"/>
                      <a:pt x="41910" y="2540"/>
                    </a:cubicBezTo>
                    <a:cubicBezTo>
                      <a:pt x="55880" y="3810"/>
                      <a:pt x="71120" y="13970"/>
                      <a:pt x="92710" y="29210"/>
                    </a:cubicBezTo>
                    <a:cubicBezTo>
                      <a:pt x="147320" y="63500"/>
                      <a:pt x="255270" y="162560"/>
                      <a:pt x="350520" y="228600"/>
                    </a:cubicBezTo>
                    <a:cubicBezTo>
                      <a:pt x="462280" y="303530"/>
                      <a:pt x="689610" y="401320"/>
                      <a:pt x="726440" y="452120"/>
                    </a:cubicBezTo>
                    <a:cubicBezTo>
                      <a:pt x="736600" y="467360"/>
                      <a:pt x="737870" y="482600"/>
                      <a:pt x="734060" y="491490"/>
                    </a:cubicBezTo>
                    <a:cubicBezTo>
                      <a:pt x="731520" y="499110"/>
                      <a:pt x="718820" y="505460"/>
                      <a:pt x="711200" y="506730"/>
                    </a:cubicBezTo>
                    <a:cubicBezTo>
                      <a:pt x="703580" y="508000"/>
                      <a:pt x="689610" y="500380"/>
                      <a:pt x="689610" y="500380"/>
                    </a:cubicBezTo>
                  </a:path>
                </a:pathLst>
              </a:custGeom>
              <a:solidFill>
                <a:srgbClr val="FFFFFF"/>
              </a:solidFill>
              <a:ln cap="sq">
                <a:noFill/>
                <a:prstDash val="solid"/>
                <a:miter/>
              </a:ln>
            </p:spPr>
          </p:sp>
        </p:grpSp>
        <p:grpSp>
          <p:nvGrpSpPr>
            <p:cNvPr id="51" name="Group 51"/>
            <p:cNvGrpSpPr/>
            <p:nvPr/>
          </p:nvGrpSpPr>
          <p:grpSpPr>
            <a:xfrm>
              <a:off x="5667461" y="9929646"/>
              <a:ext cx="811860" cy="452710"/>
              <a:chOff x="0" y="0"/>
              <a:chExt cx="683260" cy="381000"/>
            </a:xfrm>
          </p:grpSpPr>
          <p:sp>
            <p:nvSpPr>
              <p:cNvPr id="52" name="Freeform 52"/>
              <p:cNvSpPr/>
              <p:nvPr/>
            </p:nvSpPr>
            <p:spPr>
              <a:xfrm>
                <a:off x="45720" y="50800"/>
                <a:ext cx="589280" cy="284480"/>
              </a:xfrm>
              <a:custGeom>
                <a:avLst/>
                <a:gdLst/>
                <a:ahLst/>
                <a:cxnLst/>
                <a:rect l="l" t="t" r="r" b="b"/>
                <a:pathLst>
                  <a:path w="589280" h="284480">
                    <a:moveTo>
                      <a:pt x="44450" y="0"/>
                    </a:moveTo>
                    <a:cubicBezTo>
                      <a:pt x="328930" y="151130"/>
                      <a:pt x="525780" y="187960"/>
                      <a:pt x="567690" y="217170"/>
                    </a:cubicBezTo>
                    <a:cubicBezTo>
                      <a:pt x="580390" y="226060"/>
                      <a:pt x="584200" y="232410"/>
                      <a:pt x="586740" y="241300"/>
                    </a:cubicBezTo>
                    <a:cubicBezTo>
                      <a:pt x="588010" y="247650"/>
                      <a:pt x="588010" y="256540"/>
                      <a:pt x="582930" y="261620"/>
                    </a:cubicBezTo>
                    <a:cubicBezTo>
                      <a:pt x="577850" y="269240"/>
                      <a:pt x="557530" y="279400"/>
                      <a:pt x="547370" y="279400"/>
                    </a:cubicBezTo>
                    <a:cubicBezTo>
                      <a:pt x="541020" y="278130"/>
                      <a:pt x="534670" y="274320"/>
                      <a:pt x="529590" y="267970"/>
                    </a:cubicBezTo>
                    <a:cubicBezTo>
                      <a:pt x="524510" y="261620"/>
                      <a:pt x="520700" y="247650"/>
                      <a:pt x="523240" y="238760"/>
                    </a:cubicBezTo>
                    <a:cubicBezTo>
                      <a:pt x="525780" y="229870"/>
                      <a:pt x="535940" y="219710"/>
                      <a:pt x="543560" y="215900"/>
                    </a:cubicBezTo>
                    <a:cubicBezTo>
                      <a:pt x="549910" y="213360"/>
                      <a:pt x="557530" y="213360"/>
                      <a:pt x="563880" y="215900"/>
                    </a:cubicBezTo>
                    <a:cubicBezTo>
                      <a:pt x="570230" y="218440"/>
                      <a:pt x="577850" y="222250"/>
                      <a:pt x="581660" y="228600"/>
                    </a:cubicBezTo>
                    <a:cubicBezTo>
                      <a:pt x="585470" y="234950"/>
                      <a:pt x="589280" y="250190"/>
                      <a:pt x="585470" y="259080"/>
                    </a:cubicBezTo>
                    <a:cubicBezTo>
                      <a:pt x="580390" y="267970"/>
                      <a:pt x="568960" y="276860"/>
                      <a:pt x="551180" y="279400"/>
                    </a:cubicBezTo>
                    <a:cubicBezTo>
                      <a:pt x="497840" y="284480"/>
                      <a:pt x="308610" y="199390"/>
                      <a:pt x="210820" y="156210"/>
                    </a:cubicBezTo>
                    <a:cubicBezTo>
                      <a:pt x="133350" y="121920"/>
                      <a:pt x="30480" y="81280"/>
                      <a:pt x="8890" y="48260"/>
                    </a:cubicBezTo>
                    <a:cubicBezTo>
                      <a:pt x="0" y="34290"/>
                      <a:pt x="0" y="16510"/>
                      <a:pt x="5080" y="8890"/>
                    </a:cubicBezTo>
                    <a:cubicBezTo>
                      <a:pt x="11430" y="1270"/>
                      <a:pt x="44450" y="0"/>
                      <a:pt x="44450" y="0"/>
                    </a:cubicBezTo>
                  </a:path>
                </a:pathLst>
              </a:custGeom>
              <a:solidFill>
                <a:srgbClr val="FFFFFF"/>
              </a:solidFill>
              <a:ln cap="sq">
                <a:noFill/>
                <a:prstDash val="solid"/>
                <a:miter/>
              </a:ln>
            </p:spPr>
          </p:sp>
        </p:grpSp>
        <p:grpSp>
          <p:nvGrpSpPr>
            <p:cNvPr id="53" name="Group 53"/>
            <p:cNvGrpSpPr/>
            <p:nvPr/>
          </p:nvGrpSpPr>
          <p:grpSpPr>
            <a:xfrm>
              <a:off x="5121191" y="10483461"/>
              <a:ext cx="1110648" cy="636812"/>
              <a:chOff x="0" y="0"/>
              <a:chExt cx="934720" cy="535940"/>
            </a:xfrm>
          </p:grpSpPr>
          <p:sp>
            <p:nvSpPr>
              <p:cNvPr id="54" name="Freeform 54"/>
              <p:cNvSpPr/>
              <p:nvPr/>
            </p:nvSpPr>
            <p:spPr>
              <a:xfrm>
                <a:off x="46990" y="50800"/>
                <a:ext cx="844550" cy="435610"/>
              </a:xfrm>
              <a:custGeom>
                <a:avLst/>
                <a:gdLst/>
                <a:ahLst/>
                <a:cxnLst/>
                <a:rect l="l" t="t" r="r" b="b"/>
                <a:pathLst>
                  <a:path w="844550" h="435610">
                    <a:moveTo>
                      <a:pt x="41910" y="0"/>
                    </a:moveTo>
                    <a:cubicBezTo>
                      <a:pt x="467360" y="160020"/>
                      <a:pt x="553720" y="208280"/>
                      <a:pt x="635000" y="254000"/>
                    </a:cubicBezTo>
                    <a:cubicBezTo>
                      <a:pt x="707390" y="295910"/>
                      <a:pt x="819150" y="345440"/>
                      <a:pt x="836930" y="381000"/>
                    </a:cubicBezTo>
                    <a:cubicBezTo>
                      <a:pt x="844550" y="396240"/>
                      <a:pt x="842010" y="415290"/>
                      <a:pt x="834390" y="422910"/>
                    </a:cubicBezTo>
                    <a:cubicBezTo>
                      <a:pt x="826770" y="431800"/>
                      <a:pt x="803910" y="435610"/>
                      <a:pt x="793750" y="431800"/>
                    </a:cubicBezTo>
                    <a:cubicBezTo>
                      <a:pt x="783590" y="427990"/>
                      <a:pt x="774700" y="415290"/>
                      <a:pt x="773430" y="405130"/>
                    </a:cubicBezTo>
                    <a:cubicBezTo>
                      <a:pt x="772160" y="396240"/>
                      <a:pt x="778510" y="381000"/>
                      <a:pt x="784860" y="374650"/>
                    </a:cubicBezTo>
                    <a:cubicBezTo>
                      <a:pt x="789940" y="369570"/>
                      <a:pt x="797560" y="365760"/>
                      <a:pt x="805180" y="365760"/>
                    </a:cubicBezTo>
                    <a:cubicBezTo>
                      <a:pt x="814070" y="365760"/>
                      <a:pt x="829310" y="370840"/>
                      <a:pt x="834390" y="378460"/>
                    </a:cubicBezTo>
                    <a:cubicBezTo>
                      <a:pt x="840740" y="387350"/>
                      <a:pt x="843280" y="411480"/>
                      <a:pt x="836930" y="420370"/>
                    </a:cubicBezTo>
                    <a:cubicBezTo>
                      <a:pt x="830580" y="429260"/>
                      <a:pt x="816610" y="435610"/>
                      <a:pt x="796290" y="433070"/>
                    </a:cubicBezTo>
                    <a:cubicBezTo>
                      <a:pt x="731520" y="425450"/>
                      <a:pt x="491490" y="245110"/>
                      <a:pt x="394970" y="194310"/>
                    </a:cubicBezTo>
                    <a:cubicBezTo>
                      <a:pt x="342900" y="167640"/>
                      <a:pt x="321310" y="157480"/>
                      <a:pt x="273050" y="138430"/>
                    </a:cubicBezTo>
                    <a:cubicBezTo>
                      <a:pt x="203200" y="110490"/>
                      <a:pt x="44450" y="85090"/>
                      <a:pt x="13970" y="52070"/>
                    </a:cubicBezTo>
                    <a:cubicBezTo>
                      <a:pt x="2540" y="40640"/>
                      <a:pt x="0" y="22860"/>
                      <a:pt x="3810" y="13970"/>
                    </a:cubicBezTo>
                    <a:cubicBezTo>
                      <a:pt x="8890" y="5080"/>
                      <a:pt x="41910" y="0"/>
                      <a:pt x="41910" y="0"/>
                    </a:cubicBezTo>
                  </a:path>
                </a:pathLst>
              </a:custGeom>
              <a:solidFill>
                <a:srgbClr val="FFFFFF"/>
              </a:solidFill>
              <a:ln cap="sq">
                <a:noFill/>
                <a:prstDash val="solid"/>
                <a:miter/>
              </a:ln>
            </p:spPr>
          </p:sp>
        </p:grpSp>
        <p:grpSp>
          <p:nvGrpSpPr>
            <p:cNvPr id="55" name="Group 55"/>
            <p:cNvGrpSpPr/>
            <p:nvPr/>
          </p:nvGrpSpPr>
          <p:grpSpPr>
            <a:xfrm>
              <a:off x="3758534" y="11419062"/>
              <a:ext cx="1379256" cy="1033687"/>
              <a:chOff x="0" y="0"/>
              <a:chExt cx="1160780" cy="869950"/>
            </a:xfrm>
          </p:grpSpPr>
          <p:sp>
            <p:nvSpPr>
              <p:cNvPr id="56" name="Freeform 56"/>
              <p:cNvSpPr/>
              <p:nvPr/>
            </p:nvSpPr>
            <p:spPr>
              <a:xfrm>
                <a:off x="46990" y="39370"/>
                <a:ext cx="1069340" cy="787400"/>
              </a:xfrm>
              <a:custGeom>
                <a:avLst/>
                <a:gdLst/>
                <a:ahLst/>
                <a:cxnLst/>
                <a:rect l="l" t="t" r="r" b="b"/>
                <a:pathLst>
                  <a:path w="1069340" h="787400">
                    <a:moveTo>
                      <a:pt x="199390" y="261620"/>
                    </a:moveTo>
                    <a:cubicBezTo>
                      <a:pt x="392430" y="443230"/>
                      <a:pt x="459740" y="480060"/>
                      <a:pt x="524510" y="514350"/>
                    </a:cubicBezTo>
                    <a:cubicBezTo>
                      <a:pt x="591820" y="548640"/>
                      <a:pt x="671830" y="588010"/>
                      <a:pt x="735330" y="608330"/>
                    </a:cubicBezTo>
                    <a:cubicBezTo>
                      <a:pt x="786130" y="623570"/>
                      <a:pt x="873760" y="621030"/>
                      <a:pt x="875030" y="635000"/>
                    </a:cubicBezTo>
                    <a:cubicBezTo>
                      <a:pt x="877570" y="643890"/>
                      <a:pt x="822960" y="675640"/>
                      <a:pt x="814070" y="668020"/>
                    </a:cubicBezTo>
                    <a:cubicBezTo>
                      <a:pt x="798830" y="655320"/>
                      <a:pt x="873760" y="514350"/>
                      <a:pt x="890270" y="450850"/>
                    </a:cubicBezTo>
                    <a:cubicBezTo>
                      <a:pt x="902970" y="402590"/>
                      <a:pt x="922020" y="354330"/>
                      <a:pt x="913130" y="321310"/>
                    </a:cubicBezTo>
                    <a:cubicBezTo>
                      <a:pt x="906780" y="297180"/>
                      <a:pt x="891540" y="284480"/>
                      <a:pt x="864870" y="266700"/>
                    </a:cubicBezTo>
                    <a:cubicBezTo>
                      <a:pt x="810260" y="231140"/>
                      <a:pt x="650240" y="191770"/>
                      <a:pt x="568960" y="173990"/>
                    </a:cubicBezTo>
                    <a:cubicBezTo>
                      <a:pt x="513080" y="161290"/>
                      <a:pt x="474980" y="157480"/>
                      <a:pt x="426720" y="153670"/>
                    </a:cubicBezTo>
                    <a:cubicBezTo>
                      <a:pt x="377190" y="149860"/>
                      <a:pt x="325120" y="146050"/>
                      <a:pt x="276860" y="153670"/>
                    </a:cubicBezTo>
                    <a:cubicBezTo>
                      <a:pt x="228600" y="161290"/>
                      <a:pt x="149860" y="168910"/>
                      <a:pt x="135890" y="196850"/>
                    </a:cubicBezTo>
                    <a:cubicBezTo>
                      <a:pt x="123190" y="223520"/>
                      <a:pt x="175260" y="278130"/>
                      <a:pt x="176530" y="307340"/>
                    </a:cubicBezTo>
                    <a:cubicBezTo>
                      <a:pt x="176530" y="326390"/>
                      <a:pt x="170180" y="341630"/>
                      <a:pt x="161290" y="353060"/>
                    </a:cubicBezTo>
                    <a:cubicBezTo>
                      <a:pt x="152400" y="365760"/>
                      <a:pt x="137160" y="377190"/>
                      <a:pt x="121920" y="381000"/>
                    </a:cubicBezTo>
                    <a:cubicBezTo>
                      <a:pt x="107950" y="384810"/>
                      <a:pt x="88900" y="384810"/>
                      <a:pt x="74930" y="379730"/>
                    </a:cubicBezTo>
                    <a:cubicBezTo>
                      <a:pt x="59690" y="373380"/>
                      <a:pt x="45720" y="361950"/>
                      <a:pt x="36830" y="349250"/>
                    </a:cubicBezTo>
                    <a:cubicBezTo>
                      <a:pt x="29210" y="336550"/>
                      <a:pt x="24130" y="317500"/>
                      <a:pt x="26670" y="302260"/>
                    </a:cubicBezTo>
                    <a:cubicBezTo>
                      <a:pt x="27940" y="287020"/>
                      <a:pt x="34290" y="269240"/>
                      <a:pt x="45720" y="257810"/>
                    </a:cubicBezTo>
                    <a:cubicBezTo>
                      <a:pt x="59690" y="245110"/>
                      <a:pt x="91440" y="231140"/>
                      <a:pt x="111760" y="234950"/>
                    </a:cubicBezTo>
                    <a:cubicBezTo>
                      <a:pt x="132080" y="237490"/>
                      <a:pt x="158750" y="259080"/>
                      <a:pt x="168910" y="275590"/>
                    </a:cubicBezTo>
                    <a:cubicBezTo>
                      <a:pt x="176530" y="289560"/>
                      <a:pt x="177800" y="308610"/>
                      <a:pt x="175260" y="323850"/>
                    </a:cubicBezTo>
                    <a:cubicBezTo>
                      <a:pt x="171450" y="339090"/>
                      <a:pt x="163830" y="355600"/>
                      <a:pt x="151130" y="365760"/>
                    </a:cubicBezTo>
                    <a:cubicBezTo>
                      <a:pt x="134620" y="377190"/>
                      <a:pt x="101600" y="384810"/>
                      <a:pt x="82550" y="382270"/>
                    </a:cubicBezTo>
                    <a:cubicBezTo>
                      <a:pt x="66040" y="378460"/>
                      <a:pt x="53340" y="369570"/>
                      <a:pt x="41910" y="355600"/>
                    </a:cubicBezTo>
                    <a:cubicBezTo>
                      <a:pt x="24130" y="334010"/>
                      <a:pt x="8890" y="281940"/>
                      <a:pt x="3810" y="250190"/>
                    </a:cubicBezTo>
                    <a:cubicBezTo>
                      <a:pt x="0" y="226060"/>
                      <a:pt x="1270" y="204470"/>
                      <a:pt x="5080" y="180340"/>
                    </a:cubicBezTo>
                    <a:cubicBezTo>
                      <a:pt x="8890" y="156210"/>
                      <a:pt x="13970" y="127000"/>
                      <a:pt x="26670" y="106680"/>
                    </a:cubicBezTo>
                    <a:cubicBezTo>
                      <a:pt x="39370" y="87630"/>
                      <a:pt x="54610" y="73660"/>
                      <a:pt x="77470" y="60960"/>
                    </a:cubicBezTo>
                    <a:cubicBezTo>
                      <a:pt x="110490" y="40640"/>
                      <a:pt x="161290" y="22860"/>
                      <a:pt x="217170" y="12700"/>
                    </a:cubicBezTo>
                    <a:cubicBezTo>
                      <a:pt x="294640" y="0"/>
                      <a:pt x="410210" y="1270"/>
                      <a:pt x="505460" y="11430"/>
                    </a:cubicBezTo>
                    <a:cubicBezTo>
                      <a:pt x="601980" y="21590"/>
                      <a:pt x="716280" y="50800"/>
                      <a:pt x="792480" y="74930"/>
                    </a:cubicBezTo>
                    <a:cubicBezTo>
                      <a:pt x="845820" y="92710"/>
                      <a:pt x="882650" y="106680"/>
                      <a:pt x="922020" y="130810"/>
                    </a:cubicBezTo>
                    <a:cubicBezTo>
                      <a:pt x="961390" y="154940"/>
                      <a:pt x="1004570" y="187960"/>
                      <a:pt x="1028700" y="219710"/>
                    </a:cubicBezTo>
                    <a:cubicBezTo>
                      <a:pt x="1046480" y="243840"/>
                      <a:pt x="1057910" y="264160"/>
                      <a:pt x="1062990" y="294640"/>
                    </a:cubicBezTo>
                    <a:cubicBezTo>
                      <a:pt x="1069340" y="336550"/>
                      <a:pt x="1060450" y="392430"/>
                      <a:pt x="1046480" y="450850"/>
                    </a:cubicBezTo>
                    <a:cubicBezTo>
                      <a:pt x="1028700" y="532130"/>
                      <a:pt x="989330" y="679450"/>
                      <a:pt x="947420" y="730250"/>
                    </a:cubicBezTo>
                    <a:cubicBezTo>
                      <a:pt x="923290" y="759460"/>
                      <a:pt x="901700" y="773430"/>
                      <a:pt x="867410" y="779780"/>
                    </a:cubicBezTo>
                    <a:cubicBezTo>
                      <a:pt x="815340" y="787400"/>
                      <a:pt x="735330" y="759460"/>
                      <a:pt x="657860" y="730250"/>
                    </a:cubicBezTo>
                    <a:cubicBezTo>
                      <a:pt x="548640" y="689610"/>
                      <a:pt x="379730" y="603250"/>
                      <a:pt x="285750" y="534670"/>
                    </a:cubicBezTo>
                    <a:cubicBezTo>
                      <a:pt x="217170" y="485140"/>
                      <a:pt x="161290" y="421640"/>
                      <a:pt x="127000" y="379730"/>
                    </a:cubicBezTo>
                    <a:cubicBezTo>
                      <a:pt x="107950" y="355600"/>
                      <a:pt x="90170" y="339090"/>
                      <a:pt x="86360" y="318770"/>
                    </a:cubicBezTo>
                    <a:cubicBezTo>
                      <a:pt x="82550" y="303530"/>
                      <a:pt x="85090" y="285750"/>
                      <a:pt x="92710" y="273050"/>
                    </a:cubicBezTo>
                    <a:cubicBezTo>
                      <a:pt x="99060" y="260350"/>
                      <a:pt x="114300" y="247650"/>
                      <a:pt x="128270" y="242570"/>
                    </a:cubicBezTo>
                    <a:cubicBezTo>
                      <a:pt x="140970" y="237490"/>
                      <a:pt x="161290" y="240030"/>
                      <a:pt x="173990" y="243840"/>
                    </a:cubicBezTo>
                    <a:cubicBezTo>
                      <a:pt x="184150" y="247650"/>
                      <a:pt x="199390" y="261620"/>
                      <a:pt x="199390" y="261620"/>
                    </a:cubicBezTo>
                  </a:path>
                </a:pathLst>
              </a:custGeom>
              <a:solidFill>
                <a:srgbClr val="FFFFFF"/>
              </a:solidFill>
              <a:ln cap="sq">
                <a:noFill/>
                <a:prstDash val="solid"/>
                <a:miter/>
              </a:ln>
            </p:spPr>
          </p:sp>
        </p:grpSp>
        <p:grpSp>
          <p:nvGrpSpPr>
            <p:cNvPr id="57" name="Group 57"/>
            <p:cNvGrpSpPr/>
            <p:nvPr/>
          </p:nvGrpSpPr>
          <p:grpSpPr>
            <a:xfrm>
              <a:off x="4362147" y="11580528"/>
              <a:ext cx="463273" cy="697173"/>
              <a:chOff x="0" y="0"/>
              <a:chExt cx="389890" cy="586740"/>
            </a:xfrm>
          </p:grpSpPr>
          <p:sp>
            <p:nvSpPr>
              <p:cNvPr id="58" name="Freeform 58"/>
              <p:cNvSpPr/>
              <p:nvPr/>
            </p:nvSpPr>
            <p:spPr>
              <a:xfrm>
                <a:off x="49530" y="49530"/>
                <a:ext cx="289560" cy="486410"/>
              </a:xfrm>
              <a:custGeom>
                <a:avLst/>
                <a:gdLst/>
                <a:ahLst/>
                <a:cxnLst/>
                <a:rect l="l" t="t" r="r" b="b"/>
                <a:pathLst>
                  <a:path w="289560" h="486410">
                    <a:moveTo>
                      <a:pt x="289560" y="81280"/>
                    </a:moveTo>
                    <a:cubicBezTo>
                      <a:pt x="234950" y="220980"/>
                      <a:pt x="200660" y="257810"/>
                      <a:pt x="180340" y="302260"/>
                    </a:cubicBezTo>
                    <a:cubicBezTo>
                      <a:pt x="156210" y="350520"/>
                      <a:pt x="147320" y="434340"/>
                      <a:pt x="124460" y="462280"/>
                    </a:cubicBezTo>
                    <a:cubicBezTo>
                      <a:pt x="111760" y="476250"/>
                      <a:pt x="99060" y="481330"/>
                      <a:pt x="83820" y="483870"/>
                    </a:cubicBezTo>
                    <a:cubicBezTo>
                      <a:pt x="69850" y="486410"/>
                      <a:pt x="52070" y="483870"/>
                      <a:pt x="39370" y="477520"/>
                    </a:cubicBezTo>
                    <a:cubicBezTo>
                      <a:pt x="26670" y="471170"/>
                      <a:pt x="13970" y="458470"/>
                      <a:pt x="7620" y="445770"/>
                    </a:cubicBezTo>
                    <a:cubicBezTo>
                      <a:pt x="1270" y="433070"/>
                      <a:pt x="0" y="414020"/>
                      <a:pt x="2540" y="400050"/>
                    </a:cubicBezTo>
                    <a:cubicBezTo>
                      <a:pt x="5080" y="386080"/>
                      <a:pt x="12700" y="370840"/>
                      <a:pt x="25400" y="361950"/>
                    </a:cubicBezTo>
                    <a:cubicBezTo>
                      <a:pt x="39370" y="350520"/>
                      <a:pt x="71120" y="341630"/>
                      <a:pt x="88900" y="345440"/>
                    </a:cubicBezTo>
                    <a:cubicBezTo>
                      <a:pt x="107950" y="350520"/>
                      <a:pt x="132080" y="372110"/>
                      <a:pt x="138430" y="391160"/>
                    </a:cubicBezTo>
                    <a:cubicBezTo>
                      <a:pt x="144780" y="408940"/>
                      <a:pt x="140970" y="440690"/>
                      <a:pt x="128270" y="455930"/>
                    </a:cubicBezTo>
                    <a:cubicBezTo>
                      <a:pt x="116840" y="472440"/>
                      <a:pt x="88900" y="486410"/>
                      <a:pt x="68580" y="485140"/>
                    </a:cubicBezTo>
                    <a:cubicBezTo>
                      <a:pt x="49530" y="485140"/>
                      <a:pt x="22860" y="467360"/>
                      <a:pt x="11430" y="452120"/>
                    </a:cubicBezTo>
                    <a:cubicBezTo>
                      <a:pt x="2540" y="439420"/>
                      <a:pt x="1270" y="426720"/>
                      <a:pt x="1270" y="407670"/>
                    </a:cubicBezTo>
                    <a:cubicBezTo>
                      <a:pt x="2540" y="375920"/>
                      <a:pt x="19050" y="327660"/>
                      <a:pt x="40640" y="278130"/>
                    </a:cubicBezTo>
                    <a:cubicBezTo>
                      <a:pt x="72390" y="204470"/>
                      <a:pt x="154940" y="41910"/>
                      <a:pt x="189230" y="12700"/>
                    </a:cubicBezTo>
                    <a:cubicBezTo>
                      <a:pt x="200660" y="2540"/>
                      <a:pt x="208280" y="1270"/>
                      <a:pt x="218440" y="1270"/>
                    </a:cubicBezTo>
                    <a:cubicBezTo>
                      <a:pt x="232410" y="0"/>
                      <a:pt x="251460" y="5080"/>
                      <a:pt x="262890" y="12700"/>
                    </a:cubicBezTo>
                    <a:cubicBezTo>
                      <a:pt x="273050" y="17780"/>
                      <a:pt x="279400" y="25400"/>
                      <a:pt x="284480" y="35560"/>
                    </a:cubicBezTo>
                    <a:cubicBezTo>
                      <a:pt x="289560" y="48260"/>
                      <a:pt x="289560" y="81280"/>
                      <a:pt x="289560" y="81280"/>
                    </a:cubicBezTo>
                  </a:path>
                </a:pathLst>
              </a:custGeom>
              <a:solidFill>
                <a:srgbClr val="FFFFFF"/>
              </a:solidFill>
              <a:ln cap="sq">
                <a:noFill/>
                <a:prstDash val="solid"/>
                <a:miter/>
              </a:ln>
            </p:spPr>
          </p:sp>
        </p:grpSp>
        <p:grpSp>
          <p:nvGrpSpPr>
            <p:cNvPr id="59" name="Group 59"/>
            <p:cNvGrpSpPr/>
            <p:nvPr/>
          </p:nvGrpSpPr>
          <p:grpSpPr>
            <a:xfrm>
              <a:off x="4795240" y="12101145"/>
              <a:ext cx="4192093" cy="1447162"/>
              <a:chOff x="0" y="0"/>
              <a:chExt cx="3528060" cy="1217930"/>
            </a:xfrm>
          </p:grpSpPr>
          <p:sp>
            <p:nvSpPr>
              <p:cNvPr id="60" name="Freeform 60"/>
              <p:cNvSpPr/>
              <p:nvPr/>
            </p:nvSpPr>
            <p:spPr>
              <a:xfrm>
                <a:off x="48260" y="48260"/>
                <a:ext cx="3432810" cy="1123950"/>
              </a:xfrm>
              <a:custGeom>
                <a:avLst/>
                <a:gdLst/>
                <a:ahLst/>
                <a:cxnLst/>
                <a:rect l="l" t="t" r="r" b="b"/>
                <a:pathLst>
                  <a:path w="3432810" h="1123950">
                    <a:moveTo>
                      <a:pt x="77470" y="2540"/>
                    </a:moveTo>
                    <a:cubicBezTo>
                      <a:pt x="340360" y="73660"/>
                      <a:pt x="378460" y="101600"/>
                      <a:pt x="414020" y="137160"/>
                    </a:cubicBezTo>
                    <a:cubicBezTo>
                      <a:pt x="450850" y="171450"/>
                      <a:pt x="474980" y="212090"/>
                      <a:pt x="505460" y="262890"/>
                    </a:cubicBezTo>
                    <a:cubicBezTo>
                      <a:pt x="548640" y="332740"/>
                      <a:pt x="579120" y="459740"/>
                      <a:pt x="637540" y="523240"/>
                    </a:cubicBezTo>
                    <a:cubicBezTo>
                      <a:pt x="688340" y="579120"/>
                      <a:pt x="754380" y="617220"/>
                      <a:pt x="822960" y="638810"/>
                    </a:cubicBezTo>
                    <a:cubicBezTo>
                      <a:pt x="891540" y="659130"/>
                      <a:pt x="971550" y="660400"/>
                      <a:pt x="1047750" y="647700"/>
                    </a:cubicBezTo>
                    <a:cubicBezTo>
                      <a:pt x="1131570" y="635000"/>
                      <a:pt x="1240790" y="570230"/>
                      <a:pt x="1301750" y="552450"/>
                    </a:cubicBezTo>
                    <a:cubicBezTo>
                      <a:pt x="1334770" y="542290"/>
                      <a:pt x="1348740" y="539750"/>
                      <a:pt x="1379220" y="535940"/>
                    </a:cubicBezTo>
                    <a:cubicBezTo>
                      <a:pt x="1421130" y="530860"/>
                      <a:pt x="1485900" y="527050"/>
                      <a:pt x="1530350" y="529590"/>
                    </a:cubicBezTo>
                    <a:cubicBezTo>
                      <a:pt x="1565910" y="530860"/>
                      <a:pt x="1581150" y="530860"/>
                      <a:pt x="1624330" y="542290"/>
                    </a:cubicBezTo>
                    <a:cubicBezTo>
                      <a:pt x="1738630" y="571500"/>
                      <a:pt x="2037080" y="695960"/>
                      <a:pt x="2221230" y="769620"/>
                    </a:cubicBezTo>
                    <a:cubicBezTo>
                      <a:pt x="2379980" y="834390"/>
                      <a:pt x="2548890" y="927100"/>
                      <a:pt x="2665730" y="958850"/>
                    </a:cubicBezTo>
                    <a:cubicBezTo>
                      <a:pt x="2736850" y="979170"/>
                      <a:pt x="2785110" y="980440"/>
                      <a:pt x="2843530" y="984250"/>
                    </a:cubicBezTo>
                    <a:cubicBezTo>
                      <a:pt x="2896870" y="988060"/>
                      <a:pt x="2947670" y="990600"/>
                      <a:pt x="2999740" y="982980"/>
                    </a:cubicBezTo>
                    <a:cubicBezTo>
                      <a:pt x="3050540" y="975360"/>
                      <a:pt x="3111500" y="953770"/>
                      <a:pt x="3149600" y="938530"/>
                    </a:cubicBezTo>
                    <a:cubicBezTo>
                      <a:pt x="3173730" y="927100"/>
                      <a:pt x="3191510" y="919480"/>
                      <a:pt x="3208020" y="904240"/>
                    </a:cubicBezTo>
                    <a:cubicBezTo>
                      <a:pt x="3224530" y="889000"/>
                      <a:pt x="3234690" y="866140"/>
                      <a:pt x="3246120" y="844550"/>
                    </a:cubicBezTo>
                    <a:cubicBezTo>
                      <a:pt x="3260090" y="821690"/>
                      <a:pt x="3276600" y="797560"/>
                      <a:pt x="3284220" y="772160"/>
                    </a:cubicBezTo>
                    <a:cubicBezTo>
                      <a:pt x="3290570" y="745490"/>
                      <a:pt x="3279140" y="708660"/>
                      <a:pt x="3286760" y="687070"/>
                    </a:cubicBezTo>
                    <a:cubicBezTo>
                      <a:pt x="3291840" y="671830"/>
                      <a:pt x="3302000" y="657860"/>
                      <a:pt x="3314700" y="650240"/>
                    </a:cubicBezTo>
                    <a:cubicBezTo>
                      <a:pt x="3326130" y="641350"/>
                      <a:pt x="3345180" y="636270"/>
                      <a:pt x="3359150" y="637540"/>
                    </a:cubicBezTo>
                    <a:cubicBezTo>
                      <a:pt x="3374390" y="638810"/>
                      <a:pt x="3390900" y="645160"/>
                      <a:pt x="3402330" y="655320"/>
                    </a:cubicBezTo>
                    <a:cubicBezTo>
                      <a:pt x="3413760" y="664210"/>
                      <a:pt x="3423920" y="680720"/>
                      <a:pt x="3426460" y="694690"/>
                    </a:cubicBezTo>
                    <a:cubicBezTo>
                      <a:pt x="3430270" y="708660"/>
                      <a:pt x="3429000" y="727710"/>
                      <a:pt x="3421380" y="741680"/>
                    </a:cubicBezTo>
                    <a:cubicBezTo>
                      <a:pt x="3412490" y="758190"/>
                      <a:pt x="3385820" y="778510"/>
                      <a:pt x="3366770" y="782320"/>
                    </a:cubicBezTo>
                    <a:cubicBezTo>
                      <a:pt x="3351530" y="786130"/>
                      <a:pt x="3333750" y="783590"/>
                      <a:pt x="3321050" y="774700"/>
                    </a:cubicBezTo>
                    <a:cubicBezTo>
                      <a:pt x="3305810" y="764540"/>
                      <a:pt x="3285490" y="737870"/>
                      <a:pt x="3282950" y="718820"/>
                    </a:cubicBezTo>
                    <a:cubicBezTo>
                      <a:pt x="3280410" y="698500"/>
                      <a:pt x="3293110" y="668020"/>
                      <a:pt x="3308350" y="655320"/>
                    </a:cubicBezTo>
                    <a:cubicBezTo>
                      <a:pt x="3323590" y="641350"/>
                      <a:pt x="3356610" y="636270"/>
                      <a:pt x="3374390" y="640080"/>
                    </a:cubicBezTo>
                    <a:cubicBezTo>
                      <a:pt x="3389630" y="642620"/>
                      <a:pt x="3404870" y="654050"/>
                      <a:pt x="3413760" y="666750"/>
                    </a:cubicBezTo>
                    <a:cubicBezTo>
                      <a:pt x="3422650" y="678180"/>
                      <a:pt x="3426460" y="692150"/>
                      <a:pt x="3427730" y="709930"/>
                    </a:cubicBezTo>
                    <a:cubicBezTo>
                      <a:pt x="3431540" y="736600"/>
                      <a:pt x="3432810" y="774700"/>
                      <a:pt x="3421380" y="811530"/>
                    </a:cubicBezTo>
                    <a:cubicBezTo>
                      <a:pt x="3404870" y="864870"/>
                      <a:pt x="3352800" y="948690"/>
                      <a:pt x="3310890" y="991870"/>
                    </a:cubicBezTo>
                    <a:cubicBezTo>
                      <a:pt x="3277870" y="1026160"/>
                      <a:pt x="3247390" y="1045210"/>
                      <a:pt x="3202940" y="1065530"/>
                    </a:cubicBezTo>
                    <a:cubicBezTo>
                      <a:pt x="3141980" y="1092200"/>
                      <a:pt x="3045460" y="1109980"/>
                      <a:pt x="2971800" y="1117600"/>
                    </a:cubicBezTo>
                    <a:cubicBezTo>
                      <a:pt x="2903220" y="1123950"/>
                      <a:pt x="2834640" y="1118870"/>
                      <a:pt x="2773680" y="1111250"/>
                    </a:cubicBezTo>
                    <a:cubicBezTo>
                      <a:pt x="2720340" y="1104900"/>
                      <a:pt x="2689860" y="1101090"/>
                      <a:pt x="2622550" y="1080770"/>
                    </a:cubicBezTo>
                    <a:cubicBezTo>
                      <a:pt x="2475230" y="1036320"/>
                      <a:pt x="2132330" y="875030"/>
                      <a:pt x="1938020" y="801370"/>
                    </a:cubicBezTo>
                    <a:cubicBezTo>
                      <a:pt x="1795780" y="748030"/>
                      <a:pt x="1663700" y="689610"/>
                      <a:pt x="1564640" y="674370"/>
                    </a:cubicBezTo>
                    <a:cubicBezTo>
                      <a:pt x="1502410" y="664210"/>
                      <a:pt x="1452880" y="670560"/>
                      <a:pt x="1408430" y="675640"/>
                    </a:cubicBezTo>
                    <a:cubicBezTo>
                      <a:pt x="1376680" y="679450"/>
                      <a:pt x="1357630" y="684530"/>
                      <a:pt x="1324610" y="694690"/>
                    </a:cubicBezTo>
                    <a:cubicBezTo>
                      <a:pt x="1271270" y="711200"/>
                      <a:pt x="1177290" y="760730"/>
                      <a:pt x="1126490" y="775970"/>
                    </a:cubicBezTo>
                    <a:cubicBezTo>
                      <a:pt x="1094740" y="786130"/>
                      <a:pt x="1082040" y="788670"/>
                      <a:pt x="1047750" y="791210"/>
                    </a:cubicBezTo>
                    <a:cubicBezTo>
                      <a:pt x="989330" y="795020"/>
                      <a:pt x="876300" y="802640"/>
                      <a:pt x="806450" y="786130"/>
                    </a:cubicBezTo>
                    <a:cubicBezTo>
                      <a:pt x="745490" y="770890"/>
                      <a:pt x="697230" y="740410"/>
                      <a:pt x="647700" y="707390"/>
                    </a:cubicBezTo>
                    <a:cubicBezTo>
                      <a:pt x="595630" y="674370"/>
                      <a:pt x="544830" y="640080"/>
                      <a:pt x="502920" y="585470"/>
                    </a:cubicBezTo>
                    <a:cubicBezTo>
                      <a:pt x="448310" y="513080"/>
                      <a:pt x="414020" y="367030"/>
                      <a:pt x="367030" y="297180"/>
                    </a:cubicBezTo>
                    <a:cubicBezTo>
                      <a:pt x="335280" y="250190"/>
                      <a:pt x="302260" y="215900"/>
                      <a:pt x="269240" y="191770"/>
                    </a:cubicBezTo>
                    <a:cubicBezTo>
                      <a:pt x="245110" y="173990"/>
                      <a:pt x="224790" y="166370"/>
                      <a:pt x="195580" y="156210"/>
                    </a:cubicBezTo>
                    <a:cubicBezTo>
                      <a:pt x="153670" y="142240"/>
                      <a:pt x="68580" y="138430"/>
                      <a:pt x="39370" y="125730"/>
                    </a:cubicBezTo>
                    <a:cubicBezTo>
                      <a:pt x="26670" y="119380"/>
                      <a:pt x="21590" y="114300"/>
                      <a:pt x="15240" y="106680"/>
                    </a:cubicBezTo>
                    <a:cubicBezTo>
                      <a:pt x="8890" y="97790"/>
                      <a:pt x="3810" y="88900"/>
                      <a:pt x="2540" y="77470"/>
                    </a:cubicBezTo>
                    <a:cubicBezTo>
                      <a:pt x="0" y="64770"/>
                      <a:pt x="2540" y="44450"/>
                      <a:pt x="10160" y="33020"/>
                    </a:cubicBezTo>
                    <a:cubicBezTo>
                      <a:pt x="17780" y="20320"/>
                      <a:pt x="34290" y="8890"/>
                      <a:pt x="46990" y="3810"/>
                    </a:cubicBezTo>
                    <a:cubicBezTo>
                      <a:pt x="57150" y="0"/>
                      <a:pt x="77470" y="2540"/>
                      <a:pt x="77470" y="2540"/>
                    </a:cubicBezTo>
                  </a:path>
                </a:pathLst>
              </a:custGeom>
              <a:solidFill>
                <a:srgbClr val="FFFFFF"/>
              </a:solidFill>
              <a:ln cap="sq">
                <a:noFill/>
                <a:prstDash val="solid"/>
                <a:miter/>
              </a:ln>
            </p:spPr>
          </p:sp>
        </p:grpSp>
        <p:grpSp>
          <p:nvGrpSpPr>
            <p:cNvPr id="61" name="Group 61"/>
            <p:cNvGrpSpPr/>
            <p:nvPr/>
          </p:nvGrpSpPr>
          <p:grpSpPr>
            <a:xfrm>
              <a:off x="4534177" y="11720868"/>
              <a:ext cx="502508" cy="368204"/>
              <a:chOff x="0" y="0"/>
              <a:chExt cx="422910" cy="309880"/>
            </a:xfrm>
          </p:grpSpPr>
          <p:sp>
            <p:nvSpPr>
              <p:cNvPr id="62" name="Freeform 62"/>
              <p:cNvSpPr/>
              <p:nvPr/>
            </p:nvSpPr>
            <p:spPr>
              <a:xfrm>
                <a:off x="44450" y="45720"/>
                <a:ext cx="328930" cy="219710"/>
              </a:xfrm>
              <a:custGeom>
                <a:avLst/>
                <a:gdLst/>
                <a:ahLst/>
                <a:cxnLst/>
                <a:rect l="l" t="t" r="r" b="b"/>
                <a:pathLst>
                  <a:path w="328930" h="219710">
                    <a:moveTo>
                      <a:pt x="88900" y="5080"/>
                    </a:moveTo>
                    <a:cubicBezTo>
                      <a:pt x="322580" y="113030"/>
                      <a:pt x="325120" y="125730"/>
                      <a:pt x="326390" y="138430"/>
                    </a:cubicBezTo>
                    <a:cubicBezTo>
                      <a:pt x="327660" y="152400"/>
                      <a:pt x="323850" y="168910"/>
                      <a:pt x="316230" y="181610"/>
                    </a:cubicBezTo>
                    <a:cubicBezTo>
                      <a:pt x="309880" y="193040"/>
                      <a:pt x="295910" y="204470"/>
                      <a:pt x="283210" y="209550"/>
                    </a:cubicBezTo>
                    <a:cubicBezTo>
                      <a:pt x="270510" y="214630"/>
                      <a:pt x="254000" y="215900"/>
                      <a:pt x="240030" y="210820"/>
                    </a:cubicBezTo>
                    <a:cubicBezTo>
                      <a:pt x="223520" y="204470"/>
                      <a:pt x="199390" y="185420"/>
                      <a:pt x="194310" y="167640"/>
                    </a:cubicBezTo>
                    <a:cubicBezTo>
                      <a:pt x="187960" y="148590"/>
                      <a:pt x="193040" y="119380"/>
                      <a:pt x="204470" y="104140"/>
                    </a:cubicBezTo>
                    <a:cubicBezTo>
                      <a:pt x="215900" y="88900"/>
                      <a:pt x="243840" y="76200"/>
                      <a:pt x="262890" y="77470"/>
                    </a:cubicBezTo>
                    <a:cubicBezTo>
                      <a:pt x="281940" y="78740"/>
                      <a:pt x="307340" y="95250"/>
                      <a:pt x="317500" y="110490"/>
                    </a:cubicBezTo>
                    <a:cubicBezTo>
                      <a:pt x="326390" y="127000"/>
                      <a:pt x="328930" y="157480"/>
                      <a:pt x="320040" y="175260"/>
                    </a:cubicBezTo>
                    <a:cubicBezTo>
                      <a:pt x="312420" y="191770"/>
                      <a:pt x="293370" y="209550"/>
                      <a:pt x="269240" y="213360"/>
                    </a:cubicBezTo>
                    <a:cubicBezTo>
                      <a:pt x="220980" y="219710"/>
                      <a:pt x="81280" y="152400"/>
                      <a:pt x="40640" y="127000"/>
                    </a:cubicBezTo>
                    <a:cubicBezTo>
                      <a:pt x="22860" y="115570"/>
                      <a:pt x="12700" y="109220"/>
                      <a:pt x="6350" y="95250"/>
                    </a:cubicBezTo>
                    <a:cubicBezTo>
                      <a:pt x="0" y="80010"/>
                      <a:pt x="0" y="50800"/>
                      <a:pt x="7620" y="34290"/>
                    </a:cubicBezTo>
                    <a:cubicBezTo>
                      <a:pt x="13970" y="21590"/>
                      <a:pt x="29210" y="10160"/>
                      <a:pt x="41910" y="5080"/>
                    </a:cubicBezTo>
                    <a:cubicBezTo>
                      <a:pt x="55880" y="0"/>
                      <a:pt x="88900" y="5080"/>
                      <a:pt x="88900" y="5080"/>
                    </a:cubicBezTo>
                  </a:path>
                </a:pathLst>
              </a:custGeom>
              <a:solidFill>
                <a:srgbClr val="FFFFFF"/>
              </a:solidFill>
              <a:ln cap="sq">
                <a:noFill/>
                <a:prstDash val="solid"/>
                <a:miter/>
              </a:ln>
            </p:spPr>
          </p:sp>
        </p:grpSp>
        <p:grpSp>
          <p:nvGrpSpPr>
            <p:cNvPr id="63" name="Group 63"/>
            <p:cNvGrpSpPr/>
            <p:nvPr/>
          </p:nvGrpSpPr>
          <p:grpSpPr>
            <a:xfrm>
              <a:off x="78470" y="3438335"/>
              <a:ext cx="6301721" cy="9176428"/>
              <a:chOff x="0" y="0"/>
              <a:chExt cx="5303520" cy="7722870"/>
            </a:xfrm>
          </p:grpSpPr>
          <p:sp>
            <p:nvSpPr>
              <p:cNvPr id="64" name="Freeform 64"/>
              <p:cNvSpPr/>
              <p:nvPr/>
            </p:nvSpPr>
            <p:spPr>
              <a:xfrm>
                <a:off x="48260" y="26670"/>
                <a:ext cx="5203190" cy="7644130"/>
              </a:xfrm>
              <a:custGeom>
                <a:avLst/>
                <a:gdLst/>
                <a:ahLst/>
                <a:cxnLst/>
                <a:rect l="l" t="t" r="r" b="b"/>
                <a:pathLst>
                  <a:path w="5203190" h="7644130">
                    <a:moveTo>
                      <a:pt x="2540" y="4631690"/>
                    </a:moveTo>
                    <a:cubicBezTo>
                      <a:pt x="6350" y="4281170"/>
                      <a:pt x="0" y="4193540"/>
                      <a:pt x="13970" y="4105910"/>
                    </a:cubicBezTo>
                    <a:cubicBezTo>
                      <a:pt x="29210" y="4011930"/>
                      <a:pt x="35560" y="3896360"/>
                      <a:pt x="97790" y="3823970"/>
                    </a:cubicBezTo>
                    <a:cubicBezTo>
                      <a:pt x="171450" y="3740150"/>
                      <a:pt x="345440" y="3683000"/>
                      <a:pt x="461010" y="3658870"/>
                    </a:cubicBezTo>
                    <a:cubicBezTo>
                      <a:pt x="554990" y="3638550"/>
                      <a:pt x="657860" y="3660140"/>
                      <a:pt x="732790" y="3660140"/>
                    </a:cubicBezTo>
                    <a:cubicBezTo>
                      <a:pt x="787400" y="3660140"/>
                      <a:pt x="855980" y="3676650"/>
                      <a:pt x="871220" y="3661410"/>
                    </a:cubicBezTo>
                    <a:cubicBezTo>
                      <a:pt x="878840" y="3653790"/>
                      <a:pt x="871220" y="3643630"/>
                      <a:pt x="871220" y="3627120"/>
                    </a:cubicBezTo>
                    <a:cubicBezTo>
                      <a:pt x="872490" y="3581400"/>
                      <a:pt x="876300" y="3454400"/>
                      <a:pt x="883920" y="3365500"/>
                    </a:cubicBezTo>
                    <a:cubicBezTo>
                      <a:pt x="891540" y="3272790"/>
                      <a:pt x="905510" y="3181350"/>
                      <a:pt x="919480" y="3082290"/>
                    </a:cubicBezTo>
                    <a:cubicBezTo>
                      <a:pt x="933450" y="2970530"/>
                      <a:pt x="955040" y="2814320"/>
                      <a:pt x="969010" y="2730500"/>
                    </a:cubicBezTo>
                    <a:cubicBezTo>
                      <a:pt x="975360" y="2686050"/>
                      <a:pt x="999490" y="2660650"/>
                      <a:pt x="986790" y="2625090"/>
                    </a:cubicBezTo>
                    <a:cubicBezTo>
                      <a:pt x="967740" y="2570480"/>
                      <a:pt x="834390" y="2531110"/>
                      <a:pt x="798830" y="2459990"/>
                    </a:cubicBezTo>
                    <a:cubicBezTo>
                      <a:pt x="760730" y="2385060"/>
                      <a:pt x="763270" y="2274570"/>
                      <a:pt x="775970" y="2183130"/>
                    </a:cubicBezTo>
                    <a:cubicBezTo>
                      <a:pt x="789940" y="2086610"/>
                      <a:pt x="844550" y="1986280"/>
                      <a:pt x="887730" y="1897380"/>
                    </a:cubicBezTo>
                    <a:cubicBezTo>
                      <a:pt x="927100" y="1814830"/>
                      <a:pt x="967740" y="1742440"/>
                      <a:pt x="1019810" y="1667510"/>
                    </a:cubicBezTo>
                    <a:cubicBezTo>
                      <a:pt x="1075690" y="1587500"/>
                      <a:pt x="1139190" y="1513840"/>
                      <a:pt x="1211580" y="1436370"/>
                    </a:cubicBezTo>
                    <a:cubicBezTo>
                      <a:pt x="1294130" y="1347470"/>
                      <a:pt x="1389380" y="1225550"/>
                      <a:pt x="1493520" y="1170940"/>
                    </a:cubicBezTo>
                    <a:cubicBezTo>
                      <a:pt x="1587500" y="1122680"/>
                      <a:pt x="1697990" y="1125220"/>
                      <a:pt x="1798320" y="1106170"/>
                    </a:cubicBezTo>
                    <a:cubicBezTo>
                      <a:pt x="1894840" y="1088390"/>
                      <a:pt x="1985010" y="1076960"/>
                      <a:pt x="2084070" y="1059180"/>
                    </a:cubicBezTo>
                    <a:cubicBezTo>
                      <a:pt x="2189480" y="1040130"/>
                      <a:pt x="2329180" y="1010920"/>
                      <a:pt x="2413000" y="994410"/>
                    </a:cubicBezTo>
                    <a:cubicBezTo>
                      <a:pt x="2466340" y="984250"/>
                      <a:pt x="2513330" y="988060"/>
                      <a:pt x="2541270" y="970280"/>
                    </a:cubicBezTo>
                    <a:cubicBezTo>
                      <a:pt x="2562860" y="958850"/>
                      <a:pt x="2576830" y="941070"/>
                      <a:pt x="2583180" y="920750"/>
                    </a:cubicBezTo>
                    <a:cubicBezTo>
                      <a:pt x="2590800" y="892810"/>
                      <a:pt x="2567940" y="859790"/>
                      <a:pt x="2567940" y="817880"/>
                    </a:cubicBezTo>
                    <a:cubicBezTo>
                      <a:pt x="2569210" y="750570"/>
                      <a:pt x="2573020" y="631190"/>
                      <a:pt x="2609850" y="554990"/>
                    </a:cubicBezTo>
                    <a:cubicBezTo>
                      <a:pt x="2645410" y="481330"/>
                      <a:pt x="2720340" y="427990"/>
                      <a:pt x="2785110" y="369570"/>
                    </a:cubicBezTo>
                    <a:cubicBezTo>
                      <a:pt x="2853690" y="307340"/>
                      <a:pt x="2978150" y="233680"/>
                      <a:pt x="3012440" y="194310"/>
                    </a:cubicBezTo>
                    <a:cubicBezTo>
                      <a:pt x="3025140" y="177800"/>
                      <a:pt x="3020060" y="168910"/>
                      <a:pt x="3034030" y="154940"/>
                    </a:cubicBezTo>
                    <a:cubicBezTo>
                      <a:pt x="3067050" y="119380"/>
                      <a:pt x="3172460" y="45720"/>
                      <a:pt x="3256280" y="24130"/>
                    </a:cubicBezTo>
                    <a:cubicBezTo>
                      <a:pt x="3346450" y="0"/>
                      <a:pt x="3460750" y="24130"/>
                      <a:pt x="3557270" y="27940"/>
                    </a:cubicBezTo>
                    <a:cubicBezTo>
                      <a:pt x="3646170" y="31750"/>
                      <a:pt x="3726180" y="36830"/>
                      <a:pt x="3812540" y="44450"/>
                    </a:cubicBezTo>
                    <a:cubicBezTo>
                      <a:pt x="3903980" y="53340"/>
                      <a:pt x="4001770" y="57150"/>
                      <a:pt x="4093210" y="80010"/>
                    </a:cubicBezTo>
                    <a:cubicBezTo>
                      <a:pt x="4185920" y="104140"/>
                      <a:pt x="4292600" y="132080"/>
                      <a:pt x="4366260" y="189230"/>
                    </a:cubicBezTo>
                    <a:cubicBezTo>
                      <a:pt x="4439920" y="246380"/>
                      <a:pt x="4489450" y="336550"/>
                      <a:pt x="4537710" y="419100"/>
                    </a:cubicBezTo>
                    <a:cubicBezTo>
                      <a:pt x="4585970" y="500380"/>
                      <a:pt x="4630420" y="590550"/>
                      <a:pt x="4655820" y="679450"/>
                    </a:cubicBezTo>
                    <a:cubicBezTo>
                      <a:pt x="4679950" y="767080"/>
                      <a:pt x="4667250" y="864870"/>
                      <a:pt x="4687570" y="947420"/>
                    </a:cubicBezTo>
                    <a:cubicBezTo>
                      <a:pt x="4705350" y="1022350"/>
                      <a:pt x="4723130" y="1117600"/>
                      <a:pt x="4767580" y="1155700"/>
                    </a:cubicBezTo>
                    <a:cubicBezTo>
                      <a:pt x="4801870" y="1184910"/>
                      <a:pt x="4872990" y="1182370"/>
                      <a:pt x="4904740" y="1183640"/>
                    </a:cubicBezTo>
                    <a:cubicBezTo>
                      <a:pt x="4919980" y="1184910"/>
                      <a:pt x="4940300" y="1181100"/>
                      <a:pt x="4941570" y="1181100"/>
                    </a:cubicBezTo>
                    <a:cubicBezTo>
                      <a:pt x="4941570" y="1181100"/>
                      <a:pt x="4964430" y="1187450"/>
                      <a:pt x="4975860" y="1189990"/>
                    </a:cubicBezTo>
                    <a:cubicBezTo>
                      <a:pt x="4987290" y="1192530"/>
                      <a:pt x="5010150" y="1197610"/>
                      <a:pt x="5011420" y="1198880"/>
                    </a:cubicBezTo>
                    <a:cubicBezTo>
                      <a:pt x="5011420" y="1198880"/>
                      <a:pt x="5031740" y="1209040"/>
                      <a:pt x="5043170" y="1215390"/>
                    </a:cubicBezTo>
                    <a:cubicBezTo>
                      <a:pt x="5053330" y="1220470"/>
                      <a:pt x="5073650" y="1231900"/>
                      <a:pt x="5074920" y="1231900"/>
                    </a:cubicBezTo>
                    <a:cubicBezTo>
                      <a:pt x="5074920" y="1231900"/>
                      <a:pt x="5092700" y="1247140"/>
                      <a:pt x="5101590" y="1256030"/>
                    </a:cubicBezTo>
                    <a:cubicBezTo>
                      <a:pt x="5110480" y="1263650"/>
                      <a:pt x="5128260" y="1278890"/>
                      <a:pt x="5128260" y="1278890"/>
                    </a:cubicBezTo>
                    <a:cubicBezTo>
                      <a:pt x="5128260" y="1280160"/>
                      <a:pt x="5142230" y="1299210"/>
                      <a:pt x="5148580" y="1309370"/>
                    </a:cubicBezTo>
                    <a:cubicBezTo>
                      <a:pt x="5156200" y="1319530"/>
                      <a:pt x="5168900" y="1338580"/>
                      <a:pt x="5168900" y="1338580"/>
                    </a:cubicBezTo>
                    <a:cubicBezTo>
                      <a:pt x="5168900" y="1338580"/>
                      <a:pt x="5177790" y="1361440"/>
                      <a:pt x="5181600" y="1372870"/>
                    </a:cubicBezTo>
                    <a:cubicBezTo>
                      <a:pt x="5186680" y="1383030"/>
                      <a:pt x="5194300" y="1405890"/>
                      <a:pt x="5194300" y="1405890"/>
                    </a:cubicBezTo>
                    <a:cubicBezTo>
                      <a:pt x="5194300" y="1405890"/>
                      <a:pt x="5198110" y="1430020"/>
                      <a:pt x="5199380" y="1441450"/>
                    </a:cubicBezTo>
                    <a:cubicBezTo>
                      <a:pt x="5200650" y="1452880"/>
                      <a:pt x="5203190" y="1477010"/>
                      <a:pt x="5203190" y="1477010"/>
                    </a:cubicBezTo>
                    <a:cubicBezTo>
                      <a:pt x="5203190" y="1478280"/>
                      <a:pt x="5200650" y="1501140"/>
                      <a:pt x="5199380" y="1512570"/>
                    </a:cubicBezTo>
                    <a:cubicBezTo>
                      <a:pt x="5198110" y="1525270"/>
                      <a:pt x="5194300" y="1548130"/>
                      <a:pt x="5194300" y="1548130"/>
                    </a:cubicBezTo>
                    <a:cubicBezTo>
                      <a:pt x="5194300" y="1549400"/>
                      <a:pt x="5186680" y="1570990"/>
                      <a:pt x="5181600" y="1582420"/>
                    </a:cubicBezTo>
                    <a:cubicBezTo>
                      <a:pt x="5177790" y="1593850"/>
                      <a:pt x="5168900" y="1615440"/>
                      <a:pt x="5168900" y="1615440"/>
                    </a:cubicBezTo>
                    <a:cubicBezTo>
                      <a:pt x="5168900" y="1616710"/>
                      <a:pt x="5156200" y="1635760"/>
                      <a:pt x="5148580" y="1645920"/>
                    </a:cubicBezTo>
                    <a:cubicBezTo>
                      <a:pt x="5142230" y="1654810"/>
                      <a:pt x="5128260" y="1675130"/>
                      <a:pt x="5128260" y="1675130"/>
                    </a:cubicBezTo>
                    <a:cubicBezTo>
                      <a:pt x="5128260" y="1675130"/>
                      <a:pt x="5110480" y="1690370"/>
                      <a:pt x="5101590" y="1699260"/>
                    </a:cubicBezTo>
                    <a:cubicBezTo>
                      <a:pt x="5092700" y="1706880"/>
                      <a:pt x="5074920" y="1722120"/>
                      <a:pt x="5074920" y="1722120"/>
                    </a:cubicBezTo>
                    <a:cubicBezTo>
                      <a:pt x="5073650" y="1723390"/>
                      <a:pt x="5053330" y="1733550"/>
                      <a:pt x="5043170" y="1739900"/>
                    </a:cubicBezTo>
                    <a:cubicBezTo>
                      <a:pt x="5031740" y="1744980"/>
                      <a:pt x="5011420" y="1756410"/>
                      <a:pt x="5011420" y="1756410"/>
                    </a:cubicBezTo>
                    <a:cubicBezTo>
                      <a:pt x="5010150" y="1756410"/>
                      <a:pt x="4987290" y="1761490"/>
                      <a:pt x="4975860" y="1764030"/>
                    </a:cubicBezTo>
                    <a:cubicBezTo>
                      <a:pt x="4964430" y="1767840"/>
                      <a:pt x="4941570" y="1772920"/>
                      <a:pt x="4941570" y="1772920"/>
                    </a:cubicBezTo>
                    <a:cubicBezTo>
                      <a:pt x="4940300" y="1772920"/>
                      <a:pt x="4917440" y="1772920"/>
                      <a:pt x="4904740" y="1772920"/>
                    </a:cubicBezTo>
                    <a:cubicBezTo>
                      <a:pt x="4893310" y="1772920"/>
                      <a:pt x="4870450" y="1772920"/>
                      <a:pt x="4869180" y="1772920"/>
                    </a:cubicBezTo>
                    <a:cubicBezTo>
                      <a:pt x="4869180" y="1772920"/>
                      <a:pt x="4852670" y="1779270"/>
                      <a:pt x="4847590" y="1788160"/>
                    </a:cubicBezTo>
                    <a:cubicBezTo>
                      <a:pt x="4837430" y="1807210"/>
                      <a:pt x="4859020" y="1859280"/>
                      <a:pt x="4839970" y="1892300"/>
                    </a:cubicBezTo>
                    <a:cubicBezTo>
                      <a:pt x="4808220" y="1946910"/>
                      <a:pt x="4692650" y="2005330"/>
                      <a:pt x="4611370" y="2045970"/>
                    </a:cubicBezTo>
                    <a:cubicBezTo>
                      <a:pt x="4530090" y="2086610"/>
                      <a:pt x="4415790" y="2080260"/>
                      <a:pt x="4351020" y="2136140"/>
                    </a:cubicBezTo>
                    <a:cubicBezTo>
                      <a:pt x="4284980" y="2193290"/>
                      <a:pt x="4265930" y="2302510"/>
                      <a:pt x="4222750" y="2391410"/>
                    </a:cubicBezTo>
                    <a:cubicBezTo>
                      <a:pt x="4175760" y="2486660"/>
                      <a:pt x="4130040" y="2595880"/>
                      <a:pt x="4079240" y="2688590"/>
                    </a:cubicBezTo>
                    <a:cubicBezTo>
                      <a:pt x="4033520" y="2772410"/>
                      <a:pt x="3991610" y="2870200"/>
                      <a:pt x="3935730" y="2922270"/>
                    </a:cubicBezTo>
                    <a:cubicBezTo>
                      <a:pt x="3891280" y="2962910"/>
                      <a:pt x="3799840" y="2966720"/>
                      <a:pt x="3788410" y="2995930"/>
                    </a:cubicBezTo>
                    <a:cubicBezTo>
                      <a:pt x="3782060" y="3014980"/>
                      <a:pt x="3802380" y="3032760"/>
                      <a:pt x="3817620" y="3060700"/>
                    </a:cubicBezTo>
                    <a:cubicBezTo>
                      <a:pt x="3851910" y="3116580"/>
                      <a:pt x="3931920" y="3235960"/>
                      <a:pt x="4000500" y="3305810"/>
                    </a:cubicBezTo>
                    <a:cubicBezTo>
                      <a:pt x="4064000" y="3370580"/>
                      <a:pt x="4135120" y="3417570"/>
                      <a:pt x="4210050" y="3469640"/>
                    </a:cubicBezTo>
                    <a:cubicBezTo>
                      <a:pt x="4290060" y="3525520"/>
                      <a:pt x="4389120" y="3567430"/>
                      <a:pt x="4470400" y="3625850"/>
                    </a:cubicBezTo>
                    <a:cubicBezTo>
                      <a:pt x="4549140" y="3681730"/>
                      <a:pt x="4653280" y="3785870"/>
                      <a:pt x="4692650" y="3810000"/>
                    </a:cubicBezTo>
                    <a:cubicBezTo>
                      <a:pt x="4704080" y="3817620"/>
                      <a:pt x="4710430" y="3820160"/>
                      <a:pt x="4718050" y="3822700"/>
                    </a:cubicBezTo>
                    <a:cubicBezTo>
                      <a:pt x="4725670" y="3825240"/>
                      <a:pt x="4732020" y="3825240"/>
                      <a:pt x="4739640" y="3826510"/>
                    </a:cubicBezTo>
                    <a:cubicBezTo>
                      <a:pt x="4749800" y="3829050"/>
                      <a:pt x="4775200" y="3832860"/>
                      <a:pt x="4775200" y="3834130"/>
                    </a:cubicBezTo>
                    <a:cubicBezTo>
                      <a:pt x="4775200" y="3834130"/>
                      <a:pt x="4796790" y="3844290"/>
                      <a:pt x="4808220" y="3849370"/>
                    </a:cubicBezTo>
                    <a:cubicBezTo>
                      <a:pt x="4819650" y="3854450"/>
                      <a:pt x="4839970" y="3863340"/>
                      <a:pt x="4841240" y="3864610"/>
                    </a:cubicBezTo>
                    <a:cubicBezTo>
                      <a:pt x="4841240" y="3864610"/>
                      <a:pt x="4860290" y="3878580"/>
                      <a:pt x="4869180" y="3886200"/>
                    </a:cubicBezTo>
                    <a:cubicBezTo>
                      <a:pt x="4879340" y="3893820"/>
                      <a:pt x="4897120" y="3909060"/>
                      <a:pt x="4897120" y="3909060"/>
                    </a:cubicBezTo>
                    <a:cubicBezTo>
                      <a:pt x="4898390" y="3910330"/>
                      <a:pt x="4912360" y="3928110"/>
                      <a:pt x="4919980" y="3938270"/>
                    </a:cubicBezTo>
                    <a:cubicBezTo>
                      <a:pt x="4927600" y="3947160"/>
                      <a:pt x="4941570" y="3966210"/>
                      <a:pt x="4941570" y="3967480"/>
                    </a:cubicBezTo>
                    <a:cubicBezTo>
                      <a:pt x="4941570" y="3967480"/>
                      <a:pt x="4951730" y="3989070"/>
                      <a:pt x="4956810" y="4000500"/>
                    </a:cubicBezTo>
                    <a:cubicBezTo>
                      <a:pt x="4960620" y="4010660"/>
                      <a:pt x="4970780" y="4033520"/>
                      <a:pt x="4970780" y="4033520"/>
                    </a:cubicBezTo>
                    <a:cubicBezTo>
                      <a:pt x="4970780" y="4033520"/>
                      <a:pt x="4974590" y="4057650"/>
                      <a:pt x="4977130" y="4069080"/>
                    </a:cubicBezTo>
                    <a:cubicBezTo>
                      <a:pt x="4978400" y="4080510"/>
                      <a:pt x="4983480" y="4104640"/>
                      <a:pt x="4983480" y="4104640"/>
                    </a:cubicBezTo>
                    <a:cubicBezTo>
                      <a:pt x="4983480" y="4105910"/>
                      <a:pt x="4980940" y="4128770"/>
                      <a:pt x="4980940" y="4141470"/>
                    </a:cubicBezTo>
                    <a:cubicBezTo>
                      <a:pt x="4979670" y="4152900"/>
                      <a:pt x="4978400" y="4177030"/>
                      <a:pt x="4978400" y="4177030"/>
                    </a:cubicBezTo>
                    <a:cubicBezTo>
                      <a:pt x="4978400" y="4178300"/>
                      <a:pt x="4970780" y="4199890"/>
                      <a:pt x="4966970" y="4211320"/>
                    </a:cubicBezTo>
                    <a:cubicBezTo>
                      <a:pt x="4963160" y="4222750"/>
                      <a:pt x="4955540" y="4245610"/>
                      <a:pt x="4955540" y="4245610"/>
                    </a:cubicBezTo>
                    <a:cubicBezTo>
                      <a:pt x="4955540" y="4246880"/>
                      <a:pt x="4942840" y="4267200"/>
                      <a:pt x="4936490" y="4277360"/>
                    </a:cubicBezTo>
                    <a:cubicBezTo>
                      <a:pt x="4930140" y="4287520"/>
                      <a:pt x="4917440" y="4307840"/>
                      <a:pt x="4917440" y="4307840"/>
                    </a:cubicBezTo>
                    <a:cubicBezTo>
                      <a:pt x="4917440" y="4307840"/>
                      <a:pt x="4899660" y="4324350"/>
                      <a:pt x="4892040" y="4333240"/>
                    </a:cubicBezTo>
                    <a:cubicBezTo>
                      <a:pt x="4883150" y="4342130"/>
                      <a:pt x="4866640" y="4358640"/>
                      <a:pt x="4865370" y="4358640"/>
                    </a:cubicBezTo>
                    <a:cubicBezTo>
                      <a:pt x="4865370" y="4358640"/>
                      <a:pt x="4845050" y="4371340"/>
                      <a:pt x="4834890" y="4376420"/>
                    </a:cubicBezTo>
                    <a:cubicBezTo>
                      <a:pt x="4824730" y="4382770"/>
                      <a:pt x="4803140" y="4395470"/>
                      <a:pt x="4803140" y="4395470"/>
                    </a:cubicBezTo>
                    <a:cubicBezTo>
                      <a:pt x="4803140" y="4395470"/>
                      <a:pt x="4780280" y="4401820"/>
                      <a:pt x="4768850" y="4405630"/>
                    </a:cubicBezTo>
                    <a:cubicBezTo>
                      <a:pt x="4757420" y="4409440"/>
                      <a:pt x="4734560" y="4415790"/>
                      <a:pt x="4733290" y="4415790"/>
                    </a:cubicBezTo>
                    <a:cubicBezTo>
                      <a:pt x="4733290" y="4415790"/>
                      <a:pt x="4709160" y="4417060"/>
                      <a:pt x="4697730" y="4418330"/>
                    </a:cubicBezTo>
                    <a:cubicBezTo>
                      <a:pt x="4685030" y="4418330"/>
                      <a:pt x="4662170" y="4419600"/>
                      <a:pt x="4660900" y="4419600"/>
                    </a:cubicBezTo>
                    <a:cubicBezTo>
                      <a:pt x="4660900" y="4419600"/>
                      <a:pt x="4625340" y="4414520"/>
                      <a:pt x="4598670" y="4404360"/>
                    </a:cubicBezTo>
                    <a:cubicBezTo>
                      <a:pt x="4545330" y="4385310"/>
                      <a:pt x="4446270" y="4329430"/>
                      <a:pt x="4364990" y="4295140"/>
                    </a:cubicBezTo>
                    <a:cubicBezTo>
                      <a:pt x="4282440" y="4259580"/>
                      <a:pt x="4187190" y="4239260"/>
                      <a:pt x="4109720" y="4192270"/>
                    </a:cubicBezTo>
                    <a:cubicBezTo>
                      <a:pt x="4032250" y="4145280"/>
                      <a:pt x="3973830" y="4076700"/>
                      <a:pt x="3901440" y="4015740"/>
                    </a:cubicBezTo>
                    <a:cubicBezTo>
                      <a:pt x="3822700" y="3949700"/>
                      <a:pt x="3732530" y="3864610"/>
                      <a:pt x="3653790" y="3813810"/>
                    </a:cubicBezTo>
                    <a:cubicBezTo>
                      <a:pt x="3591560" y="3773170"/>
                      <a:pt x="3503930" y="3705860"/>
                      <a:pt x="3475990" y="3723640"/>
                    </a:cubicBezTo>
                    <a:cubicBezTo>
                      <a:pt x="3450590" y="3738880"/>
                      <a:pt x="3475990" y="3825240"/>
                      <a:pt x="3477260" y="3887470"/>
                    </a:cubicBezTo>
                    <a:cubicBezTo>
                      <a:pt x="3477260" y="3967480"/>
                      <a:pt x="3478530" y="4072890"/>
                      <a:pt x="3479800" y="4164330"/>
                    </a:cubicBezTo>
                    <a:cubicBezTo>
                      <a:pt x="3479800" y="4251960"/>
                      <a:pt x="3468370" y="4337050"/>
                      <a:pt x="3481070" y="4422140"/>
                    </a:cubicBezTo>
                    <a:cubicBezTo>
                      <a:pt x="3493770" y="4509770"/>
                      <a:pt x="3539490" y="4622800"/>
                      <a:pt x="3557270" y="4682490"/>
                    </a:cubicBezTo>
                    <a:cubicBezTo>
                      <a:pt x="3567430" y="4711700"/>
                      <a:pt x="3564890" y="4725670"/>
                      <a:pt x="3580130" y="4749800"/>
                    </a:cubicBezTo>
                    <a:cubicBezTo>
                      <a:pt x="3606800" y="4790440"/>
                      <a:pt x="3688080" y="4822190"/>
                      <a:pt x="3726180" y="4883150"/>
                    </a:cubicBezTo>
                    <a:cubicBezTo>
                      <a:pt x="3775710" y="4965700"/>
                      <a:pt x="3808730" y="5114290"/>
                      <a:pt x="3816350" y="5219700"/>
                    </a:cubicBezTo>
                    <a:cubicBezTo>
                      <a:pt x="3822700" y="5311140"/>
                      <a:pt x="3821430" y="5401310"/>
                      <a:pt x="3785870" y="5480050"/>
                    </a:cubicBezTo>
                    <a:cubicBezTo>
                      <a:pt x="3749040" y="5562600"/>
                      <a:pt x="3648710" y="5645150"/>
                      <a:pt x="3590290" y="5701030"/>
                    </a:cubicBezTo>
                    <a:cubicBezTo>
                      <a:pt x="3549650" y="5739130"/>
                      <a:pt x="3502660" y="5760720"/>
                      <a:pt x="3478530" y="5789930"/>
                    </a:cubicBezTo>
                    <a:cubicBezTo>
                      <a:pt x="3462020" y="5808980"/>
                      <a:pt x="3463290" y="5820410"/>
                      <a:pt x="3448050" y="5845810"/>
                    </a:cubicBezTo>
                    <a:cubicBezTo>
                      <a:pt x="3411220" y="5909310"/>
                      <a:pt x="3332480" y="6064250"/>
                      <a:pt x="3251200" y="6158230"/>
                    </a:cubicBezTo>
                    <a:cubicBezTo>
                      <a:pt x="3167380" y="6256020"/>
                      <a:pt x="2998470" y="6375400"/>
                      <a:pt x="2948940" y="6418580"/>
                    </a:cubicBezTo>
                    <a:cubicBezTo>
                      <a:pt x="2932430" y="6433820"/>
                      <a:pt x="2919730" y="6438900"/>
                      <a:pt x="2917190" y="6449060"/>
                    </a:cubicBezTo>
                    <a:cubicBezTo>
                      <a:pt x="2914650" y="6456680"/>
                      <a:pt x="2924810" y="6459220"/>
                      <a:pt x="2923540" y="6470650"/>
                    </a:cubicBezTo>
                    <a:cubicBezTo>
                      <a:pt x="2922270" y="6510019"/>
                      <a:pt x="2854960" y="6652260"/>
                      <a:pt x="2801620" y="6733540"/>
                    </a:cubicBezTo>
                    <a:cubicBezTo>
                      <a:pt x="2744470" y="6818630"/>
                      <a:pt x="2656840" y="6884670"/>
                      <a:pt x="2588260" y="6967220"/>
                    </a:cubicBezTo>
                    <a:cubicBezTo>
                      <a:pt x="2518410" y="7052310"/>
                      <a:pt x="2456180" y="7156450"/>
                      <a:pt x="2383790" y="7233920"/>
                    </a:cubicBezTo>
                    <a:cubicBezTo>
                      <a:pt x="2319020" y="7305040"/>
                      <a:pt x="2211070" y="7399020"/>
                      <a:pt x="2180590" y="7420610"/>
                    </a:cubicBezTo>
                    <a:cubicBezTo>
                      <a:pt x="2172970" y="7426960"/>
                      <a:pt x="2170430" y="7424420"/>
                      <a:pt x="2164080" y="7429500"/>
                    </a:cubicBezTo>
                    <a:cubicBezTo>
                      <a:pt x="2148840" y="7443470"/>
                      <a:pt x="2132330" y="7491730"/>
                      <a:pt x="2098040" y="7515860"/>
                    </a:cubicBezTo>
                    <a:cubicBezTo>
                      <a:pt x="2044700" y="7555230"/>
                      <a:pt x="1882140" y="7590790"/>
                      <a:pt x="1844040" y="7606030"/>
                    </a:cubicBezTo>
                    <a:cubicBezTo>
                      <a:pt x="1832610" y="7611110"/>
                      <a:pt x="1830070" y="7612380"/>
                      <a:pt x="1821180" y="7616190"/>
                    </a:cubicBezTo>
                    <a:cubicBezTo>
                      <a:pt x="1811020" y="7621270"/>
                      <a:pt x="1789430" y="7631430"/>
                      <a:pt x="1788160" y="7631430"/>
                    </a:cubicBezTo>
                    <a:cubicBezTo>
                      <a:pt x="1788160" y="7631430"/>
                      <a:pt x="1761490" y="7635240"/>
                      <a:pt x="1756410" y="7637780"/>
                    </a:cubicBezTo>
                    <a:cubicBezTo>
                      <a:pt x="1753870" y="7637780"/>
                      <a:pt x="1753870" y="7639050"/>
                      <a:pt x="1752600" y="7639050"/>
                    </a:cubicBezTo>
                    <a:cubicBezTo>
                      <a:pt x="1751330" y="7639050"/>
                      <a:pt x="1751330" y="7637780"/>
                      <a:pt x="1751330" y="7637780"/>
                    </a:cubicBezTo>
                    <a:cubicBezTo>
                      <a:pt x="1747520" y="7637780"/>
                      <a:pt x="1718310" y="7644130"/>
                      <a:pt x="1717040" y="7644130"/>
                    </a:cubicBezTo>
                    <a:cubicBezTo>
                      <a:pt x="1717040" y="7644130"/>
                      <a:pt x="1694180" y="7642860"/>
                      <a:pt x="1681480" y="7642860"/>
                    </a:cubicBezTo>
                    <a:cubicBezTo>
                      <a:pt x="1670050" y="7641590"/>
                      <a:pt x="1645920" y="7640320"/>
                      <a:pt x="1645920" y="7640320"/>
                    </a:cubicBezTo>
                    <a:cubicBezTo>
                      <a:pt x="1644650" y="7640320"/>
                      <a:pt x="1623060" y="7632700"/>
                      <a:pt x="1611630" y="7628890"/>
                    </a:cubicBezTo>
                    <a:cubicBezTo>
                      <a:pt x="1600200" y="7626350"/>
                      <a:pt x="1577340" y="7618730"/>
                      <a:pt x="1577340" y="7618730"/>
                    </a:cubicBezTo>
                    <a:cubicBezTo>
                      <a:pt x="1576070" y="7618730"/>
                      <a:pt x="1555750" y="7606030"/>
                      <a:pt x="1545590" y="7599680"/>
                    </a:cubicBezTo>
                    <a:cubicBezTo>
                      <a:pt x="1535430" y="7594600"/>
                      <a:pt x="1515110" y="7581900"/>
                      <a:pt x="1515110" y="7581900"/>
                    </a:cubicBezTo>
                    <a:cubicBezTo>
                      <a:pt x="1515110" y="7581900"/>
                      <a:pt x="1496060" y="7562850"/>
                      <a:pt x="1489710" y="7556500"/>
                    </a:cubicBezTo>
                    <a:cubicBezTo>
                      <a:pt x="1484630" y="7551420"/>
                      <a:pt x="1480820" y="7546340"/>
                      <a:pt x="1477010" y="7543800"/>
                    </a:cubicBezTo>
                    <a:cubicBezTo>
                      <a:pt x="1474470" y="7542530"/>
                      <a:pt x="1474470" y="7543800"/>
                      <a:pt x="1469390" y="7541260"/>
                    </a:cubicBezTo>
                    <a:cubicBezTo>
                      <a:pt x="1443990" y="7528560"/>
                      <a:pt x="1283970" y="7442200"/>
                      <a:pt x="1226820" y="7363460"/>
                    </a:cubicBezTo>
                    <a:cubicBezTo>
                      <a:pt x="1168400" y="7282180"/>
                      <a:pt x="1125220" y="7150100"/>
                      <a:pt x="1130300" y="7054850"/>
                    </a:cubicBezTo>
                    <a:cubicBezTo>
                      <a:pt x="1135380" y="6969760"/>
                      <a:pt x="1183640" y="6892290"/>
                      <a:pt x="1234440" y="6818630"/>
                    </a:cubicBezTo>
                    <a:cubicBezTo>
                      <a:pt x="1292860" y="6737350"/>
                      <a:pt x="1393190" y="6650990"/>
                      <a:pt x="1473200" y="6595110"/>
                    </a:cubicBezTo>
                    <a:cubicBezTo>
                      <a:pt x="1537970" y="6549390"/>
                      <a:pt x="1657350" y="6543040"/>
                      <a:pt x="1666240" y="6494780"/>
                    </a:cubicBezTo>
                    <a:cubicBezTo>
                      <a:pt x="1677670" y="6436360"/>
                      <a:pt x="1518920" y="6337300"/>
                      <a:pt x="1452880" y="6253480"/>
                    </a:cubicBezTo>
                    <a:cubicBezTo>
                      <a:pt x="1389380" y="6170930"/>
                      <a:pt x="1333500" y="6082030"/>
                      <a:pt x="1278890" y="5996940"/>
                    </a:cubicBezTo>
                    <a:cubicBezTo>
                      <a:pt x="1225550" y="5915660"/>
                      <a:pt x="1141730" y="5781040"/>
                      <a:pt x="1127760" y="5754370"/>
                    </a:cubicBezTo>
                    <a:cubicBezTo>
                      <a:pt x="1123950" y="5749290"/>
                      <a:pt x="1125220" y="5745480"/>
                      <a:pt x="1122680" y="5745480"/>
                    </a:cubicBezTo>
                    <a:cubicBezTo>
                      <a:pt x="1107440" y="5744210"/>
                      <a:pt x="1038860" y="5982970"/>
                      <a:pt x="955040" y="6043930"/>
                    </a:cubicBezTo>
                    <a:cubicBezTo>
                      <a:pt x="871220" y="6104890"/>
                      <a:pt x="718820" y="6145530"/>
                      <a:pt x="623570" y="6111240"/>
                    </a:cubicBezTo>
                    <a:cubicBezTo>
                      <a:pt x="515620" y="6070600"/>
                      <a:pt x="417830" y="5877560"/>
                      <a:pt x="356870" y="5767070"/>
                    </a:cubicBezTo>
                    <a:cubicBezTo>
                      <a:pt x="309880" y="5681980"/>
                      <a:pt x="293370" y="5600700"/>
                      <a:pt x="267970" y="5516880"/>
                    </a:cubicBezTo>
                    <a:cubicBezTo>
                      <a:pt x="243840" y="5433060"/>
                      <a:pt x="234950" y="5347970"/>
                      <a:pt x="208280" y="5264150"/>
                    </a:cubicBezTo>
                    <a:cubicBezTo>
                      <a:pt x="180340" y="5179060"/>
                      <a:pt x="137160" y="5104130"/>
                      <a:pt x="105410" y="5010150"/>
                    </a:cubicBezTo>
                    <a:cubicBezTo>
                      <a:pt x="67310" y="4897120"/>
                      <a:pt x="2540" y="4631690"/>
                      <a:pt x="2540" y="4631690"/>
                    </a:cubicBezTo>
                    <a:moveTo>
                      <a:pt x="2451100" y="3077210"/>
                    </a:moveTo>
                    <a:cubicBezTo>
                      <a:pt x="2453640" y="3088640"/>
                      <a:pt x="2454910" y="3087370"/>
                      <a:pt x="2454910" y="3086100"/>
                    </a:cubicBezTo>
                    <a:cubicBezTo>
                      <a:pt x="2456180" y="3084830"/>
                      <a:pt x="2452370" y="3081020"/>
                      <a:pt x="2453640" y="3078480"/>
                    </a:cubicBezTo>
                    <a:cubicBezTo>
                      <a:pt x="2454910" y="3073400"/>
                      <a:pt x="2466340" y="3067050"/>
                      <a:pt x="2466340" y="3064510"/>
                    </a:cubicBezTo>
                    <a:cubicBezTo>
                      <a:pt x="2466340" y="3063240"/>
                      <a:pt x="2465070" y="3063240"/>
                      <a:pt x="2463800" y="3063240"/>
                    </a:cubicBezTo>
                    <a:cubicBezTo>
                      <a:pt x="2461260" y="3063240"/>
                      <a:pt x="2451100" y="3077210"/>
                      <a:pt x="2451100" y="3077210"/>
                    </a:cubicBezTo>
                  </a:path>
                </a:pathLst>
              </a:custGeom>
              <a:solidFill>
                <a:srgbClr val="02003E"/>
              </a:solidFill>
              <a:ln cap="sq">
                <a:noFill/>
                <a:prstDash val="solid"/>
                <a:miter/>
              </a:ln>
            </p:spPr>
          </p:sp>
        </p:grpSp>
        <p:grpSp>
          <p:nvGrpSpPr>
            <p:cNvPr id="65" name="Group 65"/>
            <p:cNvGrpSpPr/>
            <p:nvPr/>
          </p:nvGrpSpPr>
          <p:grpSpPr>
            <a:xfrm>
              <a:off x="4172476" y="9053446"/>
              <a:ext cx="1397364" cy="1160446"/>
              <a:chOff x="0" y="0"/>
              <a:chExt cx="1176020" cy="976630"/>
            </a:xfrm>
          </p:grpSpPr>
          <p:sp>
            <p:nvSpPr>
              <p:cNvPr id="66" name="Freeform 66"/>
              <p:cNvSpPr/>
              <p:nvPr/>
            </p:nvSpPr>
            <p:spPr>
              <a:xfrm>
                <a:off x="49530" y="40640"/>
                <a:ext cx="1078230" cy="886460"/>
              </a:xfrm>
              <a:custGeom>
                <a:avLst/>
                <a:gdLst/>
                <a:ahLst/>
                <a:cxnLst/>
                <a:rect l="l" t="t" r="r" b="b"/>
                <a:pathLst>
                  <a:path w="1078230" h="886460">
                    <a:moveTo>
                      <a:pt x="281940" y="12700"/>
                    </a:moveTo>
                    <a:cubicBezTo>
                      <a:pt x="478790" y="33020"/>
                      <a:pt x="599440" y="45720"/>
                      <a:pt x="683260" y="90170"/>
                    </a:cubicBezTo>
                    <a:cubicBezTo>
                      <a:pt x="772160" y="137160"/>
                      <a:pt x="862330" y="224790"/>
                      <a:pt x="922020" y="303530"/>
                    </a:cubicBezTo>
                    <a:cubicBezTo>
                      <a:pt x="975360" y="374650"/>
                      <a:pt x="1016000" y="466090"/>
                      <a:pt x="1032510" y="533400"/>
                    </a:cubicBezTo>
                    <a:cubicBezTo>
                      <a:pt x="1045210" y="581660"/>
                      <a:pt x="1046480" y="622300"/>
                      <a:pt x="1038860" y="664210"/>
                    </a:cubicBezTo>
                    <a:cubicBezTo>
                      <a:pt x="1031240" y="706120"/>
                      <a:pt x="1004570" y="753110"/>
                      <a:pt x="982980" y="782320"/>
                    </a:cubicBezTo>
                    <a:cubicBezTo>
                      <a:pt x="969010" y="803910"/>
                      <a:pt x="953770" y="815340"/>
                      <a:pt x="935990" y="829310"/>
                    </a:cubicBezTo>
                    <a:cubicBezTo>
                      <a:pt x="919480" y="842010"/>
                      <a:pt x="902970" y="853440"/>
                      <a:pt x="878840" y="862330"/>
                    </a:cubicBezTo>
                    <a:cubicBezTo>
                      <a:pt x="845820" y="873760"/>
                      <a:pt x="792480" y="886460"/>
                      <a:pt x="750570" y="883920"/>
                    </a:cubicBezTo>
                    <a:cubicBezTo>
                      <a:pt x="708660" y="881380"/>
                      <a:pt x="661670" y="866140"/>
                      <a:pt x="626110" y="843280"/>
                    </a:cubicBezTo>
                    <a:cubicBezTo>
                      <a:pt x="590550" y="820420"/>
                      <a:pt x="554990" y="778510"/>
                      <a:pt x="534670" y="749300"/>
                    </a:cubicBezTo>
                    <a:cubicBezTo>
                      <a:pt x="520700" y="728980"/>
                      <a:pt x="516890" y="717550"/>
                      <a:pt x="508000" y="689610"/>
                    </a:cubicBezTo>
                    <a:cubicBezTo>
                      <a:pt x="487680" y="623570"/>
                      <a:pt x="425450" y="459740"/>
                      <a:pt x="444500" y="354330"/>
                    </a:cubicBezTo>
                    <a:cubicBezTo>
                      <a:pt x="463550" y="246380"/>
                      <a:pt x="566420" y="99060"/>
                      <a:pt x="629920" y="48260"/>
                    </a:cubicBezTo>
                    <a:cubicBezTo>
                      <a:pt x="666750" y="20320"/>
                      <a:pt x="701040" y="20320"/>
                      <a:pt x="740410" y="15240"/>
                    </a:cubicBezTo>
                    <a:cubicBezTo>
                      <a:pt x="782320" y="8890"/>
                      <a:pt x="833120" y="8890"/>
                      <a:pt x="875030" y="21590"/>
                    </a:cubicBezTo>
                    <a:cubicBezTo>
                      <a:pt x="916940" y="33020"/>
                      <a:pt x="962660" y="64770"/>
                      <a:pt x="990600" y="88900"/>
                    </a:cubicBezTo>
                    <a:cubicBezTo>
                      <a:pt x="1009650" y="105410"/>
                      <a:pt x="1021080" y="121920"/>
                      <a:pt x="1032510" y="140970"/>
                    </a:cubicBezTo>
                    <a:cubicBezTo>
                      <a:pt x="1045210" y="160020"/>
                      <a:pt x="1055370" y="177800"/>
                      <a:pt x="1061720" y="203200"/>
                    </a:cubicBezTo>
                    <a:cubicBezTo>
                      <a:pt x="1070610" y="237490"/>
                      <a:pt x="1078230" y="293370"/>
                      <a:pt x="1071880" y="336550"/>
                    </a:cubicBezTo>
                    <a:cubicBezTo>
                      <a:pt x="1064260" y="379730"/>
                      <a:pt x="1038860" y="429260"/>
                      <a:pt x="1018540" y="459740"/>
                    </a:cubicBezTo>
                    <a:cubicBezTo>
                      <a:pt x="1003300" y="481330"/>
                      <a:pt x="991870" y="492760"/>
                      <a:pt x="971550" y="508000"/>
                    </a:cubicBezTo>
                    <a:cubicBezTo>
                      <a:pt x="941070" y="529590"/>
                      <a:pt x="899160" y="551180"/>
                      <a:pt x="849630" y="565150"/>
                    </a:cubicBezTo>
                    <a:cubicBezTo>
                      <a:pt x="781050" y="582930"/>
                      <a:pt x="671830" y="588010"/>
                      <a:pt x="591820" y="589280"/>
                    </a:cubicBezTo>
                    <a:cubicBezTo>
                      <a:pt x="523240" y="590550"/>
                      <a:pt x="448310" y="590550"/>
                      <a:pt x="400050" y="576580"/>
                    </a:cubicBezTo>
                    <a:cubicBezTo>
                      <a:pt x="365760" y="566420"/>
                      <a:pt x="341630" y="551180"/>
                      <a:pt x="317500" y="533400"/>
                    </a:cubicBezTo>
                    <a:cubicBezTo>
                      <a:pt x="293370" y="514350"/>
                      <a:pt x="271780" y="491490"/>
                      <a:pt x="255270" y="466090"/>
                    </a:cubicBezTo>
                    <a:cubicBezTo>
                      <a:pt x="237490" y="441960"/>
                      <a:pt x="223520" y="412750"/>
                      <a:pt x="215900" y="383540"/>
                    </a:cubicBezTo>
                    <a:cubicBezTo>
                      <a:pt x="208280" y="354330"/>
                      <a:pt x="204470" y="321310"/>
                      <a:pt x="205740" y="292100"/>
                    </a:cubicBezTo>
                    <a:cubicBezTo>
                      <a:pt x="207010" y="261620"/>
                      <a:pt x="214630" y="229870"/>
                      <a:pt x="224790" y="201930"/>
                    </a:cubicBezTo>
                    <a:cubicBezTo>
                      <a:pt x="236220" y="173990"/>
                      <a:pt x="252730" y="146050"/>
                      <a:pt x="273050" y="123190"/>
                    </a:cubicBezTo>
                    <a:cubicBezTo>
                      <a:pt x="292100" y="100330"/>
                      <a:pt x="316230" y="78740"/>
                      <a:pt x="342900" y="63500"/>
                    </a:cubicBezTo>
                    <a:cubicBezTo>
                      <a:pt x="368300" y="46990"/>
                      <a:pt x="398780" y="35560"/>
                      <a:pt x="427990" y="29210"/>
                    </a:cubicBezTo>
                    <a:cubicBezTo>
                      <a:pt x="457200" y="22860"/>
                      <a:pt x="490220" y="20320"/>
                      <a:pt x="519430" y="24130"/>
                    </a:cubicBezTo>
                    <a:cubicBezTo>
                      <a:pt x="549910" y="26670"/>
                      <a:pt x="581660" y="35560"/>
                      <a:pt x="608330" y="48260"/>
                    </a:cubicBezTo>
                    <a:cubicBezTo>
                      <a:pt x="636270" y="60960"/>
                      <a:pt x="662940" y="78740"/>
                      <a:pt x="684530" y="99060"/>
                    </a:cubicBezTo>
                    <a:cubicBezTo>
                      <a:pt x="707390" y="120650"/>
                      <a:pt x="726440" y="146050"/>
                      <a:pt x="740410" y="172720"/>
                    </a:cubicBezTo>
                    <a:cubicBezTo>
                      <a:pt x="754380" y="199390"/>
                      <a:pt x="765810" y="229870"/>
                      <a:pt x="770890" y="260350"/>
                    </a:cubicBezTo>
                    <a:cubicBezTo>
                      <a:pt x="774700" y="289560"/>
                      <a:pt x="774700" y="322580"/>
                      <a:pt x="770890" y="351790"/>
                    </a:cubicBezTo>
                    <a:cubicBezTo>
                      <a:pt x="765810" y="382270"/>
                      <a:pt x="755650" y="412750"/>
                      <a:pt x="741680" y="439420"/>
                    </a:cubicBezTo>
                    <a:cubicBezTo>
                      <a:pt x="727710" y="466090"/>
                      <a:pt x="707390" y="491490"/>
                      <a:pt x="685800" y="513080"/>
                    </a:cubicBezTo>
                    <a:cubicBezTo>
                      <a:pt x="664210" y="533400"/>
                      <a:pt x="637540" y="551180"/>
                      <a:pt x="609600" y="563880"/>
                    </a:cubicBezTo>
                    <a:cubicBezTo>
                      <a:pt x="581660" y="576580"/>
                      <a:pt x="551180" y="585470"/>
                      <a:pt x="520700" y="589280"/>
                    </a:cubicBezTo>
                    <a:cubicBezTo>
                      <a:pt x="491490" y="593090"/>
                      <a:pt x="458470" y="590550"/>
                      <a:pt x="429260" y="584200"/>
                    </a:cubicBezTo>
                    <a:cubicBezTo>
                      <a:pt x="400050" y="577850"/>
                      <a:pt x="369570" y="566420"/>
                      <a:pt x="344170" y="549910"/>
                    </a:cubicBezTo>
                    <a:cubicBezTo>
                      <a:pt x="317500" y="534670"/>
                      <a:pt x="293370" y="514350"/>
                      <a:pt x="273050" y="491490"/>
                    </a:cubicBezTo>
                    <a:cubicBezTo>
                      <a:pt x="254000" y="467360"/>
                      <a:pt x="237490" y="440690"/>
                      <a:pt x="226060" y="412750"/>
                    </a:cubicBezTo>
                    <a:cubicBezTo>
                      <a:pt x="214630" y="383540"/>
                      <a:pt x="207010" y="353060"/>
                      <a:pt x="205740" y="322580"/>
                    </a:cubicBezTo>
                    <a:cubicBezTo>
                      <a:pt x="204470" y="292100"/>
                      <a:pt x="207010" y="260350"/>
                      <a:pt x="215900" y="231140"/>
                    </a:cubicBezTo>
                    <a:cubicBezTo>
                      <a:pt x="223520" y="201930"/>
                      <a:pt x="237490" y="172720"/>
                      <a:pt x="254000" y="147320"/>
                    </a:cubicBezTo>
                    <a:cubicBezTo>
                      <a:pt x="270510" y="121920"/>
                      <a:pt x="293370" y="99060"/>
                      <a:pt x="317500" y="80010"/>
                    </a:cubicBezTo>
                    <a:cubicBezTo>
                      <a:pt x="341630" y="62230"/>
                      <a:pt x="369570" y="46990"/>
                      <a:pt x="398780" y="36830"/>
                    </a:cubicBezTo>
                    <a:cubicBezTo>
                      <a:pt x="426720" y="27940"/>
                      <a:pt x="449580" y="26670"/>
                      <a:pt x="488950" y="21590"/>
                    </a:cubicBezTo>
                    <a:cubicBezTo>
                      <a:pt x="562610" y="13970"/>
                      <a:pt x="726440" y="0"/>
                      <a:pt x="807720" y="10160"/>
                    </a:cubicBezTo>
                    <a:cubicBezTo>
                      <a:pt x="861060" y="16510"/>
                      <a:pt x="899160" y="25400"/>
                      <a:pt x="937260" y="48260"/>
                    </a:cubicBezTo>
                    <a:cubicBezTo>
                      <a:pt x="974090" y="69850"/>
                      <a:pt x="1009650" y="104140"/>
                      <a:pt x="1032510" y="140970"/>
                    </a:cubicBezTo>
                    <a:cubicBezTo>
                      <a:pt x="1055370" y="177800"/>
                      <a:pt x="1071880" y="226060"/>
                      <a:pt x="1074420" y="269240"/>
                    </a:cubicBezTo>
                    <a:cubicBezTo>
                      <a:pt x="1078230" y="312420"/>
                      <a:pt x="1069340" y="360680"/>
                      <a:pt x="1052830" y="401320"/>
                    </a:cubicBezTo>
                    <a:cubicBezTo>
                      <a:pt x="1035050" y="440690"/>
                      <a:pt x="1004570" y="480060"/>
                      <a:pt x="971550" y="508000"/>
                    </a:cubicBezTo>
                    <a:cubicBezTo>
                      <a:pt x="937260" y="534670"/>
                      <a:pt x="848360" y="558800"/>
                      <a:pt x="849630" y="565150"/>
                    </a:cubicBezTo>
                    <a:cubicBezTo>
                      <a:pt x="852170" y="571500"/>
                      <a:pt x="1005840" y="514350"/>
                      <a:pt x="1032510" y="533400"/>
                    </a:cubicBezTo>
                    <a:cubicBezTo>
                      <a:pt x="1049020" y="544830"/>
                      <a:pt x="1043940" y="572770"/>
                      <a:pt x="1043940" y="598170"/>
                    </a:cubicBezTo>
                    <a:cubicBezTo>
                      <a:pt x="1042670" y="633730"/>
                      <a:pt x="1031240" y="693420"/>
                      <a:pt x="1018540" y="726440"/>
                    </a:cubicBezTo>
                    <a:cubicBezTo>
                      <a:pt x="1009650" y="750570"/>
                      <a:pt x="1000760" y="764540"/>
                      <a:pt x="982980" y="782320"/>
                    </a:cubicBezTo>
                    <a:cubicBezTo>
                      <a:pt x="960120" y="808990"/>
                      <a:pt x="918210" y="844550"/>
                      <a:pt x="878840" y="862330"/>
                    </a:cubicBezTo>
                    <a:cubicBezTo>
                      <a:pt x="840740" y="878840"/>
                      <a:pt x="786130" y="883920"/>
                      <a:pt x="750570" y="883920"/>
                    </a:cubicBezTo>
                    <a:cubicBezTo>
                      <a:pt x="725170" y="883920"/>
                      <a:pt x="708660" y="880110"/>
                      <a:pt x="685800" y="871220"/>
                    </a:cubicBezTo>
                    <a:cubicBezTo>
                      <a:pt x="652780" y="858520"/>
                      <a:pt x="604520" y="831850"/>
                      <a:pt x="574040" y="801370"/>
                    </a:cubicBezTo>
                    <a:cubicBezTo>
                      <a:pt x="544830" y="772160"/>
                      <a:pt x="538480" y="727710"/>
                      <a:pt x="508000" y="689610"/>
                    </a:cubicBezTo>
                    <a:cubicBezTo>
                      <a:pt x="471170" y="640080"/>
                      <a:pt x="417830" y="570230"/>
                      <a:pt x="360680" y="541020"/>
                    </a:cubicBezTo>
                    <a:cubicBezTo>
                      <a:pt x="306070" y="514350"/>
                      <a:pt x="228600" y="534670"/>
                      <a:pt x="177800" y="516890"/>
                    </a:cubicBezTo>
                    <a:cubicBezTo>
                      <a:pt x="135890" y="501650"/>
                      <a:pt x="97790" y="472440"/>
                      <a:pt x="72390" y="449580"/>
                    </a:cubicBezTo>
                    <a:cubicBezTo>
                      <a:pt x="55880" y="434340"/>
                      <a:pt x="45720" y="421640"/>
                      <a:pt x="35560" y="400050"/>
                    </a:cubicBezTo>
                    <a:cubicBezTo>
                      <a:pt x="20320" y="369570"/>
                      <a:pt x="2540" y="321310"/>
                      <a:pt x="1270" y="280670"/>
                    </a:cubicBezTo>
                    <a:cubicBezTo>
                      <a:pt x="0" y="241300"/>
                      <a:pt x="13970" y="190500"/>
                      <a:pt x="26670" y="160020"/>
                    </a:cubicBezTo>
                    <a:cubicBezTo>
                      <a:pt x="35560" y="137160"/>
                      <a:pt x="43180" y="124460"/>
                      <a:pt x="59690" y="106680"/>
                    </a:cubicBezTo>
                    <a:cubicBezTo>
                      <a:pt x="82550" y="82550"/>
                      <a:pt x="121920" y="48260"/>
                      <a:pt x="158750" y="33020"/>
                    </a:cubicBezTo>
                    <a:cubicBezTo>
                      <a:pt x="195580" y="16510"/>
                      <a:pt x="281940" y="12700"/>
                      <a:pt x="281940" y="12700"/>
                    </a:cubicBezTo>
                  </a:path>
                </a:pathLst>
              </a:custGeom>
              <a:solidFill>
                <a:srgbClr val="02003E"/>
              </a:solidFill>
              <a:ln cap="sq">
                <a:noFill/>
                <a:prstDash val="solid"/>
                <a:miter/>
              </a:ln>
            </p:spPr>
          </p:sp>
        </p:grpSp>
        <p:grpSp>
          <p:nvGrpSpPr>
            <p:cNvPr id="67" name="Group 67"/>
            <p:cNvGrpSpPr/>
            <p:nvPr/>
          </p:nvGrpSpPr>
          <p:grpSpPr>
            <a:xfrm>
              <a:off x="5458172" y="8206879"/>
              <a:ext cx="719809" cy="719809"/>
              <a:chOff x="0" y="0"/>
              <a:chExt cx="605790" cy="605790"/>
            </a:xfrm>
          </p:grpSpPr>
          <p:sp>
            <p:nvSpPr>
              <p:cNvPr id="68" name="Freeform 68"/>
              <p:cNvSpPr/>
              <p:nvPr/>
            </p:nvSpPr>
            <p:spPr>
              <a:xfrm>
                <a:off x="49530" y="43180"/>
                <a:ext cx="497840" cy="513080"/>
              </a:xfrm>
              <a:custGeom>
                <a:avLst/>
                <a:gdLst/>
                <a:ahLst/>
                <a:cxnLst/>
                <a:rect l="l" t="t" r="r" b="b"/>
                <a:pathLst>
                  <a:path w="497840" h="513080">
                    <a:moveTo>
                      <a:pt x="497840" y="181610"/>
                    </a:moveTo>
                    <a:cubicBezTo>
                      <a:pt x="497840" y="341630"/>
                      <a:pt x="480060" y="382270"/>
                      <a:pt x="455930" y="414020"/>
                    </a:cubicBezTo>
                    <a:cubicBezTo>
                      <a:pt x="430530" y="444500"/>
                      <a:pt x="394970" y="472440"/>
                      <a:pt x="359410" y="488950"/>
                    </a:cubicBezTo>
                    <a:cubicBezTo>
                      <a:pt x="323850" y="504190"/>
                      <a:pt x="279400" y="513080"/>
                      <a:pt x="240030" y="510540"/>
                    </a:cubicBezTo>
                    <a:cubicBezTo>
                      <a:pt x="200660" y="508000"/>
                      <a:pt x="157480" y="495300"/>
                      <a:pt x="124460" y="474980"/>
                    </a:cubicBezTo>
                    <a:cubicBezTo>
                      <a:pt x="90170" y="454660"/>
                      <a:pt x="58420" y="421640"/>
                      <a:pt x="38100" y="388620"/>
                    </a:cubicBezTo>
                    <a:cubicBezTo>
                      <a:pt x="17780" y="354330"/>
                      <a:pt x="3810" y="311150"/>
                      <a:pt x="1270" y="271780"/>
                    </a:cubicBezTo>
                    <a:cubicBezTo>
                      <a:pt x="0" y="233680"/>
                      <a:pt x="7620" y="189230"/>
                      <a:pt x="24130" y="152400"/>
                    </a:cubicBezTo>
                    <a:cubicBezTo>
                      <a:pt x="39370" y="116840"/>
                      <a:pt x="67310" y="81280"/>
                      <a:pt x="99060" y="57150"/>
                    </a:cubicBezTo>
                    <a:cubicBezTo>
                      <a:pt x="129540" y="33020"/>
                      <a:pt x="171450" y="13970"/>
                      <a:pt x="209550" y="7620"/>
                    </a:cubicBezTo>
                    <a:cubicBezTo>
                      <a:pt x="248920" y="0"/>
                      <a:pt x="293370" y="2540"/>
                      <a:pt x="331470" y="13970"/>
                    </a:cubicBezTo>
                    <a:cubicBezTo>
                      <a:pt x="368300" y="26670"/>
                      <a:pt x="435610" y="77470"/>
                      <a:pt x="435610" y="77470"/>
                    </a:cubicBezTo>
                  </a:path>
                </a:pathLst>
              </a:custGeom>
              <a:solidFill>
                <a:srgbClr val="02003E"/>
              </a:solidFill>
              <a:ln cap="sq">
                <a:noFill/>
                <a:prstDash val="solid"/>
                <a:miter/>
              </a:ln>
            </p:spPr>
          </p:sp>
        </p:grpSp>
        <p:grpSp>
          <p:nvGrpSpPr>
            <p:cNvPr id="69" name="Group 69"/>
            <p:cNvGrpSpPr/>
            <p:nvPr/>
          </p:nvGrpSpPr>
          <p:grpSpPr>
            <a:xfrm>
              <a:off x="3662423" y="3987623"/>
              <a:ext cx="2313347" cy="3123698"/>
              <a:chOff x="0" y="0"/>
              <a:chExt cx="1946910" cy="2628900"/>
            </a:xfrm>
          </p:grpSpPr>
          <p:sp>
            <p:nvSpPr>
              <p:cNvPr id="70" name="Freeform 70"/>
              <p:cNvSpPr/>
              <p:nvPr/>
            </p:nvSpPr>
            <p:spPr>
              <a:xfrm>
                <a:off x="50800" y="48260"/>
                <a:ext cx="1850390" cy="2531110"/>
              </a:xfrm>
              <a:custGeom>
                <a:avLst/>
                <a:gdLst/>
                <a:ahLst/>
                <a:cxnLst/>
                <a:rect l="l" t="t" r="r" b="b"/>
                <a:pathLst>
                  <a:path w="1850390" h="2531110">
                    <a:moveTo>
                      <a:pt x="100330" y="1907540"/>
                    </a:moveTo>
                    <a:cubicBezTo>
                      <a:pt x="618490" y="2306320"/>
                      <a:pt x="660400" y="2410460"/>
                      <a:pt x="695960" y="2409190"/>
                    </a:cubicBezTo>
                    <a:cubicBezTo>
                      <a:pt x="718820" y="2409190"/>
                      <a:pt x="725170" y="2366010"/>
                      <a:pt x="748030" y="2341880"/>
                    </a:cubicBezTo>
                    <a:cubicBezTo>
                      <a:pt x="783590" y="2305050"/>
                      <a:pt x="855980" y="2259330"/>
                      <a:pt x="896620" y="2216150"/>
                    </a:cubicBezTo>
                    <a:cubicBezTo>
                      <a:pt x="932180" y="2179320"/>
                      <a:pt x="946150" y="2157730"/>
                      <a:pt x="980440" y="2103120"/>
                    </a:cubicBezTo>
                    <a:cubicBezTo>
                      <a:pt x="1061720" y="1976120"/>
                      <a:pt x="1236980" y="1550670"/>
                      <a:pt x="1341120" y="1447800"/>
                    </a:cubicBezTo>
                    <a:cubicBezTo>
                      <a:pt x="1388110" y="1400810"/>
                      <a:pt x="1430020" y="1372870"/>
                      <a:pt x="1470660" y="1376680"/>
                    </a:cubicBezTo>
                    <a:cubicBezTo>
                      <a:pt x="1508760" y="1380490"/>
                      <a:pt x="1553210" y="1468120"/>
                      <a:pt x="1578610" y="1463040"/>
                    </a:cubicBezTo>
                    <a:cubicBezTo>
                      <a:pt x="1597660" y="1460500"/>
                      <a:pt x="1606550" y="1431290"/>
                      <a:pt x="1619250" y="1398270"/>
                    </a:cubicBezTo>
                    <a:cubicBezTo>
                      <a:pt x="1651000" y="1323340"/>
                      <a:pt x="1694180" y="1127760"/>
                      <a:pt x="1705610" y="993140"/>
                    </a:cubicBezTo>
                    <a:cubicBezTo>
                      <a:pt x="1717040" y="863600"/>
                      <a:pt x="1711960" y="678180"/>
                      <a:pt x="1691640" y="603250"/>
                    </a:cubicBezTo>
                    <a:cubicBezTo>
                      <a:pt x="1682750" y="571500"/>
                      <a:pt x="1668780" y="567690"/>
                      <a:pt x="1657350" y="537210"/>
                    </a:cubicBezTo>
                    <a:cubicBezTo>
                      <a:pt x="1633220" y="478790"/>
                      <a:pt x="1606550" y="351790"/>
                      <a:pt x="1578610" y="271780"/>
                    </a:cubicBezTo>
                    <a:cubicBezTo>
                      <a:pt x="1555750" y="204470"/>
                      <a:pt x="1506220" y="135890"/>
                      <a:pt x="1503680" y="88900"/>
                    </a:cubicBezTo>
                    <a:cubicBezTo>
                      <a:pt x="1501140" y="62230"/>
                      <a:pt x="1510030" y="38100"/>
                      <a:pt x="1522730" y="24130"/>
                    </a:cubicBezTo>
                    <a:cubicBezTo>
                      <a:pt x="1532890" y="11430"/>
                      <a:pt x="1549400" y="5080"/>
                      <a:pt x="1564640" y="2540"/>
                    </a:cubicBezTo>
                    <a:cubicBezTo>
                      <a:pt x="1578610" y="0"/>
                      <a:pt x="1596390" y="2540"/>
                      <a:pt x="1610360" y="10160"/>
                    </a:cubicBezTo>
                    <a:cubicBezTo>
                      <a:pt x="1625600" y="21590"/>
                      <a:pt x="1645920" y="48260"/>
                      <a:pt x="1647190" y="68580"/>
                    </a:cubicBezTo>
                    <a:cubicBezTo>
                      <a:pt x="1649730" y="87630"/>
                      <a:pt x="1637030" y="118110"/>
                      <a:pt x="1621790" y="130810"/>
                    </a:cubicBezTo>
                    <a:cubicBezTo>
                      <a:pt x="1605280" y="143510"/>
                      <a:pt x="1573530" y="151130"/>
                      <a:pt x="1554480" y="144780"/>
                    </a:cubicBezTo>
                    <a:cubicBezTo>
                      <a:pt x="1534160" y="139700"/>
                      <a:pt x="1511300" y="116840"/>
                      <a:pt x="1504950" y="96520"/>
                    </a:cubicBezTo>
                    <a:cubicBezTo>
                      <a:pt x="1498600" y="77470"/>
                      <a:pt x="1506220" y="45720"/>
                      <a:pt x="1517650" y="29210"/>
                    </a:cubicBezTo>
                    <a:cubicBezTo>
                      <a:pt x="1525270" y="16510"/>
                      <a:pt x="1541780" y="7620"/>
                      <a:pt x="1555750" y="3810"/>
                    </a:cubicBezTo>
                    <a:cubicBezTo>
                      <a:pt x="1570990" y="0"/>
                      <a:pt x="1588770" y="1270"/>
                      <a:pt x="1602740" y="7620"/>
                    </a:cubicBezTo>
                    <a:cubicBezTo>
                      <a:pt x="1616710" y="12700"/>
                      <a:pt x="1626870" y="21590"/>
                      <a:pt x="1638300" y="38100"/>
                    </a:cubicBezTo>
                    <a:cubicBezTo>
                      <a:pt x="1661160" y="69850"/>
                      <a:pt x="1682750" y="135890"/>
                      <a:pt x="1706880" y="200660"/>
                    </a:cubicBezTo>
                    <a:cubicBezTo>
                      <a:pt x="1741170" y="295910"/>
                      <a:pt x="1797050" y="445770"/>
                      <a:pt x="1819910" y="554990"/>
                    </a:cubicBezTo>
                    <a:cubicBezTo>
                      <a:pt x="1837690" y="645160"/>
                      <a:pt x="1841500" y="723900"/>
                      <a:pt x="1844040" y="806450"/>
                    </a:cubicBezTo>
                    <a:cubicBezTo>
                      <a:pt x="1847850" y="883920"/>
                      <a:pt x="1850390" y="947420"/>
                      <a:pt x="1838960" y="1037590"/>
                    </a:cubicBezTo>
                    <a:cubicBezTo>
                      <a:pt x="1822450" y="1167130"/>
                      <a:pt x="1767840" y="1418590"/>
                      <a:pt x="1731010" y="1506220"/>
                    </a:cubicBezTo>
                    <a:cubicBezTo>
                      <a:pt x="1714500" y="1544320"/>
                      <a:pt x="1706880" y="1565910"/>
                      <a:pt x="1682750" y="1581150"/>
                    </a:cubicBezTo>
                    <a:cubicBezTo>
                      <a:pt x="1656080" y="1597660"/>
                      <a:pt x="1605280" y="1595120"/>
                      <a:pt x="1573530" y="1595120"/>
                    </a:cubicBezTo>
                    <a:cubicBezTo>
                      <a:pt x="1549400" y="1593850"/>
                      <a:pt x="1530350" y="1593850"/>
                      <a:pt x="1508760" y="1582420"/>
                    </a:cubicBezTo>
                    <a:cubicBezTo>
                      <a:pt x="1477010" y="1565910"/>
                      <a:pt x="1409700" y="1484630"/>
                      <a:pt x="1410970" y="1483360"/>
                    </a:cubicBezTo>
                    <a:cubicBezTo>
                      <a:pt x="1412240" y="1482090"/>
                      <a:pt x="1455420" y="1499870"/>
                      <a:pt x="1460500" y="1524000"/>
                    </a:cubicBezTo>
                    <a:cubicBezTo>
                      <a:pt x="1475740" y="1609090"/>
                      <a:pt x="1187450" y="2043430"/>
                      <a:pt x="1097280" y="2178050"/>
                    </a:cubicBezTo>
                    <a:cubicBezTo>
                      <a:pt x="1052830" y="2244090"/>
                      <a:pt x="1024890" y="2275840"/>
                      <a:pt x="986790" y="2316480"/>
                    </a:cubicBezTo>
                    <a:cubicBezTo>
                      <a:pt x="951230" y="2354580"/>
                      <a:pt x="919480" y="2385060"/>
                      <a:pt x="876300" y="2416810"/>
                    </a:cubicBezTo>
                    <a:cubicBezTo>
                      <a:pt x="824230" y="2456180"/>
                      <a:pt x="745490" y="2527300"/>
                      <a:pt x="690880" y="2529840"/>
                    </a:cubicBezTo>
                    <a:cubicBezTo>
                      <a:pt x="648970" y="2531110"/>
                      <a:pt x="617220" y="2501900"/>
                      <a:pt x="576580" y="2471420"/>
                    </a:cubicBezTo>
                    <a:cubicBezTo>
                      <a:pt x="515620" y="2425700"/>
                      <a:pt x="443230" y="2316480"/>
                      <a:pt x="381000" y="2263140"/>
                    </a:cubicBezTo>
                    <a:cubicBezTo>
                      <a:pt x="334010" y="2223770"/>
                      <a:pt x="281940" y="2199640"/>
                      <a:pt x="246380" y="2170430"/>
                    </a:cubicBezTo>
                    <a:cubicBezTo>
                      <a:pt x="219710" y="2147570"/>
                      <a:pt x="210820" y="2128520"/>
                      <a:pt x="182880" y="2106930"/>
                    </a:cubicBezTo>
                    <a:cubicBezTo>
                      <a:pt x="142240" y="2073910"/>
                      <a:pt x="41910" y="2034540"/>
                      <a:pt x="15240" y="2002790"/>
                    </a:cubicBezTo>
                    <a:cubicBezTo>
                      <a:pt x="3810" y="1987550"/>
                      <a:pt x="0" y="1974850"/>
                      <a:pt x="0" y="1960880"/>
                    </a:cubicBezTo>
                    <a:cubicBezTo>
                      <a:pt x="0" y="1945640"/>
                      <a:pt x="6350" y="1929130"/>
                      <a:pt x="16510" y="1917700"/>
                    </a:cubicBezTo>
                    <a:cubicBezTo>
                      <a:pt x="25400" y="1907540"/>
                      <a:pt x="41910" y="1898650"/>
                      <a:pt x="55880" y="1897380"/>
                    </a:cubicBezTo>
                    <a:cubicBezTo>
                      <a:pt x="69850" y="1894840"/>
                      <a:pt x="100330" y="1907540"/>
                      <a:pt x="100330" y="1907540"/>
                    </a:cubicBezTo>
                  </a:path>
                </a:pathLst>
              </a:custGeom>
              <a:solidFill>
                <a:srgbClr val="FFFFFF"/>
              </a:solidFill>
              <a:ln cap="sq">
                <a:noFill/>
                <a:prstDash val="solid"/>
                <a:miter/>
              </a:ln>
            </p:spPr>
          </p:sp>
        </p:grpSp>
        <p:grpSp>
          <p:nvGrpSpPr>
            <p:cNvPr id="71" name="Group 71"/>
            <p:cNvGrpSpPr/>
            <p:nvPr/>
          </p:nvGrpSpPr>
          <p:grpSpPr>
            <a:xfrm>
              <a:off x="4086461" y="4484095"/>
              <a:ext cx="819405" cy="986907"/>
              <a:chOff x="0" y="0"/>
              <a:chExt cx="689610" cy="830580"/>
            </a:xfrm>
          </p:grpSpPr>
          <p:sp>
            <p:nvSpPr>
              <p:cNvPr id="72" name="Freeform 72"/>
              <p:cNvSpPr/>
              <p:nvPr/>
            </p:nvSpPr>
            <p:spPr>
              <a:xfrm>
                <a:off x="41910" y="48260"/>
                <a:ext cx="609600" cy="721360"/>
              </a:xfrm>
              <a:custGeom>
                <a:avLst/>
                <a:gdLst/>
                <a:ahLst/>
                <a:cxnLst/>
                <a:rect l="l" t="t" r="r" b="b"/>
                <a:pathLst>
                  <a:path w="609600" h="721360">
                    <a:moveTo>
                      <a:pt x="248920" y="721360"/>
                    </a:moveTo>
                    <a:cubicBezTo>
                      <a:pt x="81280" y="721360"/>
                      <a:pt x="46990" y="699770"/>
                      <a:pt x="27940" y="665480"/>
                    </a:cubicBezTo>
                    <a:cubicBezTo>
                      <a:pt x="0" y="617220"/>
                      <a:pt x="5080" y="505460"/>
                      <a:pt x="8890" y="449580"/>
                    </a:cubicBezTo>
                    <a:cubicBezTo>
                      <a:pt x="11430" y="411480"/>
                      <a:pt x="16510" y="389890"/>
                      <a:pt x="30480" y="358140"/>
                    </a:cubicBezTo>
                    <a:cubicBezTo>
                      <a:pt x="49530" y="317500"/>
                      <a:pt x="91440" y="262890"/>
                      <a:pt x="119380" y="229870"/>
                    </a:cubicBezTo>
                    <a:cubicBezTo>
                      <a:pt x="140970" y="205740"/>
                      <a:pt x="157480" y="195580"/>
                      <a:pt x="182880" y="173990"/>
                    </a:cubicBezTo>
                    <a:cubicBezTo>
                      <a:pt x="217170" y="144780"/>
                      <a:pt x="264160" y="102870"/>
                      <a:pt x="308610" y="73660"/>
                    </a:cubicBezTo>
                    <a:cubicBezTo>
                      <a:pt x="353060" y="45720"/>
                      <a:pt x="405130" y="6350"/>
                      <a:pt x="448310" y="2540"/>
                    </a:cubicBezTo>
                    <a:cubicBezTo>
                      <a:pt x="482600" y="0"/>
                      <a:pt x="523240" y="16510"/>
                      <a:pt x="546100" y="35560"/>
                    </a:cubicBezTo>
                    <a:cubicBezTo>
                      <a:pt x="567690" y="50800"/>
                      <a:pt x="579120" y="73660"/>
                      <a:pt x="588010" y="101600"/>
                    </a:cubicBezTo>
                    <a:cubicBezTo>
                      <a:pt x="599440" y="139700"/>
                      <a:pt x="609600" y="219710"/>
                      <a:pt x="596900" y="254000"/>
                    </a:cubicBezTo>
                    <a:cubicBezTo>
                      <a:pt x="588010" y="276860"/>
                      <a:pt x="566420" y="295910"/>
                      <a:pt x="547370" y="300990"/>
                    </a:cubicBezTo>
                    <a:cubicBezTo>
                      <a:pt x="528320" y="307340"/>
                      <a:pt x="496570" y="299720"/>
                      <a:pt x="481330" y="287020"/>
                    </a:cubicBezTo>
                    <a:cubicBezTo>
                      <a:pt x="464820" y="274320"/>
                      <a:pt x="454660" y="242570"/>
                      <a:pt x="454660" y="223520"/>
                    </a:cubicBezTo>
                    <a:cubicBezTo>
                      <a:pt x="455930" y="208280"/>
                      <a:pt x="464820" y="193040"/>
                      <a:pt x="474980" y="181610"/>
                    </a:cubicBezTo>
                    <a:cubicBezTo>
                      <a:pt x="483870" y="171450"/>
                      <a:pt x="500380" y="162560"/>
                      <a:pt x="515620" y="160020"/>
                    </a:cubicBezTo>
                    <a:cubicBezTo>
                      <a:pt x="529590" y="157480"/>
                      <a:pt x="548640" y="160020"/>
                      <a:pt x="561340" y="167640"/>
                    </a:cubicBezTo>
                    <a:cubicBezTo>
                      <a:pt x="574040" y="173990"/>
                      <a:pt x="588010" y="185420"/>
                      <a:pt x="593090" y="200660"/>
                    </a:cubicBezTo>
                    <a:cubicBezTo>
                      <a:pt x="599440" y="218440"/>
                      <a:pt x="600710" y="251460"/>
                      <a:pt x="590550" y="267970"/>
                    </a:cubicBezTo>
                    <a:cubicBezTo>
                      <a:pt x="579120" y="285750"/>
                      <a:pt x="551180" y="302260"/>
                      <a:pt x="532130" y="303530"/>
                    </a:cubicBezTo>
                    <a:cubicBezTo>
                      <a:pt x="511810" y="304800"/>
                      <a:pt x="482600" y="293370"/>
                      <a:pt x="469900" y="275590"/>
                    </a:cubicBezTo>
                    <a:cubicBezTo>
                      <a:pt x="454660" y="255270"/>
                      <a:pt x="448310" y="209550"/>
                      <a:pt x="454660" y="185420"/>
                    </a:cubicBezTo>
                    <a:cubicBezTo>
                      <a:pt x="459740" y="163830"/>
                      <a:pt x="499110" y="138430"/>
                      <a:pt x="496570" y="134620"/>
                    </a:cubicBezTo>
                    <a:cubicBezTo>
                      <a:pt x="490220" y="128270"/>
                      <a:pt x="356870" y="205740"/>
                      <a:pt x="302260" y="247650"/>
                    </a:cubicBezTo>
                    <a:cubicBezTo>
                      <a:pt x="252730" y="284480"/>
                      <a:pt x="201930" y="330200"/>
                      <a:pt x="176530" y="369570"/>
                    </a:cubicBezTo>
                    <a:cubicBezTo>
                      <a:pt x="158750" y="396240"/>
                      <a:pt x="151130" y="422910"/>
                      <a:pt x="147320" y="449580"/>
                    </a:cubicBezTo>
                    <a:cubicBezTo>
                      <a:pt x="142240" y="472440"/>
                      <a:pt x="142240" y="495300"/>
                      <a:pt x="146050" y="518160"/>
                    </a:cubicBezTo>
                    <a:cubicBezTo>
                      <a:pt x="151130" y="544830"/>
                      <a:pt x="156210" y="585470"/>
                      <a:pt x="175260" y="598170"/>
                    </a:cubicBezTo>
                    <a:cubicBezTo>
                      <a:pt x="194310" y="612140"/>
                      <a:pt x="241300" y="585470"/>
                      <a:pt x="262890" y="594360"/>
                    </a:cubicBezTo>
                    <a:cubicBezTo>
                      <a:pt x="281940" y="603250"/>
                      <a:pt x="299720" y="622300"/>
                      <a:pt x="303530" y="640080"/>
                    </a:cubicBezTo>
                    <a:cubicBezTo>
                      <a:pt x="307340" y="657860"/>
                      <a:pt x="299720" y="685800"/>
                      <a:pt x="289560" y="699770"/>
                    </a:cubicBezTo>
                    <a:cubicBezTo>
                      <a:pt x="280670" y="711200"/>
                      <a:pt x="248920" y="721360"/>
                      <a:pt x="248920" y="721360"/>
                    </a:cubicBezTo>
                  </a:path>
                </a:pathLst>
              </a:custGeom>
              <a:solidFill>
                <a:srgbClr val="FFFFFF"/>
              </a:solidFill>
              <a:ln cap="sq">
                <a:noFill/>
                <a:prstDash val="solid"/>
                <a:miter/>
              </a:ln>
            </p:spPr>
          </p:sp>
        </p:grpSp>
        <p:grpSp>
          <p:nvGrpSpPr>
            <p:cNvPr id="73" name="Group 73"/>
            <p:cNvGrpSpPr/>
            <p:nvPr/>
          </p:nvGrpSpPr>
          <p:grpSpPr>
            <a:xfrm>
              <a:off x="1071413" y="4865880"/>
              <a:ext cx="2295239" cy="6749904"/>
              <a:chOff x="0" y="0"/>
              <a:chExt cx="1931670" cy="5680710"/>
            </a:xfrm>
          </p:grpSpPr>
          <p:sp>
            <p:nvSpPr>
              <p:cNvPr id="74" name="Freeform 74"/>
              <p:cNvSpPr/>
              <p:nvPr/>
            </p:nvSpPr>
            <p:spPr>
              <a:xfrm>
                <a:off x="25400" y="36830"/>
                <a:ext cx="1856740" cy="5594350"/>
              </a:xfrm>
              <a:custGeom>
                <a:avLst/>
                <a:gdLst/>
                <a:ahLst/>
                <a:cxnLst/>
                <a:rect l="l" t="t" r="r" b="b"/>
                <a:pathLst>
                  <a:path w="1856740" h="5594350">
                    <a:moveTo>
                      <a:pt x="1790700" y="179070"/>
                    </a:moveTo>
                    <a:cubicBezTo>
                      <a:pt x="1619250" y="175260"/>
                      <a:pt x="1582420" y="157480"/>
                      <a:pt x="1516380" y="152400"/>
                    </a:cubicBezTo>
                    <a:cubicBezTo>
                      <a:pt x="1390650" y="143510"/>
                      <a:pt x="1112520" y="118110"/>
                      <a:pt x="962660" y="166370"/>
                    </a:cubicBezTo>
                    <a:cubicBezTo>
                      <a:pt x="842010" y="205740"/>
                      <a:pt x="741680" y="307340"/>
                      <a:pt x="670560" y="370840"/>
                    </a:cubicBezTo>
                    <a:cubicBezTo>
                      <a:pt x="622300" y="414020"/>
                      <a:pt x="595630" y="443230"/>
                      <a:pt x="561340" y="494030"/>
                    </a:cubicBezTo>
                    <a:cubicBezTo>
                      <a:pt x="515620" y="561340"/>
                      <a:pt x="474980" y="641350"/>
                      <a:pt x="434340" y="745490"/>
                    </a:cubicBezTo>
                    <a:cubicBezTo>
                      <a:pt x="373380" y="902970"/>
                      <a:pt x="299720" y="1254760"/>
                      <a:pt x="261620" y="1357630"/>
                    </a:cubicBezTo>
                    <a:cubicBezTo>
                      <a:pt x="247650" y="1393190"/>
                      <a:pt x="237490" y="1395730"/>
                      <a:pt x="227330" y="1428750"/>
                    </a:cubicBezTo>
                    <a:cubicBezTo>
                      <a:pt x="205740" y="1494790"/>
                      <a:pt x="182880" y="1596390"/>
                      <a:pt x="170180" y="1739900"/>
                    </a:cubicBezTo>
                    <a:cubicBezTo>
                      <a:pt x="142240" y="2048510"/>
                      <a:pt x="154940" y="2988310"/>
                      <a:pt x="167640" y="3216910"/>
                    </a:cubicBezTo>
                    <a:cubicBezTo>
                      <a:pt x="171450" y="3286760"/>
                      <a:pt x="170180" y="3305810"/>
                      <a:pt x="181610" y="3351530"/>
                    </a:cubicBezTo>
                    <a:cubicBezTo>
                      <a:pt x="195580" y="3406140"/>
                      <a:pt x="232410" y="3464560"/>
                      <a:pt x="250190" y="3521710"/>
                    </a:cubicBezTo>
                    <a:cubicBezTo>
                      <a:pt x="266700" y="3576320"/>
                      <a:pt x="264160" y="3629660"/>
                      <a:pt x="284480" y="3688080"/>
                    </a:cubicBezTo>
                    <a:cubicBezTo>
                      <a:pt x="307340" y="3757930"/>
                      <a:pt x="359410" y="3837940"/>
                      <a:pt x="388620" y="3909060"/>
                    </a:cubicBezTo>
                    <a:cubicBezTo>
                      <a:pt x="415290" y="3972560"/>
                      <a:pt x="436880" y="4032250"/>
                      <a:pt x="454660" y="4091940"/>
                    </a:cubicBezTo>
                    <a:cubicBezTo>
                      <a:pt x="471170" y="4146550"/>
                      <a:pt x="474980" y="4198620"/>
                      <a:pt x="492760" y="4253230"/>
                    </a:cubicBezTo>
                    <a:cubicBezTo>
                      <a:pt x="511810" y="4311650"/>
                      <a:pt x="537210" y="4372610"/>
                      <a:pt x="567690" y="4432300"/>
                    </a:cubicBezTo>
                    <a:cubicBezTo>
                      <a:pt x="599440" y="4497070"/>
                      <a:pt x="660400" y="4575810"/>
                      <a:pt x="681990" y="4627880"/>
                    </a:cubicBezTo>
                    <a:cubicBezTo>
                      <a:pt x="695960" y="4659630"/>
                      <a:pt x="689610" y="4681220"/>
                      <a:pt x="704850" y="4709160"/>
                    </a:cubicBezTo>
                    <a:cubicBezTo>
                      <a:pt x="726440" y="4749800"/>
                      <a:pt x="778510" y="4782820"/>
                      <a:pt x="819150" y="4834890"/>
                    </a:cubicBezTo>
                    <a:cubicBezTo>
                      <a:pt x="877570" y="4907280"/>
                      <a:pt x="958850" y="5054600"/>
                      <a:pt x="1007110" y="5111750"/>
                    </a:cubicBezTo>
                    <a:cubicBezTo>
                      <a:pt x="1031240" y="5142230"/>
                      <a:pt x="1052830" y="5151120"/>
                      <a:pt x="1069340" y="5173980"/>
                    </a:cubicBezTo>
                    <a:cubicBezTo>
                      <a:pt x="1083310" y="5194300"/>
                      <a:pt x="1083310" y="5213350"/>
                      <a:pt x="1099820" y="5238750"/>
                    </a:cubicBezTo>
                    <a:cubicBezTo>
                      <a:pt x="1129030" y="5281930"/>
                      <a:pt x="1207770" y="5355590"/>
                      <a:pt x="1238250" y="5398770"/>
                    </a:cubicBezTo>
                    <a:cubicBezTo>
                      <a:pt x="1257300" y="5426710"/>
                      <a:pt x="1275080" y="5471160"/>
                      <a:pt x="1276350" y="5469890"/>
                    </a:cubicBezTo>
                    <a:cubicBezTo>
                      <a:pt x="1277620" y="5469890"/>
                      <a:pt x="1271270" y="5454650"/>
                      <a:pt x="1272540" y="5453380"/>
                    </a:cubicBezTo>
                    <a:cubicBezTo>
                      <a:pt x="1275080" y="5452110"/>
                      <a:pt x="1300480" y="5471160"/>
                      <a:pt x="1305560" y="5486400"/>
                    </a:cubicBezTo>
                    <a:cubicBezTo>
                      <a:pt x="1313180" y="5504180"/>
                      <a:pt x="1314450" y="5537200"/>
                      <a:pt x="1304290" y="5554980"/>
                    </a:cubicBezTo>
                    <a:cubicBezTo>
                      <a:pt x="1295400" y="5572760"/>
                      <a:pt x="1266190" y="5589270"/>
                      <a:pt x="1247140" y="5591810"/>
                    </a:cubicBezTo>
                    <a:cubicBezTo>
                      <a:pt x="1231900" y="5594350"/>
                      <a:pt x="1214120" y="5589270"/>
                      <a:pt x="1201420" y="5581650"/>
                    </a:cubicBezTo>
                    <a:cubicBezTo>
                      <a:pt x="1189990" y="5574030"/>
                      <a:pt x="1177290" y="5560060"/>
                      <a:pt x="1172210" y="5544820"/>
                    </a:cubicBezTo>
                    <a:cubicBezTo>
                      <a:pt x="1167130" y="5527040"/>
                      <a:pt x="1169670" y="5494020"/>
                      <a:pt x="1181100" y="5477510"/>
                    </a:cubicBezTo>
                    <a:cubicBezTo>
                      <a:pt x="1192530" y="5461000"/>
                      <a:pt x="1221740" y="5445760"/>
                      <a:pt x="1242060" y="5445760"/>
                    </a:cubicBezTo>
                    <a:cubicBezTo>
                      <a:pt x="1262380" y="5447030"/>
                      <a:pt x="1290320" y="5464810"/>
                      <a:pt x="1301750" y="5478780"/>
                    </a:cubicBezTo>
                    <a:cubicBezTo>
                      <a:pt x="1311910" y="5491480"/>
                      <a:pt x="1314450" y="5509260"/>
                      <a:pt x="1314450" y="5524500"/>
                    </a:cubicBezTo>
                    <a:cubicBezTo>
                      <a:pt x="1313180" y="5539740"/>
                      <a:pt x="1305560" y="5556250"/>
                      <a:pt x="1295400" y="5567680"/>
                    </a:cubicBezTo>
                    <a:cubicBezTo>
                      <a:pt x="1286510" y="5579110"/>
                      <a:pt x="1270000" y="5588000"/>
                      <a:pt x="1254760" y="5590540"/>
                    </a:cubicBezTo>
                    <a:cubicBezTo>
                      <a:pt x="1240790" y="5594350"/>
                      <a:pt x="1226820" y="5594350"/>
                      <a:pt x="1209040" y="5585460"/>
                    </a:cubicBezTo>
                    <a:cubicBezTo>
                      <a:pt x="1170940" y="5565140"/>
                      <a:pt x="1099820" y="5473700"/>
                      <a:pt x="1061720" y="5427980"/>
                    </a:cubicBezTo>
                    <a:cubicBezTo>
                      <a:pt x="1033780" y="5396230"/>
                      <a:pt x="1010920" y="5369560"/>
                      <a:pt x="995680" y="5341620"/>
                    </a:cubicBezTo>
                    <a:cubicBezTo>
                      <a:pt x="982980" y="5320030"/>
                      <a:pt x="988060" y="5307330"/>
                      <a:pt x="971550" y="5278120"/>
                    </a:cubicBezTo>
                    <a:cubicBezTo>
                      <a:pt x="919480" y="5185410"/>
                      <a:pt x="626110" y="4861560"/>
                      <a:pt x="571500" y="4754880"/>
                    </a:cubicBezTo>
                    <a:cubicBezTo>
                      <a:pt x="549910" y="4714240"/>
                      <a:pt x="557530" y="4696460"/>
                      <a:pt x="542290" y="4663440"/>
                    </a:cubicBezTo>
                    <a:cubicBezTo>
                      <a:pt x="521970" y="4620260"/>
                      <a:pt x="471170" y="4563110"/>
                      <a:pt x="453390" y="4521200"/>
                    </a:cubicBezTo>
                    <a:cubicBezTo>
                      <a:pt x="441960" y="4493260"/>
                      <a:pt x="447040" y="4472940"/>
                      <a:pt x="436880" y="4446270"/>
                    </a:cubicBezTo>
                    <a:cubicBezTo>
                      <a:pt x="424180" y="4415790"/>
                      <a:pt x="400050" y="4394200"/>
                      <a:pt x="382270" y="4351020"/>
                    </a:cubicBezTo>
                    <a:cubicBezTo>
                      <a:pt x="350520" y="4277360"/>
                      <a:pt x="326390" y="4131310"/>
                      <a:pt x="288290" y="4029710"/>
                    </a:cubicBezTo>
                    <a:cubicBezTo>
                      <a:pt x="250190" y="3930650"/>
                      <a:pt x="176530" y="3815080"/>
                      <a:pt x="156210" y="3747770"/>
                    </a:cubicBezTo>
                    <a:cubicBezTo>
                      <a:pt x="144780" y="3710940"/>
                      <a:pt x="151130" y="3696970"/>
                      <a:pt x="142240" y="3661410"/>
                    </a:cubicBezTo>
                    <a:cubicBezTo>
                      <a:pt x="125730" y="3597910"/>
                      <a:pt x="71120" y="3487420"/>
                      <a:pt x="52070" y="3407410"/>
                    </a:cubicBezTo>
                    <a:cubicBezTo>
                      <a:pt x="36830" y="3340100"/>
                      <a:pt x="33020" y="3310890"/>
                      <a:pt x="27940" y="3216910"/>
                    </a:cubicBezTo>
                    <a:cubicBezTo>
                      <a:pt x="10160" y="2956560"/>
                      <a:pt x="0" y="2039620"/>
                      <a:pt x="25400" y="1732280"/>
                    </a:cubicBezTo>
                    <a:cubicBezTo>
                      <a:pt x="36830" y="1593850"/>
                      <a:pt x="49530" y="1531620"/>
                      <a:pt x="76200" y="1431290"/>
                    </a:cubicBezTo>
                    <a:cubicBezTo>
                      <a:pt x="104140" y="1327150"/>
                      <a:pt x="176530" y="1189990"/>
                      <a:pt x="190500" y="1120140"/>
                    </a:cubicBezTo>
                    <a:cubicBezTo>
                      <a:pt x="196850" y="1088390"/>
                      <a:pt x="187960" y="1078230"/>
                      <a:pt x="194310" y="1045210"/>
                    </a:cubicBezTo>
                    <a:cubicBezTo>
                      <a:pt x="207010" y="976630"/>
                      <a:pt x="254000" y="831850"/>
                      <a:pt x="289560" y="735330"/>
                    </a:cubicBezTo>
                    <a:cubicBezTo>
                      <a:pt x="321310" y="647700"/>
                      <a:pt x="345440" y="566420"/>
                      <a:pt x="394970" y="487680"/>
                    </a:cubicBezTo>
                    <a:cubicBezTo>
                      <a:pt x="449580" y="400050"/>
                      <a:pt x="543560" y="300990"/>
                      <a:pt x="613410" y="236220"/>
                    </a:cubicBezTo>
                    <a:cubicBezTo>
                      <a:pt x="666750" y="185420"/>
                      <a:pt x="718820" y="152400"/>
                      <a:pt x="769620" y="118110"/>
                    </a:cubicBezTo>
                    <a:cubicBezTo>
                      <a:pt x="814070" y="88900"/>
                      <a:pt x="859790" y="58420"/>
                      <a:pt x="901700" y="40640"/>
                    </a:cubicBezTo>
                    <a:cubicBezTo>
                      <a:pt x="937260" y="26670"/>
                      <a:pt x="956310" y="20320"/>
                      <a:pt x="1004570" y="13970"/>
                    </a:cubicBezTo>
                    <a:cubicBezTo>
                      <a:pt x="1109980" y="0"/>
                      <a:pt x="1403350" y="2540"/>
                      <a:pt x="1522730" y="16510"/>
                    </a:cubicBezTo>
                    <a:cubicBezTo>
                      <a:pt x="1587500" y="22860"/>
                      <a:pt x="1621790" y="41910"/>
                      <a:pt x="1670050" y="46990"/>
                    </a:cubicBezTo>
                    <a:cubicBezTo>
                      <a:pt x="1715770" y="53340"/>
                      <a:pt x="1775460" y="40640"/>
                      <a:pt x="1805940" y="49530"/>
                    </a:cubicBezTo>
                    <a:cubicBezTo>
                      <a:pt x="1823720" y="55880"/>
                      <a:pt x="1836420" y="64770"/>
                      <a:pt x="1844040" y="76200"/>
                    </a:cubicBezTo>
                    <a:cubicBezTo>
                      <a:pt x="1852930" y="88900"/>
                      <a:pt x="1856740" y="106680"/>
                      <a:pt x="1855470" y="121920"/>
                    </a:cubicBezTo>
                    <a:cubicBezTo>
                      <a:pt x="1854200" y="135890"/>
                      <a:pt x="1844040" y="153670"/>
                      <a:pt x="1833880" y="162560"/>
                    </a:cubicBezTo>
                    <a:cubicBezTo>
                      <a:pt x="1822450" y="172720"/>
                      <a:pt x="1790700" y="179070"/>
                      <a:pt x="1790700" y="179070"/>
                    </a:cubicBezTo>
                  </a:path>
                </a:pathLst>
              </a:custGeom>
              <a:solidFill>
                <a:srgbClr val="FFFFFF"/>
              </a:solidFill>
              <a:ln cap="sq">
                <a:noFill/>
                <a:prstDash val="solid"/>
                <a:miter/>
              </a:ln>
            </p:spPr>
          </p:sp>
        </p:grpSp>
        <p:grpSp>
          <p:nvGrpSpPr>
            <p:cNvPr id="75" name="Group 75"/>
            <p:cNvGrpSpPr/>
            <p:nvPr/>
          </p:nvGrpSpPr>
          <p:grpSpPr>
            <a:xfrm>
              <a:off x="1638810" y="5205412"/>
              <a:ext cx="3043719" cy="4733836"/>
              <a:chOff x="0" y="0"/>
              <a:chExt cx="2561590" cy="3983990"/>
            </a:xfrm>
          </p:grpSpPr>
          <p:sp>
            <p:nvSpPr>
              <p:cNvPr id="76" name="Freeform 76"/>
              <p:cNvSpPr/>
              <p:nvPr/>
            </p:nvSpPr>
            <p:spPr>
              <a:xfrm>
                <a:off x="27940" y="35560"/>
                <a:ext cx="2485390" cy="3901440"/>
              </a:xfrm>
              <a:custGeom>
                <a:avLst/>
                <a:gdLst/>
                <a:ahLst/>
                <a:cxnLst/>
                <a:rect l="l" t="t" r="r" b="b"/>
                <a:pathLst>
                  <a:path w="2485390" h="3901440">
                    <a:moveTo>
                      <a:pt x="849630" y="147320"/>
                    </a:moveTo>
                    <a:cubicBezTo>
                      <a:pt x="487680" y="156210"/>
                      <a:pt x="474980" y="163830"/>
                      <a:pt x="457200" y="184150"/>
                    </a:cubicBezTo>
                    <a:cubicBezTo>
                      <a:pt x="430530" y="213360"/>
                      <a:pt x="410210" y="270510"/>
                      <a:pt x="388620" y="326390"/>
                    </a:cubicBezTo>
                    <a:cubicBezTo>
                      <a:pt x="361950" y="398780"/>
                      <a:pt x="330200" y="496570"/>
                      <a:pt x="314960" y="582930"/>
                    </a:cubicBezTo>
                    <a:cubicBezTo>
                      <a:pt x="299720" y="668020"/>
                      <a:pt x="307340" y="751840"/>
                      <a:pt x="295910" y="842010"/>
                    </a:cubicBezTo>
                    <a:cubicBezTo>
                      <a:pt x="283210" y="942340"/>
                      <a:pt x="254000" y="1021080"/>
                      <a:pt x="240030" y="1158240"/>
                    </a:cubicBezTo>
                    <a:cubicBezTo>
                      <a:pt x="215900" y="1404620"/>
                      <a:pt x="242570" y="2009140"/>
                      <a:pt x="217170" y="2198370"/>
                    </a:cubicBezTo>
                    <a:cubicBezTo>
                      <a:pt x="207010" y="2270760"/>
                      <a:pt x="187960" y="2294890"/>
                      <a:pt x="179070" y="2346960"/>
                    </a:cubicBezTo>
                    <a:cubicBezTo>
                      <a:pt x="168910" y="2400300"/>
                      <a:pt x="163830" y="2437130"/>
                      <a:pt x="160020" y="2514600"/>
                    </a:cubicBezTo>
                    <a:cubicBezTo>
                      <a:pt x="151130" y="2683510"/>
                      <a:pt x="133350" y="3210560"/>
                      <a:pt x="163830" y="3323590"/>
                    </a:cubicBezTo>
                    <a:cubicBezTo>
                      <a:pt x="171450" y="3355340"/>
                      <a:pt x="181610" y="3361690"/>
                      <a:pt x="196850" y="3382010"/>
                    </a:cubicBezTo>
                    <a:cubicBezTo>
                      <a:pt x="215900" y="3406140"/>
                      <a:pt x="240030" y="3431540"/>
                      <a:pt x="273050" y="3455670"/>
                    </a:cubicBezTo>
                    <a:cubicBezTo>
                      <a:pt x="320040" y="3488690"/>
                      <a:pt x="379730" y="3526790"/>
                      <a:pt x="459740" y="3554730"/>
                    </a:cubicBezTo>
                    <a:cubicBezTo>
                      <a:pt x="585470" y="3599180"/>
                      <a:pt x="880110" y="3622040"/>
                      <a:pt x="970280" y="3646170"/>
                    </a:cubicBezTo>
                    <a:cubicBezTo>
                      <a:pt x="1003300" y="3655060"/>
                      <a:pt x="1000760" y="3662680"/>
                      <a:pt x="1035050" y="3670300"/>
                    </a:cubicBezTo>
                    <a:cubicBezTo>
                      <a:pt x="1143000" y="3695700"/>
                      <a:pt x="1540510" y="3737610"/>
                      <a:pt x="1728470" y="3749040"/>
                    </a:cubicBezTo>
                    <a:cubicBezTo>
                      <a:pt x="1855470" y="3756660"/>
                      <a:pt x="1965960" y="3755390"/>
                      <a:pt x="2049780" y="3751580"/>
                    </a:cubicBezTo>
                    <a:cubicBezTo>
                      <a:pt x="2101850" y="3749040"/>
                      <a:pt x="2129790" y="3747770"/>
                      <a:pt x="2178050" y="3737610"/>
                    </a:cubicBezTo>
                    <a:cubicBezTo>
                      <a:pt x="2246630" y="3722370"/>
                      <a:pt x="2373630" y="3658870"/>
                      <a:pt x="2420620" y="3662680"/>
                    </a:cubicBezTo>
                    <a:cubicBezTo>
                      <a:pt x="2439670" y="3663950"/>
                      <a:pt x="2451100" y="3672840"/>
                      <a:pt x="2461260" y="3684270"/>
                    </a:cubicBezTo>
                    <a:cubicBezTo>
                      <a:pt x="2471420" y="3694430"/>
                      <a:pt x="2481580" y="3710940"/>
                      <a:pt x="2481580" y="3726180"/>
                    </a:cubicBezTo>
                    <a:cubicBezTo>
                      <a:pt x="2482850" y="3745230"/>
                      <a:pt x="2470150" y="3776980"/>
                      <a:pt x="2457450" y="3789680"/>
                    </a:cubicBezTo>
                    <a:cubicBezTo>
                      <a:pt x="2446020" y="3801110"/>
                      <a:pt x="2429510" y="3807460"/>
                      <a:pt x="2414270" y="3807460"/>
                    </a:cubicBezTo>
                    <a:cubicBezTo>
                      <a:pt x="2399030" y="3808730"/>
                      <a:pt x="2381250" y="3806190"/>
                      <a:pt x="2368550" y="3796030"/>
                    </a:cubicBezTo>
                    <a:cubicBezTo>
                      <a:pt x="2353310" y="3784600"/>
                      <a:pt x="2336800" y="3756660"/>
                      <a:pt x="2335530" y="3736340"/>
                    </a:cubicBezTo>
                    <a:cubicBezTo>
                      <a:pt x="2335530" y="3716020"/>
                      <a:pt x="2350770" y="3686810"/>
                      <a:pt x="2367280" y="3675380"/>
                    </a:cubicBezTo>
                    <a:cubicBezTo>
                      <a:pt x="2383790" y="3662680"/>
                      <a:pt x="2416810" y="3658870"/>
                      <a:pt x="2435860" y="3666490"/>
                    </a:cubicBezTo>
                    <a:cubicBezTo>
                      <a:pt x="2453640" y="3674110"/>
                      <a:pt x="2475230" y="3699510"/>
                      <a:pt x="2480310" y="3718560"/>
                    </a:cubicBezTo>
                    <a:cubicBezTo>
                      <a:pt x="2485390" y="3732530"/>
                      <a:pt x="2481580" y="3751580"/>
                      <a:pt x="2476500" y="3764280"/>
                    </a:cubicBezTo>
                    <a:cubicBezTo>
                      <a:pt x="2470150" y="3778250"/>
                      <a:pt x="2457450" y="3789680"/>
                      <a:pt x="2444750" y="3798570"/>
                    </a:cubicBezTo>
                    <a:cubicBezTo>
                      <a:pt x="2429510" y="3808730"/>
                      <a:pt x="2411730" y="3811270"/>
                      <a:pt x="2388870" y="3820160"/>
                    </a:cubicBezTo>
                    <a:cubicBezTo>
                      <a:pt x="2349500" y="3832860"/>
                      <a:pt x="2286000" y="3856990"/>
                      <a:pt x="2231390" y="3869690"/>
                    </a:cubicBezTo>
                    <a:cubicBezTo>
                      <a:pt x="2172970" y="3883660"/>
                      <a:pt x="2114550" y="3891280"/>
                      <a:pt x="2049780" y="3896360"/>
                    </a:cubicBezTo>
                    <a:cubicBezTo>
                      <a:pt x="1973580" y="3901440"/>
                      <a:pt x="1908810" y="3901440"/>
                      <a:pt x="1803400" y="3896360"/>
                    </a:cubicBezTo>
                    <a:cubicBezTo>
                      <a:pt x="1617980" y="3886200"/>
                      <a:pt x="1151890" y="3839210"/>
                      <a:pt x="1029970" y="3812540"/>
                    </a:cubicBezTo>
                    <a:cubicBezTo>
                      <a:pt x="991870" y="3804920"/>
                      <a:pt x="990600" y="3796030"/>
                      <a:pt x="955040" y="3787140"/>
                    </a:cubicBezTo>
                    <a:cubicBezTo>
                      <a:pt x="880110" y="3769360"/>
                      <a:pt x="698500" y="3754120"/>
                      <a:pt x="593090" y="3732530"/>
                    </a:cubicBezTo>
                    <a:cubicBezTo>
                      <a:pt x="509270" y="3716020"/>
                      <a:pt x="435610" y="3702050"/>
                      <a:pt x="369570" y="3675380"/>
                    </a:cubicBezTo>
                    <a:cubicBezTo>
                      <a:pt x="311150" y="3651250"/>
                      <a:pt x="255270" y="3615690"/>
                      <a:pt x="213360" y="3586480"/>
                    </a:cubicBezTo>
                    <a:cubicBezTo>
                      <a:pt x="181610" y="3563620"/>
                      <a:pt x="160020" y="3544570"/>
                      <a:pt x="134620" y="3519170"/>
                    </a:cubicBezTo>
                    <a:cubicBezTo>
                      <a:pt x="105410" y="3491230"/>
                      <a:pt x="67310" y="3451860"/>
                      <a:pt x="48260" y="3421380"/>
                    </a:cubicBezTo>
                    <a:cubicBezTo>
                      <a:pt x="35560" y="3399790"/>
                      <a:pt x="29210" y="3393440"/>
                      <a:pt x="22860" y="3359150"/>
                    </a:cubicBezTo>
                    <a:cubicBezTo>
                      <a:pt x="0" y="3243580"/>
                      <a:pt x="16510" y="2719070"/>
                      <a:pt x="26670" y="2547620"/>
                    </a:cubicBezTo>
                    <a:cubicBezTo>
                      <a:pt x="30480" y="2466340"/>
                      <a:pt x="35560" y="2428240"/>
                      <a:pt x="45720" y="2369820"/>
                    </a:cubicBezTo>
                    <a:cubicBezTo>
                      <a:pt x="55880" y="2311400"/>
                      <a:pt x="77470" y="2278380"/>
                      <a:pt x="87630" y="2195830"/>
                    </a:cubicBezTo>
                    <a:cubicBezTo>
                      <a:pt x="110490" y="2004060"/>
                      <a:pt x="78740" y="1532890"/>
                      <a:pt x="100330" y="1233170"/>
                    </a:cubicBezTo>
                    <a:cubicBezTo>
                      <a:pt x="119380" y="970280"/>
                      <a:pt x="149860" y="689610"/>
                      <a:pt x="195580" y="495300"/>
                    </a:cubicBezTo>
                    <a:cubicBezTo>
                      <a:pt x="226060" y="363220"/>
                      <a:pt x="274320" y="231140"/>
                      <a:pt x="304800" y="170180"/>
                    </a:cubicBezTo>
                    <a:cubicBezTo>
                      <a:pt x="318770" y="143510"/>
                      <a:pt x="325120" y="134620"/>
                      <a:pt x="342900" y="116840"/>
                    </a:cubicBezTo>
                    <a:cubicBezTo>
                      <a:pt x="368300" y="88900"/>
                      <a:pt x="415290" y="45720"/>
                      <a:pt x="448310" y="29210"/>
                    </a:cubicBezTo>
                    <a:cubicBezTo>
                      <a:pt x="472440" y="17780"/>
                      <a:pt x="485140" y="17780"/>
                      <a:pt x="516890" y="15240"/>
                    </a:cubicBezTo>
                    <a:cubicBezTo>
                      <a:pt x="588010" y="7620"/>
                      <a:pt x="808990" y="0"/>
                      <a:pt x="864870" y="19050"/>
                    </a:cubicBezTo>
                    <a:cubicBezTo>
                      <a:pt x="886460" y="25400"/>
                      <a:pt x="895350" y="33020"/>
                      <a:pt x="902970" y="44450"/>
                    </a:cubicBezTo>
                    <a:cubicBezTo>
                      <a:pt x="911860" y="57150"/>
                      <a:pt x="915670" y="74930"/>
                      <a:pt x="914400" y="90170"/>
                    </a:cubicBezTo>
                    <a:cubicBezTo>
                      <a:pt x="913130" y="104140"/>
                      <a:pt x="904240" y="120650"/>
                      <a:pt x="892810" y="130810"/>
                    </a:cubicBezTo>
                    <a:cubicBezTo>
                      <a:pt x="882650" y="139700"/>
                      <a:pt x="849630" y="147320"/>
                      <a:pt x="849630" y="147320"/>
                    </a:cubicBezTo>
                  </a:path>
                </a:pathLst>
              </a:custGeom>
              <a:solidFill>
                <a:srgbClr val="FFFFFF"/>
              </a:solidFill>
              <a:ln cap="sq">
                <a:noFill/>
                <a:prstDash val="solid"/>
                <a:miter/>
              </a:ln>
            </p:spPr>
          </p:sp>
        </p:grpSp>
        <p:grpSp>
          <p:nvGrpSpPr>
            <p:cNvPr id="77" name="Group 77"/>
            <p:cNvGrpSpPr/>
            <p:nvPr/>
          </p:nvGrpSpPr>
          <p:grpSpPr>
            <a:xfrm>
              <a:off x="2589500" y="5736592"/>
              <a:ext cx="3660914" cy="4895302"/>
              <a:chOff x="0" y="0"/>
              <a:chExt cx="3081020" cy="4119880"/>
            </a:xfrm>
          </p:grpSpPr>
          <p:sp>
            <p:nvSpPr>
              <p:cNvPr id="78" name="Freeform 78"/>
              <p:cNvSpPr/>
              <p:nvPr/>
            </p:nvSpPr>
            <p:spPr>
              <a:xfrm>
                <a:off x="46990" y="50800"/>
                <a:ext cx="2995930" cy="4024630"/>
              </a:xfrm>
              <a:custGeom>
                <a:avLst/>
                <a:gdLst/>
                <a:ahLst/>
                <a:cxnLst/>
                <a:rect l="l" t="t" r="r" b="b"/>
                <a:pathLst>
                  <a:path w="2995930" h="4024630">
                    <a:moveTo>
                      <a:pt x="228600" y="58420"/>
                    </a:moveTo>
                    <a:cubicBezTo>
                      <a:pt x="250190" y="511810"/>
                      <a:pt x="270510" y="1087120"/>
                      <a:pt x="246380" y="1263650"/>
                    </a:cubicBezTo>
                    <a:cubicBezTo>
                      <a:pt x="236220" y="1332230"/>
                      <a:pt x="215900" y="1348740"/>
                      <a:pt x="207010" y="1403350"/>
                    </a:cubicBezTo>
                    <a:cubicBezTo>
                      <a:pt x="193040" y="1475740"/>
                      <a:pt x="199390" y="1606550"/>
                      <a:pt x="187960" y="1664970"/>
                    </a:cubicBezTo>
                    <a:cubicBezTo>
                      <a:pt x="181610" y="1695450"/>
                      <a:pt x="172720" y="1703070"/>
                      <a:pt x="166370" y="1732280"/>
                    </a:cubicBezTo>
                    <a:cubicBezTo>
                      <a:pt x="156210" y="1784350"/>
                      <a:pt x="149860" y="1870710"/>
                      <a:pt x="146050" y="1950720"/>
                    </a:cubicBezTo>
                    <a:cubicBezTo>
                      <a:pt x="140970" y="2047240"/>
                      <a:pt x="140970" y="2199640"/>
                      <a:pt x="146050" y="2269490"/>
                    </a:cubicBezTo>
                    <a:cubicBezTo>
                      <a:pt x="148590" y="2302510"/>
                      <a:pt x="144780" y="2320290"/>
                      <a:pt x="158750" y="2344420"/>
                    </a:cubicBezTo>
                    <a:cubicBezTo>
                      <a:pt x="180340" y="2379980"/>
                      <a:pt x="234950" y="2413000"/>
                      <a:pt x="287020" y="2440940"/>
                    </a:cubicBezTo>
                    <a:cubicBezTo>
                      <a:pt x="353060" y="2476500"/>
                      <a:pt x="433070" y="2501900"/>
                      <a:pt x="533400" y="2528570"/>
                    </a:cubicBezTo>
                    <a:cubicBezTo>
                      <a:pt x="678180" y="2567940"/>
                      <a:pt x="923290" y="2607310"/>
                      <a:pt x="1078230" y="2628900"/>
                    </a:cubicBezTo>
                    <a:cubicBezTo>
                      <a:pt x="1193800" y="2644140"/>
                      <a:pt x="1292860" y="2636520"/>
                      <a:pt x="1381760" y="2654300"/>
                    </a:cubicBezTo>
                    <a:cubicBezTo>
                      <a:pt x="1454150" y="2668270"/>
                      <a:pt x="1499870" y="2700020"/>
                      <a:pt x="1574800" y="2712720"/>
                    </a:cubicBezTo>
                    <a:cubicBezTo>
                      <a:pt x="1673860" y="2729230"/>
                      <a:pt x="1852930" y="2715260"/>
                      <a:pt x="1926590" y="2726690"/>
                    </a:cubicBezTo>
                    <a:cubicBezTo>
                      <a:pt x="1962150" y="2733040"/>
                      <a:pt x="1979930" y="2734310"/>
                      <a:pt x="2002790" y="2749550"/>
                    </a:cubicBezTo>
                    <a:cubicBezTo>
                      <a:pt x="2029460" y="2768600"/>
                      <a:pt x="2061210" y="2810510"/>
                      <a:pt x="2072640" y="2839720"/>
                    </a:cubicBezTo>
                    <a:cubicBezTo>
                      <a:pt x="2080260" y="2862580"/>
                      <a:pt x="2078990" y="2880360"/>
                      <a:pt x="2076450" y="2904490"/>
                    </a:cubicBezTo>
                    <a:cubicBezTo>
                      <a:pt x="2073910" y="2934970"/>
                      <a:pt x="2070100" y="2969260"/>
                      <a:pt x="2051050" y="3003550"/>
                    </a:cubicBezTo>
                    <a:cubicBezTo>
                      <a:pt x="2020570" y="3054350"/>
                      <a:pt x="1953260" y="3115310"/>
                      <a:pt x="1889760" y="3162300"/>
                    </a:cubicBezTo>
                    <a:cubicBezTo>
                      <a:pt x="1819910" y="3213100"/>
                      <a:pt x="1699260" y="3243580"/>
                      <a:pt x="1644650" y="3290570"/>
                    </a:cubicBezTo>
                    <a:cubicBezTo>
                      <a:pt x="1607820" y="3323590"/>
                      <a:pt x="1597660" y="3378200"/>
                      <a:pt x="1569720" y="3395980"/>
                    </a:cubicBezTo>
                    <a:cubicBezTo>
                      <a:pt x="1550670" y="3408680"/>
                      <a:pt x="1524000" y="3413760"/>
                      <a:pt x="1504950" y="3409950"/>
                    </a:cubicBezTo>
                    <a:cubicBezTo>
                      <a:pt x="1488440" y="3406140"/>
                      <a:pt x="1473200" y="3393440"/>
                      <a:pt x="1464310" y="3379470"/>
                    </a:cubicBezTo>
                    <a:cubicBezTo>
                      <a:pt x="1455420" y="3366770"/>
                      <a:pt x="1450340" y="3348990"/>
                      <a:pt x="1454150" y="3329940"/>
                    </a:cubicBezTo>
                    <a:cubicBezTo>
                      <a:pt x="1459230" y="3300730"/>
                      <a:pt x="1494790" y="3266440"/>
                      <a:pt x="1522730" y="3228340"/>
                    </a:cubicBezTo>
                    <a:cubicBezTo>
                      <a:pt x="1563370" y="3173730"/>
                      <a:pt x="1633220" y="3084830"/>
                      <a:pt x="1676400" y="3041650"/>
                    </a:cubicBezTo>
                    <a:cubicBezTo>
                      <a:pt x="1701800" y="3016250"/>
                      <a:pt x="1715770" y="3002280"/>
                      <a:pt x="1743710" y="2985770"/>
                    </a:cubicBezTo>
                    <a:cubicBezTo>
                      <a:pt x="1778000" y="2965450"/>
                      <a:pt x="1814830" y="2950210"/>
                      <a:pt x="1871980" y="2936240"/>
                    </a:cubicBezTo>
                    <a:cubicBezTo>
                      <a:pt x="1977390" y="2909570"/>
                      <a:pt x="2180590" y="2887980"/>
                      <a:pt x="2331720" y="2874010"/>
                    </a:cubicBezTo>
                    <a:cubicBezTo>
                      <a:pt x="2477770" y="2860040"/>
                      <a:pt x="2659380" y="2854960"/>
                      <a:pt x="2764790" y="2851150"/>
                    </a:cubicBezTo>
                    <a:cubicBezTo>
                      <a:pt x="2824480" y="2848610"/>
                      <a:pt x="2866390" y="2837180"/>
                      <a:pt x="2904490" y="2849880"/>
                    </a:cubicBezTo>
                    <a:cubicBezTo>
                      <a:pt x="2936240" y="2860040"/>
                      <a:pt x="2971800" y="2879090"/>
                      <a:pt x="2983230" y="2907030"/>
                    </a:cubicBezTo>
                    <a:cubicBezTo>
                      <a:pt x="2995930" y="2938780"/>
                      <a:pt x="2978150" y="3006090"/>
                      <a:pt x="2957830" y="3039110"/>
                    </a:cubicBezTo>
                    <a:cubicBezTo>
                      <a:pt x="2941320" y="3065780"/>
                      <a:pt x="2917190" y="3078480"/>
                      <a:pt x="2884170" y="3094990"/>
                    </a:cubicBezTo>
                    <a:cubicBezTo>
                      <a:pt x="2829560" y="3122930"/>
                      <a:pt x="2747010" y="3148330"/>
                      <a:pt x="2653030" y="3164840"/>
                    </a:cubicBezTo>
                    <a:cubicBezTo>
                      <a:pt x="2515870" y="3187700"/>
                      <a:pt x="2137410" y="3192780"/>
                      <a:pt x="2136140" y="3188970"/>
                    </a:cubicBezTo>
                    <a:cubicBezTo>
                      <a:pt x="2136140" y="3187700"/>
                      <a:pt x="2197100" y="3173730"/>
                      <a:pt x="2232660" y="3177540"/>
                    </a:cubicBezTo>
                    <a:cubicBezTo>
                      <a:pt x="2278380" y="3181350"/>
                      <a:pt x="2331720" y="3213100"/>
                      <a:pt x="2387600" y="3225800"/>
                    </a:cubicBezTo>
                    <a:cubicBezTo>
                      <a:pt x="2449830" y="3241040"/>
                      <a:pt x="2541270" y="3242310"/>
                      <a:pt x="2592070" y="3257550"/>
                    </a:cubicBezTo>
                    <a:cubicBezTo>
                      <a:pt x="2625090" y="3266440"/>
                      <a:pt x="2642870" y="3274060"/>
                      <a:pt x="2669540" y="3293110"/>
                    </a:cubicBezTo>
                    <a:cubicBezTo>
                      <a:pt x="2708910" y="3318510"/>
                      <a:pt x="2785110" y="3366770"/>
                      <a:pt x="2795270" y="3407410"/>
                    </a:cubicBezTo>
                    <a:cubicBezTo>
                      <a:pt x="2802890" y="3437890"/>
                      <a:pt x="2780030" y="3484880"/>
                      <a:pt x="2759710" y="3503930"/>
                    </a:cubicBezTo>
                    <a:cubicBezTo>
                      <a:pt x="2743200" y="3520440"/>
                      <a:pt x="2725420" y="3521710"/>
                      <a:pt x="2692400" y="3526790"/>
                    </a:cubicBezTo>
                    <a:cubicBezTo>
                      <a:pt x="2614930" y="3539490"/>
                      <a:pt x="2336800" y="3484880"/>
                      <a:pt x="2286000" y="3531870"/>
                    </a:cubicBezTo>
                    <a:cubicBezTo>
                      <a:pt x="2260600" y="3557270"/>
                      <a:pt x="2264410" y="3610610"/>
                      <a:pt x="2278380" y="3643630"/>
                    </a:cubicBezTo>
                    <a:cubicBezTo>
                      <a:pt x="2296160" y="3685540"/>
                      <a:pt x="2364740" y="3722370"/>
                      <a:pt x="2409190" y="3751580"/>
                    </a:cubicBezTo>
                    <a:cubicBezTo>
                      <a:pt x="2449830" y="3778250"/>
                      <a:pt x="2501900" y="3790950"/>
                      <a:pt x="2533650" y="3815080"/>
                    </a:cubicBezTo>
                    <a:cubicBezTo>
                      <a:pt x="2559050" y="3832860"/>
                      <a:pt x="2583180" y="3851910"/>
                      <a:pt x="2593340" y="3874770"/>
                    </a:cubicBezTo>
                    <a:cubicBezTo>
                      <a:pt x="2603500" y="3896360"/>
                      <a:pt x="2609850" y="3925570"/>
                      <a:pt x="2599690" y="3947160"/>
                    </a:cubicBezTo>
                    <a:cubicBezTo>
                      <a:pt x="2585720" y="3975100"/>
                      <a:pt x="2526030" y="4008120"/>
                      <a:pt x="2491740" y="4017010"/>
                    </a:cubicBezTo>
                    <a:cubicBezTo>
                      <a:pt x="2463800" y="4024630"/>
                      <a:pt x="2446020" y="4022090"/>
                      <a:pt x="2410460" y="4010660"/>
                    </a:cubicBezTo>
                    <a:cubicBezTo>
                      <a:pt x="2327910" y="3980180"/>
                      <a:pt x="2153920" y="3841750"/>
                      <a:pt x="2028190" y="3747770"/>
                    </a:cubicBezTo>
                    <a:cubicBezTo>
                      <a:pt x="1899920" y="3653790"/>
                      <a:pt x="1739900" y="3520440"/>
                      <a:pt x="1649730" y="3445510"/>
                    </a:cubicBezTo>
                    <a:cubicBezTo>
                      <a:pt x="1598930" y="3403600"/>
                      <a:pt x="1551940" y="3378200"/>
                      <a:pt x="1534160" y="3343910"/>
                    </a:cubicBezTo>
                    <a:cubicBezTo>
                      <a:pt x="1521460" y="3322320"/>
                      <a:pt x="1517650" y="3298190"/>
                      <a:pt x="1524000" y="3279140"/>
                    </a:cubicBezTo>
                    <a:cubicBezTo>
                      <a:pt x="1530350" y="3261360"/>
                      <a:pt x="1553210" y="3239770"/>
                      <a:pt x="1572260" y="3234690"/>
                    </a:cubicBezTo>
                    <a:cubicBezTo>
                      <a:pt x="1590040" y="3229610"/>
                      <a:pt x="1621790" y="3235960"/>
                      <a:pt x="1635760" y="3248660"/>
                    </a:cubicBezTo>
                    <a:cubicBezTo>
                      <a:pt x="1651000" y="3261360"/>
                      <a:pt x="1662430" y="3291840"/>
                      <a:pt x="1659890" y="3310890"/>
                    </a:cubicBezTo>
                    <a:cubicBezTo>
                      <a:pt x="1657350" y="3329940"/>
                      <a:pt x="1639570" y="3355340"/>
                      <a:pt x="1621790" y="3364230"/>
                    </a:cubicBezTo>
                    <a:cubicBezTo>
                      <a:pt x="1605280" y="3373120"/>
                      <a:pt x="1573530" y="3373120"/>
                      <a:pt x="1557020" y="3364230"/>
                    </a:cubicBezTo>
                    <a:cubicBezTo>
                      <a:pt x="1539240" y="3355340"/>
                      <a:pt x="1522730" y="3328670"/>
                      <a:pt x="1520190" y="3309620"/>
                    </a:cubicBezTo>
                    <a:cubicBezTo>
                      <a:pt x="1517650" y="3290570"/>
                      <a:pt x="1531620" y="3261360"/>
                      <a:pt x="1545590" y="3248660"/>
                    </a:cubicBezTo>
                    <a:cubicBezTo>
                      <a:pt x="1555750" y="3238500"/>
                      <a:pt x="1572260" y="3233420"/>
                      <a:pt x="1586230" y="3232150"/>
                    </a:cubicBezTo>
                    <a:cubicBezTo>
                      <a:pt x="1601470" y="3232150"/>
                      <a:pt x="1610360" y="3233420"/>
                      <a:pt x="1629410" y="3244850"/>
                    </a:cubicBezTo>
                    <a:cubicBezTo>
                      <a:pt x="1699260" y="3281680"/>
                      <a:pt x="1899920" y="3483610"/>
                      <a:pt x="2038350" y="3591560"/>
                    </a:cubicBezTo>
                    <a:cubicBezTo>
                      <a:pt x="2172970" y="3695700"/>
                      <a:pt x="2377440" y="3825240"/>
                      <a:pt x="2446020" y="3883660"/>
                    </a:cubicBezTo>
                    <a:cubicBezTo>
                      <a:pt x="2471420" y="3905250"/>
                      <a:pt x="2496820" y="3929380"/>
                      <a:pt x="2494280" y="3931920"/>
                    </a:cubicBezTo>
                    <a:cubicBezTo>
                      <a:pt x="2490470" y="3938270"/>
                      <a:pt x="2378710" y="3877310"/>
                      <a:pt x="2332990" y="3848100"/>
                    </a:cubicBezTo>
                    <a:cubicBezTo>
                      <a:pt x="2296160" y="3823970"/>
                      <a:pt x="2268220" y="3802380"/>
                      <a:pt x="2237740" y="3775710"/>
                    </a:cubicBezTo>
                    <a:cubicBezTo>
                      <a:pt x="2208530" y="3747770"/>
                      <a:pt x="2171700" y="3721100"/>
                      <a:pt x="2153920" y="3684270"/>
                    </a:cubicBezTo>
                    <a:cubicBezTo>
                      <a:pt x="2134870" y="3643630"/>
                      <a:pt x="2133600" y="3575050"/>
                      <a:pt x="2133600" y="3535680"/>
                    </a:cubicBezTo>
                    <a:cubicBezTo>
                      <a:pt x="2133600" y="3510280"/>
                      <a:pt x="2133600" y="3491230"/>
                      <a:pt x="2142490" y="3472180"/>
                    </a:cubicBezTo>
                    <a:cubicBezTo>
                      <a:pt x="2152650" y="3450590"/>
                      <a:pt x="2172970" y="3426460"/>
                      <a:pt x="2194560" y="3415030"/>
                    </a:cubicBezTo>
                    <a:cubicBezTo>
                      <a:pt x="2219960" y="3401060"/>
                      <a:pt x="2244090" y="3402330"/>
                      <a:pt x="2286000" y="3399790"/>
                    </a:cubicBezTo>
                    <a:cubicBezTo>
                      <a:pt x="2376170" y="3392170"/>
                      <a:pt x="2705100" y="3380740"/>
                      <a:pt x="2710180" y="3401060"/>
                    </a:cubicBezTo>
                    <a:cubicBezTo>
                      <a:pt x="2712720" y="3408680"/>
                      <a:pt x="2668270" y="3437890"/>
                      <a:pt x="2641600" y="3437890"/>
                    </a:cubicBezTo>
                    <a:cubicBezTo>
                      <a:pt x="2604770" y="3437890"/>
                      <a:pt x="2559050" y="3380740"/>
                      <a:pt x="2512060" y="3365500"/>
                    </a:cubicBezTo>
                    <a:cubicBezTo>
                      <a:pt x="2463800" y="3350260"/>
                      <a:pt x="2410460" y="3360420"/>
                      <a:pt x="2352040" y="3348990"/>
                    </a:cubicBezTo>
                    <a:cubicBezTo>
                      <a:pt x="2278380" y="3336290"/>
                      <a:pt x="2167890" y="3308350"/>
                      <a:pt x="2106930" y="3281680"/>
                    </a:cubicBezTo>
                    <a:cubicBezTo>
                      <a:pt x="2067560" y="3263900"/>
                      <a:pt x="2033270" y="3249930"/>
                      <a:pt x="2015490" y="3224530"/>
                    </a:cubicBezTo>
                    <a:cubicBezTo>
                      <a:pt x="2000250" y="3202940"/>
                      <a:pt x="1995170" y="3169920"/>
                      <a:pt x="1998980" y="3144520"/>
                    </a:cubicBezTo>
                    <a:cubicBezTo>
                      <a:pt x="2002790" y="3122930"/>
                      <a:pt x="2014220" y="3098800"/>
                      <a:pt x="2032000" y="3083560"/>
                    </a:cubicBezTo>
                    <a:cubicBezTo>
                      <a:pt x="2052320" y="3067050"/>
                      <a:pt x="2076450" y="3061970"/>
                      <a:pt x="2118360" y="3053080"/>
                    </a:cubicBezTo>
                    <a:cubicBezTo>
                      <a:pt x="2214880" y="3035300"/>
                      <a:pt x="2493010" y="3055620"/>
                      <a:pt x="2620010" y="3035300"/>
                    </a:cubicBezTo>
                    <a:cubicBezTo>
                      <a:pt x="2700020" y="3022600"/>
                      <a:pt x="2760980" y="2987040"/>
                      <a:pt x="2810510" y="2981960"/>
                    </a:cubicBezTo>
                    <a:cubicBezTo>
                      <a:pt x="2840990" y="2978150"/>
                      <a:pt x="2885440" y="2983230"/>
                      <a:pt x="2885440" y="2984500"/>
                    </a:cubicBezTo>
                    <a:cubicBezTo>
                      <a:pt x="2885440" y="2987040"/>
                      <a:pt x="2509520" y="2985770"/>
                      <a:pt x="2346960" y="2999740"/>
                    </a:cubicBezTo>
                    <a:cubicBezTo>
                      <a:pt x="2208530" y="3012440"/>
                      <a:pt x="2067560" y="3030220"/>
                      <a:pt x="1968500" y="3054350"/>
                    </a:cubicBezTo>
                    <a:cubicBezTo>
                      <a:pt x="1902460" y="3070860"/>
                      <a:pt x="1861820" y="3074670"/>
                      <a:pt x="1807210" y="3111500"/>
                    </a:cubicBezTo>
                    <a:cubicBezTo>
                      <a:pt x="1728470" y="3166110"/>
                      <a:pt x="1629410" y="3360420"/>
                      <a:pt x="1569720" y="3395980"/>
                    </a:cubicBezTo>
                    <a:cubicBezTo>
                      <a:pt x="1545590" y="3411220"/>
                      <a:pt x="1524000" y="3413760"/>
                      <a:pt x="1504950" y="3409950"/>
                    </a:cubicBezTo>
                    <a:cubicBezTo>
                      <a:pt x="1488440" y="3406140"/>
                      <a:pt x="1473200" y="3393440"/>
                      <a:pt x="1464310" y="3379470"/>
                    </a:cubicBezTo>
                    <a:cubicBezTo>
                      <a:pt x="1455420" y="3366770"/>
                      <a:pt x="1450340" y="3348990"/>
                      <a:pt x="1454150" y="3329940"/>
                    </a:cubicBezTo>
                    <a:cubicBezTo>
                      <a:pt x="1460500" y="3295650"/>
                      <a:pt x="1497330" y="3237230"/>
                      <a:pt x="1541780" y="3196590"/>
                    </a:cubicBezTo>
                    <a:cubicBezTo>
                      <a:pt x="1601470" y="3140710"/>
                      <a:pt x="1737360" y="3096260"/>
                      <a:pt x="1802130" y="3046730"/>
                    </a:cubicBezTo>
                    <a:cubicBezTo>
                      <a:pt x="1847850" y="3012440"/>
                      <a:pt x="1882140" y="2976880"/>
                      <a:pt x="1907540" y="2945130"/>
                    </a:cubicBezTo>
                    <a:cubicBezTo>
                      <a:pt x="1926590" y="2922270"/>
                      <a:pt x="1957070" y="2895600"/>
                      <a:pt x="1948180" y="2879090"/>
                    </a:cubicBezTo>
                    <a:cubicBezTo>
                      <a:pt x="1930400" y="2842260"/>
                      <a:pt x="1667510" y="2867660"/>
                      <a:pt x="1559560" y="2848610"/>
                    </a:cubicBezTo>
                    <a:cubicBezTo>
                      <a:pt x="1479550" y="2833370"/>
                      <a:pt x="1426210" y="2804160"/>
                      <a:pt x="1355090" y="2791460"/>
                    </a:cubicBezTo>
                    <a:cubicBezTo>
                      <a:pt x="1277620" y="2777490"/>
                      <a:pt x="1203960" y="2781300"/>
                      <a:pt x="1108710" y="2769870"/>
                    </a:cubicBezTo>
                    <a:cubicBezTo>
                      <a:pt x="972820" y="2752090"/>
                      <a:pt x="741680" y="2708910"/>
                      <a:pt x="623570" y="2686050"/>
                    </a:cubicBezTo>
                    <a:cubicBezTo>
                      <a:pt x="556260" y="2673350"/>
                      <a:pt x="516890" y="2668270"/>
                      <a:pt x="463550" y="2653030"/>
                    </a:cubicBezTo>
                    <a:cubicBezTo>
                      <a:pt x="406400" y="2637790"/>
                      <a:pt x="344170" y="2617470"/>
                      <a:pt x="288290" y="2593340"/>
                    </a:cubicBezTo>
                    <a:cubicBezTo>
                      <a:pt x="233680" y="2570480"/>
                      <a:pt x="176530" y="2547620"/>
                      <a:pt x="133350" y="2513330"/>
                    </a:cubicBezTo>
                    <a:cubicBezTo>
                      <a:pt x="93980" y="2484120"/>
                      <a:pt x="55880" y="2439670"/>
                      <a:pt x="36830" y="2406650"/>
                    </a:cubicBezTo>
                    <a:cubicBezTo>
                      <a:pt x="22860" y="2382520"/>
                      <a:pt x="21590" y="2362200"/>
                      <a:pt x="16510" y="2339340"/>
                    </a:cubicBezTo>
                    <a:cubicBezTo>
                      <a:pt x="10160" y="2316480"/>
                      <a:pt x="6350" y="2299970"/>
                      <a:pt x="3810" y="2269490"/>
                    </a:cubicBezTo>
                    <a:cubicBezTo>
                      <a:pt x="0" y="2211070"/>
                      <a:pt x="2540" y="2104390"/>
                      <a:pt x="6350" y="2020570"/>
                    </a:cubicBezTo>
                    <a:cubicBezTo>
                      <a:pt x="10160" y="1932940"/>
                      <a:pt x="17780" y="1818640"/>
                      <a:pt x="27940" y="1753870"/>
                    </a:cubicBezTo>
                    <a:cubicBezTo>
                      <a:pt x="35560" y="1714500"/>
                      <a:pt x="46990" y="1697990"/>
                      <a:pt x="52070" y="1661160"/>
                    </a:cubicBezTo>
                    <a:cubicBezTo>
                      <a:pt x="59690" y="1610360"/>
                      <a:pt x="50800" y="1537970"/>
                      <a:pt x="60960" y="1474470"/>
                    </a:cubicBezTo>
                    <a:cubicBezTo>
                      <a:pt x="69850" y="1405890"/>
                      <a:pt x="100330" y="1360170"/>
                      <a:pt x="111760" y="1262380"/>
                    </a:cubicBezTo>
                    <a:cubicBezTo>
                      <a:pt x="137160" y="1051560"/>
                      <a:pt x="120650" y="462280"/>
                      <a:pt x="114300" y="256540"/>
                    </a:cubicBezTo>
                    <a:cubicBezTo>
                      <a:pt x="110490" y="163830"/>
                      <a:pt x="91440" y="96520"/>
                      <a:pt x="100330" y="55880"/>
                    </a:cubicBezTo>
                    <a:cubicBezTo>
                      <a:pt x="104140" y="36830"/>
                      <a:pt x="110490" y="25400"/>
                      <a:pt x="121920" y="16510"/>
                    </a:cubicBezTo>
                    <a:cubicBezTo>
                      <a:pt x="133350" y="6350"/>
                      <a:pt x="151130" y="0"/>
                      <a:pt x="165100" y="0"/>
                    </a:cubicBezTo>
                    <a:cubicBezTo>
                      <a:pt x="179070" y="0"/>
                      <a:pt x="196850" y="7620"/>
                      <a:pt x="208280" y="16510"/>
                    </a:cubicBezTo>
                    <a:cubicBezTo>
                      <a:pt x="218440" y="26670"/>
                      <a:pt x="228600" y="58420"/>
                      <a:pt x="228600" y="58420"/>
                    </a:cubicBezTo>
                  </a:path>
                </a:pathLst>
              </a:custGeom>
              <a:solidFill>
                <a:srgbClr val="FFFFFF"/>
              </a:solidFill>
              <a:ln cap="sq">
                <a:noFill/>
                <a:prstDash val="solid"/>
                <a:miter/>
              </a:ln>
            </p:spPr>
          </p:sp>
        </p:grpSp>
        <p:grpSp>
          <p:nvGrpSpPr>
            <p:cNvPr id="79" name="Group 79"/>
            <p:cNvGrpSpPr/>
            <p:nvPr/>
          </p:nvGrpSpPr>
          <p:grpSpPr>
            <a:xfrm>
              <a:off x="3814835" y="6373404"/>
              <a:ext cx="565887" cy="2506503"/>
              <a:chOff x="0" y="0"/>
              <a:chExt cx="476250" cy="2109470"/>
            </a:xfrm>
          </p:grpSpPr>
          <p:sp>
            <p:nvSpPr>
              <p:cNvPr id="80" name="Freeform 80"/>
              <p:cNvSpPr/>
              <p:nvPr/>
            </p:nvSpPr>
            <p:spPr>
              <a:xfrm>
                <a:off x="46990" y="49530"/>
                <a:ext cx="393700" cy="2010410"/>
              </a:xfrm>
              <a:custGeom>
                <a:avLst/>
                <a:gdLst/>
                <a:ahLst/>
                <a:cxnLst/>
                <a:rect l="l" t="t" r="r" b="b"/>
                <a:pathLst>
                  <a:path w="393700" h="2010410">
                    <a:moveTo>
                      <a:pt x="132080" y="52070"/>
                    </a:moveTo>
                    <a:cubicBezTo>
                      <a:pt x="189230" y="332740"/>
                      <a:pt x="182880" y="426720"/>
                      <a:pt x="194310" y="496570"/>
                    </a:cubicBezTo>
                    <a:cubicBezTo>
                      <a:pt x="203200" y="552450"/>
                      <a:pt x="222250" y="579120"/>
                      <a:pt x="233680" y="645160"/>
                    </a:cubicBezTo>
                    <a:cubicBezTo>
                      <a:pt x="252730" y="767080"/>
                      <a:pt x="246380" y="1080770"/>
                      <a:pt x="273050" y="1174750"/>
                    </a:cubicBezTo>
                    <a:cubicBezTo>
                      <a:pt x="283210" y="1210310"/>
                      <a:pt x="297180" y="1211580"/>
                      <a:pt x="308610" y="1244600"/>
                    </a:cubicBezTo>
                    <a:cubicBezTo>
                      <a:pt x="334010" y="1319530"/>
                      <a:pt x="365760" y="1496060"/>
                      <a:pt x="377190" y="1617980"/>
                    </a:cubicBezTo>
                    <a:cubicBezTo>
                      <a:pt x="387350" y="1733550"/>
                      <a:pt x="393700" y="1903730"/>
                      <a:pt x="374650" y="1959610"/>
                    </a:cubicBezTo>
                    <a:cubicBezTo>
                      <a:pt x="368300" y="1979930"/>
                      <a:pt x="359410" y="1987550"/>
                      <a:pt x="346710" y="1996440"/>
                    </a:cubicBezTo>
                    <a:cubicBezTo>
                      <a:pt x="335280" y="2004060"/>
                      <a:pt x="317500" y="2009140"/>
                      <a:pt x="302260" y="2007870"/>
                    </a:cubicBezTo>
                    <a:cubicBezTo>
                      <a:pt x="288290" y="2007870"/>
                      <a:pt x="270510" y="2000250"/>
                      <a:pt x="259080" y="1991360"/>
                    </a:cubicBezTo>
                    <a:cubicBezTo>
                      <a:pt x="248920" y="1981200"/>
                      <a:pt x="238760" y="1965960"/>
                      <a:pt x="236220" y="1951990"/>
                    </a:cubicBezTo>
                    <a:cubicBezTo>
                      <a:pt x="232410" y="1936750"/>
                      <a:pt x="233680" y="1918970"/>
                      <a:pt x="241300" y="1906270"/>
                    </a:cubicBezTo>
                    <a:cubicBezTo>
                      <a:pt x="250190" y="1889760"/>
                      <a:pt x="276860" y="1869440"/>
                      <a:pt x="294640" y="1864360"/>
                    </a:cubicBezTo>
                    <a:cubicBezTo>
                      <a:pt x="309880" y="1860550"/>
                      <a:pt x="327660" y="1864360"/>
                      <a:pt x="340360" y="1871980"/>
                    </a:cubicBezTo>
                    <a:cubicBezTo>
                      <a:pt x="355600" y="1882140"/>
                      <a:pt x="374650" y="1910080"/>
                      <a:pt x="378460" y="1927860"/>
                    </a:cubicBezTo>
                    <a:cubicBezTo>
                      <a:pt x="381000" y="1943100"/>
                      <a:pt x="377190" y="1960880"/>
                      <a:pt x="368300" y="1973580"/>
                    </a:cubicBezTo>
                    <a:cubicBezTo>
                      <a:pt x="356870" y="1988820"/>
                      <a:pt x="328930" y="2005330"/>
                      <a:pt x="309880" y="2007870"/>
                    </a:cubicBezTo>
                    <a:cubicBezTo>
                      <a:pt x="294640" y="2010410"/>
                      <a:pt x="278130" y="2004060"/>
                      <a:pt x="265430" y="1996440"/>
                    </a:cubicBezTo>
                    <a:cubicBezTo>
                      <a:pt x="254000" y="1987550"/>
                      <a:pt x="245110" y="1979930"/>
                      <a:pt x="237490" y="1959610"/>
                    </a:cubicBezTo>
                    <a:cubicBezTo>
                      <a:pt x="217170" y="1901190"/>
                      <a:pt x="243840" y="1681480"/>
                      <a:pt x="229870" y="1587500"/>
                    </a:cubicBezTo>
                    <a:cubicBezTo>
                      <a:pt x="222250" y="1529080"/>
                      <a:pt x="201930" y="1494790"/>
                      <a:pt x="193040" y="1446530"/>
                    </a:cubicBezTo>
                    <a:cubicBezTo>
                      <a:pt x="182880" y="1394460"/>
                      <a:pt x="187960" y="1327150"/>
                      <a:pt x="175260" y="1286510"/>
                    </a:cubicBezTo>
                    <a:cubicBezTo>
                      <a:pt x="165100" y="1256030"/>
                      <a:pt x="146050" y="1248410"/>
                      <a:pt x="135890" y="1214120"/>
                    </a:cubicBezTo>
                    <a:cubicBezTo>
                      <a:pt x="114300" y="1148080"/>
                      <a:pt x="110490" y="996950"/>
                      <a:pt x="104140" y="896620"/>
                    </a:cubicBezTo>
                    <a:cubicBezTo>
                      <a:pt x="99060" y="807720"/>
                      <a:pt x="107950" y="704850"/>
                      <a:pt x="97790" y="643890"/>
                    </a:cubicBezTo>
                    <a:cubicBezTo>
                      <a:pt x="92710" y="608330"/>
                      <a:pt x="78740" y="596900"/>
                      <a:pt x="72390" y="562610"/>
                    </a:cubicBezTo>
                    <a:cubicBezTo>
                      <a:pt x="60960" y="504190"/>
                      <a:pt x="71120" y="405130"/>
                      <a:pt x="59690" y="325120"/>
                    </a:cubicBezTo>
                    <a:cubicBezTo>
                      <a:pt x="49530" y="238760"/>
                      <a:pt x="0" y="111760"/>
                      <a:pt x="3810" y="62230"/>
                    </a:cubicBezTo>
                    <a:cubicBezTo>
                      <a:pt x="6350" y="41910"/>
                      <a:pt x="12700" y="30480"/>
                      <a:pt x="22860" y="20320"/>
                    </a:cubicBezTo>
                    <a:cubicBezTo>
                      <a:pt x="31750" y="10160"/>
                      <a:pt x="49530" y="1270"/>
                      <a:pt x="63500" y="1270"/>
                    </a:cubicBezTo>
                    <a:cubicBezTo>
                      <a:pt x="77470" y="0"/>
                      <a:pt x="96520" y="5080"/>
                      <a:pt x="107950" y="13970"/>
                    </a:cubicBezTo>
                    <a:cubicBezTo>
                      <a:pt x="119380" y="21590"/>
                      <a:pt x="132080" y="52070"/>
                      <a:pt x="132080" y="52070"/>
                    </a:cubicBezTo>
                  </a:path>
                </a:pathLst>
              </a:custGeom>
              <a:solidFill>
                <a:srgbClr val="FFFFFF"/>
              </a:solidFill>
              <a:ln cap="sq">
                <a:noFill/>
                <a:prstDash val="solid"/>
                <a:miter/>
              </a:ln>
            </p:spPr>
          </p:sp>
        </p:grpSp>
        <p:grpSp>
          <p:nvGrpSpPr>
            <p:cNvPr id="81" name="Group 81"/>
            <p:cNvGrpSpPr/>
            <p:nvPr/>
          </p:nvGrpSpPr>
          <p:grpSpPr>
            <a:xfrm>
              <a:off x="4189075" y="6673701"/>
              <a:ext cx="2272603" cy="1798767"/>
              <a:chOff x="0" y="0"/>
              <a:chExt cx="1912620" cy="1513840"/>
            </a:xfrm>
          </p:grpSpPr>
          <p:sp>
            <p:nvSpPr>
              <p:cNvPr id="82" name="Freeform 82"/>
              <p:cNvSpPr/>
              <p:nvPr/>
            </p:nvSpPr>
            <p:spPr>
              <a:xfrm>
                <a:off x="48260" y="49530"/>
                <a:ext cx="1814830" cy="1414780"/>
              </a:xfrm>
              <a:custGeom>
                <a:avLst/>
                <a:gdLst/>
                <a:ahLst/>
                <a:cxnLst/>
                <a:rect l="l" t="t" r="r" b="b"/>
                <a:pathLst>
                  <a:path w="1814830" h="1414780">
                    <a:moveTo>
                      <a:pt x="111760" y="22860"/>
                    </a:moveTo>
                    <a:cubicBezTo>
                      <a:pt x="368300" y="303530"/>
                      <a:pt x="392430" y="309880"/>
                      <a:pt x="426720" y="342900"/>
                    </a:cubicBezTo>
                    <a:cubicBezTo>
                      <a:pt x="478790" y="392430"/>
                      <a:pt x="541020" y="468630"/>
                      <a:pt x="604520" y="551180"/>
                    </a:cubicBezTo>
                    <a:cubicBezTo>
                      <a:pt x="687070" y="657860"/>
                      <a:pt x="801370" y="847090"/>
                      <a:pt x="873760" y="934720"/>
                    </a:cubicBezTo>
                    <a:cubicBezTo>
                      <a:pt x="914400" y="984250"/>
                      <a:pt x="946150" y="1016000"/>
                      <a:pt x="977900" y="1043940"/>
                    </a:cubicBezTo>
                    <a:cubicBezTo>
                      <a:pt x="1002030" y="1065530"/>
                      <a:pt x="1021080" y="1079500"/>
                      <a:pt x="1046480" y="1092200"/>
                    </a:cubicBezTo>
                    <a:cubicBezTo>
                      <a:pt x="1073150" y="1106170"/>
                      <a:pt x="1096010" y="1111250"/>
                      <a:pt x="1136650" y="1122680"/>
                    </a:cubicBezTo>
                    <a:cubicBezTo>
                      <a:pt x="1215390" y="1145540"/>
                      <a:pt x="1389380" y="1189990"/>
                      <a:pt x="1494790" y="1209040"/>
                    </a:cubicBezTo>
                    <a:cubicBezTo>
                      <a:pt x="1576070" y="1224280"/>
                      <a:pt x="1661160" y="1217930"/>
                      <a:pt x="1713230" y="1238250"/>
                    </a:cubicBezTo>
                    <a:cubicBezTo>
                      <a:pt x="1746250" y="1249680"/>
                      <a:pt x="1770380" y="1266190"/>
                      <a:pt x="1786890" y="1286510"/>
                    </a:cubicBezTo>
                    <a:cubicBezTo>
                      <a:pt x="1802130" y="1303020"/>
                      <a:pt x="1814830" y="1327150"/>
                      <a:pt x="1813560" y="1347470"/>
                    </a:cubicBezTo>
                    <a:cubicBezTo>
                      <a:pt x="1812290" y="1366520"/>
                      <a:pt x="1794510" y="1394460"/>
                      <a:pt x="1778000" y="1403350"/>
                    </a:cubicBezTo>
                    <a:cubicBezTo>
                      <a:pt x="1760220" y="1413510"/>
                      <a:pt x="1728470" y="1414780"/>
                      <a:pt x="1710690" y="1405890"/>
                    </a:cubicBezTo>
                    <a:cubicBezTo>
                      <a:pt x="1692910" y="1397000"/>
                      <a:pt x="1676400" y="1370330"/>
                      <a:pt x="1671320" y="1351280"/>
                    </a:cubicBezTo>
                    <a:cubicBezTo>
                      <a:pt x="1668780" y="1337310"/>
                      <a:pt x="1671320" y="1319530"/>
                      <a:pt x="1680210" y="1306830"/>
                    </a:cubicBezTo>
                    <a:cubicBezTo>
                      <a:pt x="1690370" y="1291590"/>
                      <a:pt x="1717040" y="1272540"/>
                      <a:pt x="1736090" y="1270000"/>
                    </a:cubicBezTo>
                    <a:cubicBezTo>
                      <a:pt x="1756410" y="1268730"/>
                      <a:pt x="1785620" y="1281430"/>
                      <a:pt x="1798320" y="1296670"/>
                    </a:cubicBezTo>
                    <a:cubicBezTo>
                      <a:pt x="1809750" y="1311910"/>
                      <a:pt x="1814830" y="1344930"/>
                      <a:pt x="1811020" y="1362710"/>
                    </a:cubicBezTo>
                    <a:cubicBezTo>
                      <a:pt x="1807210" y="1377950"/>
                      <a:pt x="1795780" y="1390650"/>
                      <a:pt x="1784350" y="1399540"/>
                    </a:cubicBezTo>
                    <a:cubicBezTo>
                      <a:pt x="1772920" y="1408430"/>
                      <a:pt x="1758950" y="1413510"/>
                      <a:pt x="1741170" y="1413510"/>
                    </a:cubicBezTo>
                    <a:cubicBezTo>
                      <a:pt x="1711960" y="1412240"/>
                      <a:pt x="1672590" y="1377950"/>
                      <a:pt x="1631950" y="1366520"/>
                    </a:cubicBezTo>
                    <a:cubicBezTo>
                      <a:pt x="1584960" y="1353820"/>
                      <a:pt x="1532890" y="1358900"/>
                      <a:pt x="1469390" y="1347470"/>
                    </a:cubicBezTo>
                    <a:cubicBezTo>
                      <a:pt x="1380490" y="1330960"/>
                      <a:pt x="1236980" y="1292860"/>
                      <a:pt x="1146810" y="1267460"/>
                    </a:cubicBezTo>
                    <a:cubicBezTo>
                      <a:pt x="1080770" y="1248410"/>
                      <a:pt x="1018540" y="1233170"/>
                      <a:pt x="976630" y="1214120"/>
                    </a:cubicBezTo>
                    <a:cubicBezTo>
                      <a:pt x="948690" y="1201420"/>
                      <a:pt x="934720" y="1192530"/>
                      <a:pt x="911860" y="1174750"/>
                    </a:cubicBezTo>
                    <a:cubicBezTo>
                      <a:pt x="878840" y="1148080"/>
                      <a:pt x="844550" y="1111250"/>
                      <a:pt x="802640" y="1059180"/>
                    </a:cubicBezTo>
                    <a:cubicBezTo>
                      <a:pt x="728980" y="969010"/>
                      <a:pt x="609600" y="772160"/>
                      <a:pt x="529590" y="664210"/>
                    </a:cubicBezTo>
                    <a:cubicBezTo>
                      <a:pt x="471170" y="584200"/>
                      <a:pt x="426720" y="521970"/>
                      <a:pt x="370840" y="462280"/>
                    </a:cubicBezTo>
                    <a:cubicBezTo>
                      <a:pt x="320040" y="408940"/>
                      <a:pt x="265430" y="374650"/>
                      <a:pt x="212090" y="320040"/>
                    </a:cubicBezTo>
                    <a:cubicBezTo>
                      <a:pt x="148590" y="257810"/>
                      <a:pt x="43180" y="157480"/>
                      <a:pt x="16510" y="106680"/>
                    </a:cubicBezTo>
                    <a:cubicBezTo>
                      <a:pt x="3810" y="83820"/>
                      <a:pt x="0" y="66040"/>
                      <a:pt x="2540" y="49530"/>
                    </a:cubicBezTo>
                    <a:cubicBezTo>
                      <a:pt x="5080" y="34290"/>
                      <a:pt x="16510" y="20320"/>
                      <a:pt x="27940" y="12700"/>
                    </a:cubicBezTo>
                    <a:cubicBezTo>
                      <a:pt x="40640" y="3810"/>
                      <a:pt x="58420" y="0"/>
                      <a:pt x="72390" y="1270"/>
                    </a:cubicBezTo>
                    <a:cubicBezTo>
                      <a:pt x="86360" y="3810"/>
                      <a:pt x="111760" y="22860"/>
                      <a:pt x="111760" y="22860"/>
                    </a:cubicBezTo>
                  </a:path>
                </a:pathLst>
              </a:custGeom>
              <a:solidFill>
                <a:srgbClr val="FFFFFF"/>
              </a:solidFill>
              <a:ln cap="sq">
                <a:noFill/>
                <a:prstDash val="solid"/>
                <a:miter/>
              </a:ln>
            </p:spPr>
          </p:sp>
        </p:grpSp>
        <p:grpSp>
          <p:nvGrpSpPr>
            <p:cNvPr id="83" name="Group 83"/>
            <p:cNvGrpSpPr/>
            <p:nvPr/>
          </p:nvGrpSpPr>
          <p:grpSpPr>
            <a:xfrm>
              <a:off x="4205674" y="7822075"/>
              <a:ext cx="2296748" cy="1152901"/>
              <a:chOff x="0" y="0"/>
              <a:chExt cx="1932940" cy="970280"/>
            </a:xfrm>
          </p:grpSpPr>
          <p:sp>
            <p:nvSpPr>
              <p:cNvPr id="84" name="Freeform 84"/>
              <p:cNvSpPr/>
              <p:nvPr/>
            </p:nvSpPr>
            <p:spPr>
              <a:xfrm>
                <a:off x="46990" y="46990"/>
                <a:ext cx="1838960" cy="875030"/>
              </a:xfrm>
              <a:custGeom>
                <a:avLst/>
                <a:gdLst/>
                <a:ahLst/>
                <a:cxnLst/>
                <a:rect l="l" t="t" r="r" b="b"/>
                <a:pathLst>
                  <a:path w="1838960" h="875030">
                    <a:moveTo>
                      <a:pt x="118110" y="27940"/>
                    </a:moveTo>
                    <a:cubicBezTo>
                      <a:pt x="378460" y="292100"/>
                      <a:pt x="598170" y="454660"/>
                      <a:pt x="753110" y="532130"/>
                    </a:cubicBezTo>
                    <a:cubicBezTo>
                      <a:pt x="876300" y="594360"/>
                      <a:pt x="970280" y="617220"/>
                      <a:pt x="1109980" y="651510"/>
                    </a:cubicBezTo>
                    <a:cubicBezTo>
                      <a:pt x="1300480" y="695960"/>
                      <a:pt x="1722120" y="713740"/>
                      <a:pt x="1799590" y="750570"/>
                    </a:cubicBezTo>
                    <a:cubicBezTo>
                      <a:pt x="1818640" y="759460"/>
                      <a:pt x="1823720" y="764540"/>
                      <a:pt x="1830070" y="777240"/>
                    </a:cubicBezTo>
                    <a:cubicBezTo>
                      <a:pt x="1836420" y="792480"/>
                      <a:pt x="1837690" y="821690"/>
                      <a:pt x="1831340" y="836930"/>
                    </a:cubicBezTo>
                    <a:cubicBezTo>
                      <a:pt x="1826260" y="849630"/>
                      <a:pt x="1813560" y="859790"/>
                      <a:pt x="1802130" y="866140"/>
                    </a:cubicBezTo>
                    <a:cubicBezTo>
                      <a:pt x="1790700" y="871220"/>
                      <a:pt x="1775460" y="875030"/>
                      <a:pt x="1761490" y="871220"/>
                    </a:cubicBezTo>
                    <a:cubicBezTo>
                      <a:pt x="1746250" y="866140"/>
                      <a:pt x="1722120" y="849630"/>
                      <a:pt x="1715770" y="833120"/>
                    </a:cubicBezTo>
                    <a:cubicBezTo>
                      <a:pt x="1708150" y="816610"/>
                      <a:pt x="1710690" y="788670"/>
                      <a:pt x="1720850" y="773430"/>
                    </a:cubicBezTo>
                    <a:cubicBezTo>
                      <a:pt x="1729740" y="759460"/>
                      <a:pt x="1755140" y="745490"/>
                      <a:pt x="1772920" y="744220"/>
                    </a:cubicBezTo>
                    <a:cubicBezTo>
                      <a:pt x="1790700" y="744220"/>
                      <a:pt x="1816100" y="756920"/>
                      <a:pt x="1826260" y="772160"/>
                    </a:cubicBezTo>
                    <a:cubicBezTo>
                      <a:pt x="1836420" y="786130"/>
                      <a:pt x="1838960" y="815340"/>
                      <a:pt x="1833880" y="830580"/>
                    </a:cubicBezTo>
                    <a:cubicBezTo>
                      <a:pt x="1830070" y="844550"/>
                      <a:pt x="1818640" y="855980"/>
                      <a:pt x="1808480" y="862330"/>
                    </a:cubicBezTo>
                    <a:cubicBezTo>
                      <a:pt x="1797050" y="868680"/>
                      <a:pt x="1788160" y="871220"/>
                      <a:pt x="1769110" y="872490"/>
                    </a:cubicBezTo>
                    <a:cubicBezTo>
                      <a:pt x="1708150" y="873760"/>
                      <a:pt x="1511300" y="824230"/>
                      <a:pt x="1398270" y="810260"/>
                    </a:cubicBezTo>
                    <a:cubicBezTo>
                      <a:pt x="1303020" y="798830"/>
                      <a:pt x="1226820" y="803910"/>
                      <a:pt x="1134110" y="787400"/>
                    </a:cubicBezTo>
                    <a:cubicBezTo>
                      <a:pt x="1028700" y="769620"/>
                      <a:pt x="899160" y="736600"/>
                      <a:pt x="802640" y="697230"/>
                    </a:cubicBezTo>
                    <a:cubicBezTo>
                      <a:pt x="721360" y="665480"/>
                      <a:pt x="657860" y="624840"/>
                      <a:pt x="588010" y="582930"/>
                    </a:cubicBezTo>
                    <a:cubicBezTo>
                      <a:pt x="516890" y="539750"/>
                      <a:pt x="448310" y="494030"/>
                      <a:pt x="381000" y="444500"/>
                    </a:cubicBezTo>
                    <a:cubicBezTo>
                      <a:pt x="312420" y="393700"/>
                      <a:pt x="236220" y="332740"/>
                      <a:pt x="179070" y="281940"/>
                    </a:cubicBezTo>
                    <a:cubicBezTo>
                      <a:pt x="135890" y="242570"/>
                      <a:pt x="97790" y="209550"/>
                      <a:pt x="67310" y="171450"/>
                    </a:cubicBezTo>
                    <a:cubicBezTo>
                      <a:pt x="41910" y="139700"/>
                      <a:pt x="10160" y="100330"/>
                      <a:pt x="3810" y="76200"/>
                    </a:cubicBezTo>
                    <a:cubicBezTo>
                      <a:pt x="0" y="63500"/>
                      <a:pt x="2540" y="55880"/>
                      <a:pt x="6350" y="45720"/>
                    </a:cubicBezTo>
                    <a:cubicBezTo>
                      <a:pt x="11430" y="33020"/>
                      <a:pt x="22860" y="17780"/>
                      <a:pt x="34290" y="10160"/>
                    </a:cubicBezTo>
                    <a:cubicBezTo>
                      <a:pt x="46990" y="3810"/>
                      <a:pt x="66040" y="0"/>
                      <a:pt x="78740" y="3810"/>
                    </a:cubicBezTo>
                    <a:cubicBezTo>
                      <a:pt x="92710" y="6350"/>
                      <a:pt x="118110" y="27940"/>
                      <a:pt x="118110" y="27940"/>
                    </a:cubicBezTo>
                  </a:path>
                </a:pathLst>
              </a:custGeom>
              <a:solidFill>
                <a:srgbClr val="FFFFFF"/>
              </a:solidFill>
              <a:ln cap="sq">
                <a:noFill/>
                <a:prstDash val="solid"/>
                <a:miter/>
              </a:ln>
            </p:spPr>
          </p:sp>
        </p:grpSp>
        <p:grpSp>
          <p:nvGrpSpPr>
            <p:cNvPr id="85" name="Group 85"/>
            <p:cNvGrpSpPr/>
            <p:nvPr/>
          </p:nvGrpSpPr>
          <p:grpSpPr>
            <a:xfrm>
              <a:off x="2906397" y="3456443"/>
              <a:ext cx="2664952" cy="1572412"/>
              <a:chOff x="0" y="0"/>
              <a:chExt cx="2242820" cy="1323340"/>
            </a:xfrm>
          </p:grpSpPr>
          <p:sp>
            <p:nvSpPr>
              <p:cNvPr id="86" name="Freeform 86"/>
              <p:cNvSpPr/>
              <p:nvPr/>
            </p:nvSpPr>
            <p:spPr>
              <a:xfrm>
                <a:off x="44450" y="43180"/>
                <a:ext cx="2150110" cy="1231900"/>
              </a:xfrm>
              <a:custGeom>
                <a:avLst/>
                <a:gdLst/>
                <a:ahLst/>
                <a:cxnLst/>
                <a:rect l="l" t="t" r="r" b="b"/>
                <a:pathLst>
                  <a:path w="2150110" h="1231900">
                    <a:moveTo>
                      <a:pt x="2051050" y="325120"/>
                    </a:moveTo>
                    <a:cubicBezTo>
                      <a:pt x="1865630" y="236220"/>
                      <a:pt x="1747520" y="226060"/>
                      <a:pt x="1685290" y="205740"/>
                    </a:cubicBezTo>
                    <a:cubicBezTo>
                      <a:pt x="1644650" y="193040"/>
                      <a:pt x="1625600" y="175260"/>
                      <a:pt x="1590040" y="165100"/>
                    </a:cubicBezTo>
                    <a:cubicBezTo>
                      <a:pt x="1548130" y="153670"/>
                      <a:pt x="1513840" y="149860"/>
                      <a:pt x="1449070" y="146050"/>
                    </a:cubicBezTo>
                    <a:cubicBezTo>
                      <a:pt x="1306830" y="135890"/>
                      <a:pt x="878840" y="119380"/>
                      <a:pt x="758190" y="143510"/>
                    </a:cubicBezTo>
                    <a:cubicBezTo>
                      <a:pt x="712470" y="152400"/>
                      <a:pt x="698500" y="160020"/>
                      <a:pt x="666750" y="181610"/>
                    </a:cubicBezTo>
                    <a:cubicBezTo>
                      <a:pt x="622300" y="210820"/>
                      <a:pt x="576580" y="264160"/>
                      <a:pt x="528320" y="322580"/>
                    </a:cubicBezTo>
                    <a:cubicBezTo>
                      <a:pt x="463550" y="400050"/>
                      <a:pt x="356870" y="538480"/>
                      <a:pt x="325120" y="612140"/>
                    </a:cubicBezTo>
                    <a:cubicBezTo>
                      <a:pt x="307340" y="651510"/>
                      <a:pt x="316230" y="668020"/>
                      <a:pt x="303530" y="708660"/>
                    </a:cubicBezTo>
                    <a:cubicBezTo>
                      <a:pt x="279400" y="786130"/>
                      <a:pt x="193040" y="942340"/>
                      <a:pt x="166370" y="1035050"/>
                    </a:cubicBezTo>
                    <a:cubicBezTo>
                      <a:pt x="147320" y="1098550"/>
                      <a:pt x="154940" y="1173480"/>
                      <a:pt x="134620" y="1203960"/>
                    </a:cubicBezTo>
                    <a:cubicBezTo>
                      <a:pt x="124460" y="1219200"/>
                      <a:pt x="111760" y="1226820"/>
                      <a:pt x="96520" y="1229360"/>
                    </a:cubicBezTo>
                    <a:cubicBezTo>
                      <a:pt x="78740" y="1231900"/>
                      <a:pt x="45720" y="1224280"/>
                      <a:pt x="31750" y="1214120"/>
                    </a:cubicBezTo>
                    <a:cubicBezTo>
                      <a:pt x="19050" y="1205230"/>
                      <a:pt x="11430" y="1188720"/>
                      <a:pt x="8890" y="1174750"/>
                    </a:cubicBezTo>
                    <a:cubicBezTo>
                      <a:pt x="5080" y="1160780"/>
                      <a:pt x="6350" y="1141730"/>
                      <a:pt x="13970" y="1129030"/>
                    </a:cubicBezTo>
                    <a:cubicBezTo>
                      <a:pt x="22860" y="1112520"/>
                      <a:pt x="49530" y="1093470"/>
                      <a:pt x="67310" y="1089660"/>
                    </a:cubicBezTo>
                    <a:cubicBezTo>
                      <a:pt x="82550" y="1085850"/>
                      <a:pt x="100330" y="1090930"/>
                      <a:pt x="113030" y="1097280"/>
                    </a:cubicBezTo>
                    <a:cubicBezTo>
                      <a:pt x="125730" y="1103630"/>
                      <a:pt x="138430" y="1116330"/>
                      <a:pt x="143510" y="1130300"/>
                    </a:cubicBezTo>
                    <a:cubicBezTo>
                      <a:pt x="149860" y="1148080"/>
                      <a:pt x="147320" y="1181100"/>
                      <a:pt x="139700" y="1197610"/>
                    </a:cubicBezTo>
                    <a:cubicBezTo>
                      <a:pt x="132080" y="1211580"/>
                      <a:pt x="118110" y="1223010"/>
                      <a:pt x="104140" y="1226820"/>
                    </a:cubicBezTo>
                    <a:cubicBezTo>
                      <a:pt x="86360" y="1231900"/>
                      <a:pt x="53340" y="1229360"/>
                      <a:pt x="38100" y="1217930"/>
                    </a:cubicBezTo>
                    <a:cubicBezTo>
                      <a:pt x="21590" y="1207770"/>
                      <a:pt x="11430" y="1184910"/>
                      <a:pt x="6350" y="1159510"/>
                    </a:cubicBezTo>
                    <a:cubicBezTo>
                      <a:pt x="0" y="1116330"/>
                      <a:pt x="15240" y="1054100"/>
                      <a:pt x="34290" y="982980"/>
                    </a:cubicBezTo>
                    <a:cubicBezTo>
                      <a:pt x="67310" y="863600"/>
                      <a:pt x="153670" y="645160"/>
                      <a:pt x="222250" y="515620"/>
                    </a:cubicBezTo>
                    <a:cubicBezTo>
                      <a:pt x="275590" y="416560"/>
                      <a:pt x="331470" y="336550"/>
                      <a:pt x="392430" y="264160"/>
                    </a:cubicBezTo>
                    <a:cubicBezTo>
                      <a:pt x="447040" y="199390"/>
                      <a:pt x="523240" y="132080"/>
                      <a:pt x="568960" y="95250"/>
                    </a:cubicBezTo>
                    <a:cubicBezTo>
                      <a:pt x="595630" y="74930"/>
                      <a:pt x="612140" y="64770"/>
                      <a:pt x="635000" y="53340"/>
                    </a:cubicBezTo>
                    <a:cubicBezTo>
                      <a:pt x="657860" y="40640"/>
                      <a:pt x="683260" y="27940"/>
                      <a:pt x="709930" y="20320"/>
                    </a:cubicBezTo>
                    <a:cubicBezTo>
                      <a:pt x="735330" y="12700"/>
                      <a:pt x="749300" y="10160"/>
                      <a:pt x="788670" y="7620"/>
                    </a:cubicBezTo>
                    <a:cubicBezTo>
                      <a:pt x="900430" y="0"/>
                      <a:pt x="1285240" y="1270"/>
                      <a:pt x="1428750" y="10160"/>
                    </a:cubicBezTo>
                    <a:cubicBezTo>
                      <a:pt x="1502410" y="15240"/>
                      <a:pt x="1545590" y="19050"/>
                      <a:pt x="1593850" y="31750"/>
                    </a:cubicBezTo>
                    <a:cubicBezTo>
                      <a:pt x="1634490" y="41910"/>
                      <a:pt x="1656080" y="59690"/>
                      <a:pt x="1700530" y="73660"/>
                    </a:cubicBezTo>
                    <a:cubicBezTo>
                      <a:pt x="1769110" y="95250"/>
                      <a:pt x="1894840" y="109220"/>
                      <a:pt x="1969770" y="137160"/>
                    </a:cubicBezTo>
                    <a:cubicBezTo>
                      <a:pt x="2026920" y="158750"/>
                      <a:pt x="2085340" y="185420"/>
                      <a:pt x="2115820" y="212090"/>
                    </a:cubicBezTo>
                    <a:cubicBezTo>
                      <a:pt x="2133600" y="228600"/>
                      <a:pt x="2145030" y="246380"/>
                      <a:pt x="2147570" y="262890"/>
                    </a:cubicBezTo>
                    <a:cubicBezTo>
                      <a:pt x="2150110" y="278130"/>
                      <a:pt x="2143760" y="295910"/>
                      <a:pt x="2134870" y="307340"/>
                    </a:cubicBezTo>
                    <a:cubicBezTo>
                      <a:pt x="2127250" y="318770"/>
                      <a:pt x="2110740" y="330200"/>
                      <a:pt x="2096770" y="332740"/>
                    </a:cubicBezTo>
                    <a:cubicBezTo>
                      <a:pt x="2082800" y="335280"/>
                      <a:pt x="2051050" y="325120"/>
                      <a:pt x="2051050" y="325120"/>
                    </a:cubicBezTo>
                  </a:path>
                </a:pathLst>
              </a:custGeom>
              <a:solidFill>
                <a:srgbClr val="FFFFFF"/>
              </a:solidFill>
              <a:ln cap="sq">
                <a:noFill/>
                <a:prstDash val="solid"/>
                <a:miter/>
              </a:ln>
            </p:spPr>
          </p:sp>
        </p:grpSp>
        <p:grpSp>
          <p:nvGrpSpPr>
            <p:cNvPr id="87" name="Group 87"/>
            <p:cNvGrpSpPr/>
            <p:nvPr/>
          </p:nvGrpSpPr>
          <p:grpSpPr>
            <a:xfrm>
              <a:off x="3179532" y="5084690"/>
              <a:ext cx="1109139" cy="510053"/>
              <a:chOff x="0" y="0"/>
              <a:chExt cx="933450" cy="429260"/>
            </a:xfrm>
          </p:grpSpPr>
          <p:sp>
            <p:nvSpPr>
              <p:cNvPr id="88" name="Freeform 88"/>
              <p:cNvSpPr/>
              <p:nvPr/>
            </p:nvSpPr>
            <p:spPr>
              <a:xfrm>
                <a:off x="50800" y="49530"/>
                <a:ext cx="836930" cy="339090"/>
              </a:xfrm>
              <a:custGeom>
                <a:avLst/>
                <a:gdLst/>
                <a:ahLst/>
                <a:cxnLst/>
                <a:rect l="l" t="t" r="r" b="b"/>
                <a:pathLst>
                  <a:path w="836930" h="339090">
                    <a:moveTo>
                      <a:pt x="114300" y="22860"/>
                    </a:moveTo>
                    <a:cubicBezTo>
                      <a:pt x="198120" y="114300"/>
                      <a:pt x="265430" y="166370"/>
                      <a:pt x="304800" y="181610"/>
                    </a:cubicBezTo>
                    <a:cubicBezTo>
                      <a:pt x="328930" y="191770"/>
                      <a:pt x="341630" y="191770"/>
                      <a:pt x="369570" y="193040"/>
                    </a:cubicBezTo>
                    <a:cubicBezTo>
                      <a:pt x="421640" y="196850"/>
                      <a:pt x="538480" y="193040"/>
                      <a:pt x="599440" y="187960"/>
                    </a:cubicBezTo>
                    <a:cubicBezTo>
                      <a:pt x="640080" y="185420"/>
                      <a:pt x="674370" y="186690"/>
                      <a:pt x="699770" y="176530"/>
                    </a:cubicBezTo>
                    <a:cubicBezTo>
                      <a:pt x="718820" y="170180"/>
                      <a:pt x="727710" y="151130"/>
                      <a:pt x="742950" y="146050"/>
                    </a:cubicBezTo>
                    <a:cubicBezTo>
                      <a:pt x="756920" y="142240"/>
                      <a:pt x="774700" y="140970"/>
                      <a:pt x="788670" y="148590"/>
                    </a:cubicBezTo>
                    <a:cubicBezTo>
                      <a:pt x="805180" y="156210"/>
                      <a:pt x="825500" y="180340"/>
                      <a:pt x="831850" y="198120"/>
                    </a:cubicBezTo>
                    <a:cubicBezTo>
                      <a:pt x="835660" y="212090"/>
                      <a:pt x="833120" y="229870"/>
                      <a:pt x="826770" y="242570"/>
                    </a:cubicBezTo>
                    <a:cubicBezTo>
                      <a:pt x="821690" y="255270"/>
                      <a:pt x="808990" y="269240"/>
                      <a:pt x="796290" y="275590"/>
                    </a:cubicBezTo>
                    <a:cubicBezTo>
                      <a:pt x="784860" y="281940"/>
                      <a:pt x="767080" y="287020"/>
                      <a:pt x="753110" y="283210"/>
                    </a:cubicBezTo>
                    <a:cubicBezTo>
                      <a:pt x="735330" y="279400"/>
                      <a:pt x="707390" y="261620"/>
                      <a:pt x="699770" y="243840"/>
                    </a:cubicBezTo>
                    <a:cubicBezTo>
                      <a:pt x="690880" y="227330"/>
                      <a:pt x="692150" y="195580"/>
                      <a:pt x="702310" y="177800"/>
                    </a:cubicBezTo>
                    <a:cubicBezTo>
                      <a:pt x="712470" y="161290"/>
                      <a:pt x="739140" y="144780"/>
                      <a:pt x="758190" y="143510"/>
                    </a:cubicBezTo>
                    <a:cubicBezTo>
                      <a:pt x="777240" y="142240"/>
                      <a:pt x="806450" y="154940"/>
                      <a:pt x="817880" y="170180"/>
                    </a:cubicBezTo>
                    <a:cubicBezTo>
                      <a:pt x="830580" y="185420"/>
                      <a:pt x="836930" y="215900"/>
                      <a:pt x="830580" y="234950"/>
                    </a:cubicBezTo>
                    <a:cubicBezTo>
                      <a:pt x="821690" y="259080"/>
                      <a:pt x="791210" y="284480"/>
                      <a:pt x="759460" y="300990"/>
                    </a:cubicBezTo>
                    <a:cubicBezTo>
                      <a:pt x="715010" y="321310"/>
                      <a:pt x="641350" y="323850"/>
                      <a:pt x="577850" y="328930"/>
                    </a:cubicBezTo>
                    <a:cubicBezTo>
                      <a:pt x="508000" y="332740"/>
                      <a:pt x="429260" y="339090"/>
                      <a:pt x="358140" y="325120"/>
                    </a:cubicBezTo>
                    <a:cubicBezTo>
                      <a:pt x="287020" y="309880"/>
                      <a:pt x="210820" y="276860"/>
                      <a:pt x="152400" y="237490"/>
                    </a:cubicBezTo>
                    <a:cubicBezTo>
                      <a:pt x="97790" y="201930"/>
                      <a:pt x="38100" y="142240"/>
                      <a:pt x="15240" y="107950"/>
                    </a:cubicBezTo>
                    <a:cubicBezTo>
                      <a:pt x="5080" y="91440"/>
                      <a:pt x="0" y="78740"/>
                      <a:pt x="0" y="64770"/>
                    </a:cubicBezTo>
                    <a:cubicBezTo>
                      <a:pt x="0" y="49530"/>
                      <a:pt x="7620" y="31750"/>
                      <a:pt x="16510" y="21590"/>
                    </a:cubicBezTo>
                    <a:cubicBezTo>
                      <a:pt x="26670" y="11430"/>
                      <a:pt x="43180" y="1270"/>
                      <a:pt x="58420" y="1270"/>
                    </a:cubicBezTo>
                    <a:cubicBezTo>
                      <a:pt x="74930" y="0"/>
                      <a:pt x="114300" y="22860"/>
                      <a:pt x="114300" y="22860"/>
                    </a:cubicBezTo>
                  </a:path>
                </a:pathLst>
              </a:custGeom>
              <a:solidFill>
                <a:srgbClr val="FFFFFF"/>
              </a:solidFill>
              <a:ln cap="sq">
                <a:noFill/>
                <a:prstDash val="solid"/>
                <a:miter/>
              </a:ln>
            </p:spPr>
          </p:sp>
        </p:grpSp>
        <p:grpSp>
          <p:nvGrpSpPr>
            <p:cNvPr id="89" name="Group 89"/>
            <p:cNvGrpSpPr/>
            <p:nvPr/>
          </p:nvGrpSpPr>
          <p:grpSpPr>
            <a:xfrm>
              <a:off x="4733836" y="3878973"/>
              <a:ext cx="843549" cy="1053305"/>
              <a:chOff x="0" y="0"/>
              <a:chExt cx="709930" cy="886460"/>
            </a:xfrm>
          </p:grpSpPr>
          <p:sp>
            <p:nvSpPr>
              <p:cNvPr id="90" name="Freeform 90"/>
              <p:cNvSpPr/>
              <p:nvPr/>
            </p:nvSpPr>
            <p:spPr>
              <a:xfrm>
                <a:off x="49530" y="48260"/>
                <a:ext cx="609600" cy="793750"/>
              </a:xfrm>
              <a:custGeom>
                <a:avLst/>
                <a:gdLst/>
                <a:ahLst/>
                <a:cxnLst/>
                <a:rect l="l" t="t" r="r" b="b"/>
                <a:pathLst>
                  <a:path w="609600" h="793750">
                    <a:moveTo>
                      <a:pt x="15240" y="683260"/>
                    </a:moveTo>
                    <a:cubicBezTo>
                      <a:pt x="367030" y="299720"/>
                      <a:pt x="447040" y="59690"/>
                      <a:pt x="497840" y="16510"/>
                    </a:cubicBezTo>
                    <a:cubicBezTo>
                      <a:pt x="514350" y="2540"/>
                      <a:pt x="525780" y="2540"/>
                      <a:pt x="539750" y="2540"/>
                    </a:cubicBezTo>
                    <a:cubicBezTo>
                      <a:pt x="553720" y="2540"/>
                      <a:pt x="571500" y="6350"/>
                      <a:pt x="581660" y="16510"/>
                    </a:cubicBezTo>
                    <a:cubicBezTo>
                      <a:pt x="595630" y="27940"/>
                      <a:pt x="609600" y="57150"/>
                      <a:pt x="609600" y="74930"/>
                    </a:cubicBezTo>
                    <a:cubicBezTo>
                      <a:pt x="609600" y="90170"/>
                      <a:pt x="603250" y="105410"/>
                      <a:pt x="593090" y="116840"/>
                    </a:cubicBezTo>
                    <a:cubicBezTo>
                      <a:pt x="580390" y="129540"/>
                      <a:pt x="551180" y="140970"/>
                      <a:pt x="533400" y="140970"/>
                    </a:cubicBezTo>
                    <a:cubicBezTo>
                      <a:pt x="518160" y="139700"/>
                      <a:pt x="502920" y="133350"/>
                      <a:pt x="492760" y="121920"/>
                    </a:cubicBezTo>
                    <a:cubicBezTo>
                      <a:pt x="480060" y="109220"/>
                      <a:pt x="468630" y="80010"/>
                      <a:pt x="471170" y="60960"/>
                    </a:cubicBezTo>
                    <a:cubicBezTo>
                      <a:pt x="474980" y="41910"/>
                      <a:pt x="494030" y="16510"/>
                      <a:pt x="510540" y="8890"/>
                    </a:cubicBezTo>
                    <a:cubicBezTo>
                      <a:pt x="528320" y="0"/>
                      <a:pt x="560070" y="3810"/>
                      <a:pt x="575310" y="11430"/>
                    </a:cubicBezTo>
                    <a:cubicBezTo>
                      <a:pt x="589280" y="19050"/>
                      <a:pt x="599440" y="33020"/>
                      <a:pt x="604520" y="45720"/>
                    </a:cubicBezTo>
                    <a:cubicBezTo>
                      <a:pt x="609600" y="58420"/>
                      <a:pt x="609600" y="72390"/>
                      <a:pt x="607060" y="90170"/>
                    </a:cubicBezTo>
                    <a:cubicBezTo>
                      <a:pt x="603250" y="116840"/>
                      <a:pt x="590550" y="148590"/>
                      <a:pt x="570230" y="187960"/>
                    </a:cubicBezTo>
                    <a:cubicBezTo>
                      <a:pt x="537210" y="259080"/>
                      <a:pt x="473710" y="378460"/>
                      <a:pt x="402590" y="471170"/>
                    </a:cubicBezTo>
                    <a:cubicBezTo>
                      <a:pt x="318770" y="577850"/>
                      <a:pt x="151130" y="758190"/>
                      <a:pt x="90170" y="784860"/>
                    </a:cubicBezTo>
                    <a:cubicBezTo>
                      <a:pt x="69850" y="793750"/>
                      <a:pt x="57150" y="791210"/>
                      <a:pt x="44450" y="786130"/>
                    </a:cubicBezTo>
                    <a:cubicBezTo>
                      <a:pt x="30480" y="781050"/>
                      <a:pt x="15240" y="769620"/>
                      <a:pt x="8890" y="756920"/>
                    </a:cubicBezTo>
                    <a:cubicBezTo>
                      <a:pt x="1270" y="744220"/>
                      <a:pt x="0" y="723900"/>
                      <a:pt x="1270" y="711200"/>
                    </a:cubicBezTo>
                    <a:cubicBezTo>
                      <a:pt x="3810" y="701040"/>
                      <a:pt x="15240" y="683260"/>
                      <a:pt x="15240" y="683260"/>
                    </a:cubicBezTo>
                  </a:path>
                </a:pathLst>
              </a:custGeom>
              <a:solidFill>
                <a:srgbClr val="FFFFFF"/>
              </a:solidFill>
              <a:ln cap="sq">
                <a:noFill/>
                <a:prstDash val="solid"/>
                <a:miter/>
              </a:ln>
            </p:spPr>
          </p:sp>
        </p:grpSp>
        <p:grpSp>
          <p:nvGrpSpPr>
            <p:cNvPr id="91" name="Group 91"/>
            <p:cNvGrpSpPr/>
            <p:nvPr/>
          </p:nvGrpSpPr>
          <p:grpSpPr>
            <a:xfrm>
              <a:off x="686610" y="4434297"/>
              <a:ext cx="2520085" cy="2569883"/>
              <a:chOff x="0" y="0"/>
              <a:chExt cx="2120900" cy="2162810"/>
            </a:xfrm>
          </p:grpSpPr>
          <p:sp>
            <p:nvSpPr>
              <p:cNvPr id="92" name="Freeform 92"/>
              <p:cNvSpPr/>
              <p:nvPr/>
            </p:nvSpPr>
            <p:spPr>
              <a:xfrm>
                <a:off x="41910" y="50800"/>
                <a:ext cx="2029460" cy="2063750"/>
              </a:xfrm>
              <a:custGeom>
                <a:avLst/>
                <a:gdLst/>
                <a:ahLst/>
                <a:cxnLst/>
                <a:rect l="l" t="t" r="r" b="b"/>
                <a:pathLst>
                  <a:path w="2029460" h="2063750">
                    <a:moveTo>
                      <a:pt x="1982470" y="123190"/>
                    </a:moveTo>
                    <a:cubicBezTo>
                      <a:pt x="1550670" y="220980"/>
                      <a:pt x="1496060" y="219710"/>
                      <a:pt x="1414780" y="237490"/>
                    </a:cubicBezTo>
                    <a:cubicBezTo>
                      <a:pt x="1306830" y="262890"/>
                      <a:pt x="1156970" y="309880"/>
                      <a:pt x="1045210" y="350520"/>
                    </a:cubicBezTo>
                    <a:cubicBezTo>
                      <a:pt x="949960" y="387350"/>
                      <a:pt x="840740" y="426720"/>
                      <a:pt x="782320" y="467360"/>
                    </a:cubicBezTo>
                    <a:cubicBezTo>
                      <a:pt x="748030" y="490220"/>
                      <a:pt x="736600" y="500380"/>
                      <a:pt x="708660" y="539750"/>
                    </a:cubicBezTo>
                    <a:cubicBezTo>
                      <a:pt x="646430" y="627380"/>
                      <a:pt x="502920" y="943610"/>
                      <a:pt x="474980" y="1033780"/>
                    </a:cubicBezTo>
                    <a:cubicBezTo>
                      <a:pt x="464820" y="1066800"/>
                      <a:pt x="473710" y="1069340"/>
                      <a:pt x="463550" y="1103630"/>
                    </a:cubicBezTo>
                    <a:cubicBezTo>
                      <a:pt x="431800" y="1209040"/>
                      <a:pt x="217170" y="1621790"/>
                      <a:pt x="180340" y="1737360"/>
                    </a:cubicBezTo>
                    <a:cubicBezTo>
                      <a:pt x="167640" y="1778000"/>
                      <a:pt x="168910" y="1793240"/>
                      <a:pt x="163830" y="1823720"/>
                    </a:cubicBezTo>
                    <a:cubicBezTo>
                      <a:pt x="158750" y="1854200"/>
                      <a:pt x="149860" y="1917700"/>
                      <a:pt x="152400" y="1917700"/>
                    </a:cubicBezTo>
                    <a:cubicBezTo>
                      <a:pt x="154940" y="1917700"/>
                      <a:pt x="161290" y="1869440"/>
                      <a:pt x="175260" y="1841500"/>
                    </a:cubicBezTo>
                    <a:cubicBezTo>
                      <a:pt x="195580" y="1800860"/>
                      <a:pt x="265430" y="1742440"/>
                      <a:pt x="280670" y="1703070"/>
                    </a:cubicBezTo>
                    <a:cubicBezTo>
                      <a:pt x="290830" y="1677670"/>
                      <a:pt x="278130" y="1666240"/>
                      <a:pt x="285750" y="1635760"/>
                    </a:cubicBezTo>
                    <a:cubicBezTo>
                      <a:pt x="306070" y="1555750"/>
                      <a:pt x="420370" y="1280160"/>
                      <a:pt x="463550" y="1224280"/>
                    </a:cubicBezTo>
                    <a:cubicBezTo>
                      <a:pt x="477520" y="1206500"/>
                      <a:pt x="486410" y="1201420"/>
                      <a:pt x="500380" y="1196340"/>
                    </a:cubicBezTo>
                    <a:cubicBezTo>
                      <a:pt x="514350" y="1191260"/>
                      <a:pt x="532130" y="1191260"/>
                      <a:pt x="546100" y="1196340"/>
                    </a:cubicBezTo>
                    <a:cubicBezTo>
                      <a:pt x="560070" y="1200150"/>
                      <a:pt x="575310" y="1210310"/>
                      <a:pt x="582930" y="1224280"/>
                    </a:cubicBezTo>
                    <a:cubicBezTo>
                      <a:pt x="593090" y="1240790"/>
                      <a:pt x="598170" y="1272540"/>
                      <a:pt x="590550" y="1291590"/>
                    </a:cubicBezTo>
                    <a:cubicBezTo>
                      <a:pt x="584200" y="1309370"/>
                      <a:pt x="557530" y="1329690"/>
                      <a:pt x="539750" y="1336040"/>
                    </a:cubicBezTo>
                    <a:cubicBezTo>
                      <a:pt x="524510" y="1339850"/>
                      <a:pt x="506730" y="1338580"/>
                      <a:pt x="494030" y="1330960"/>
                    </a:cubicBezTo>
                    <a:cubicBezTo>
                      <a:pt x="477520" y="1322070"/>
                      <a:pt x="455930" y="1296670"/>
                      <a:pt x="452120" y="1277620"/>
                    </a:cubicBezTo>
                    <a:cubicBezTo>
                      <a:pt x="448310" y="1257300"/>
                      <a:pt x="458470" y="1226820"/>
                      <a:pt x="473710" y="1212850"/>
                    </a:cubicBezTo>
                    <a:cubicBezTo>
                      <a:pt x="487680" y="1198880"/>
                      <a:pt x="520700" y="1191260"/>
                      <a:pt x="538480" y="1193800"/>
                    </a:cubicBezTo>
                    <a:cubicBezTo>
                      <a:pt x="553720" y="1196340"/>
                      <a:pt x="568960" y="1206500"/>
                      <a:pt x="577850" y="1217930"/>
                    </a:cubicBezTo>
                    <a:cubicBezTo>
                      <a:pt x="588010" y="1229360"/>
                      <a:pt x="594360" y="1243330"/>
                      <a:pt x="595630" y="1261110"/>
                    </a:cubicBezTo>
                    <a:cubicBezTo>
                      <a:pt x="596900" y="1283970"/>
                      <a:pt x="585470" y="1314450"/>
                      <a:pt x="572770" y="1344930"/>
                    </a:cubicBezTo>
                    <a:cubicBezTo>
                      <a:pt x="553720" y="1390650"/>
                      <a:pt x="504190" y="1454150"/>
                      <a:pt x="487680" y="1499870"/>
                    </a:cubicBezTo>
                    <a:cubicBezTo>
                      <a:pt x="474980" y="1532890"/>
                      <a:pt x="481330" y="1554480"/>
                      <a:pt x="469900" y="1590040"/>
                    </a:cubicBezTo>
                    <a:cubicBezTo>
                      <a:pt x="452120" y="1647190"/>
                      <a:pt x="411480" y="1739900"/>
                      <a:pt x="374650" y="1807210"/>
                    </a:cubicBezTo>
                    <a:cubicBezTo>
                      <a:pt x="339090" y="1869440"/>
                      <a:pt x="288290" y="1939290"/>
                      <a:pt x="254000" y="1978660"/>
                    </a:cubicBezTo>
                    <a:cubicBezTo>
                      <a:pt x="233680" y="2001520"/>
                      <a:pt x="219710" y="2015490"/>
                      <a:pt x="198120" y="2029460"/>
                    </a:cubicBezTo>
                    <a:cubicBezTo>
                      <a:pt x="176530" y="2043430"/>
                      <a:pt x="149860" y="2059940"/>
                      <a:pt x="124460" y="2061210"/>
                    </a:cubicBezTo>
                    <a:cubicBezTo>
                      <a:pt x="97790" y="2063750"/>
                      <a:pt x="63500" y="2057400"/>
                      <a:pt x="44450" y="2040890"/>
                    </a:cubicBezTo>
                    <a:cubicBezTo>
                      <a:pt x="24130" y="2023110"/>
                      <a:pt x="12700" y="1992630"/>
                      <a:pt x="8890" y="1954530"/>
                    </a:cubicBezTo>
                    <a:cubicBezTo>
                      <a:pt x="0" y="1893570"/>
                      <a:pt x="10160" y="1814830"/>
                      <a:pt x="40640" y="1701800"/>
                    </a:cubicBezTo>
                    <a:cubicBezTo>
                      <a:pt x="111760" y="1447800"/>
                      <a:pt x="436880" y="709930"/>
                      <a:pt x="566420" y="510540"/>
                    </a:cubicBezTo>
                    <a:cubicBezTo>
                      <a:pt x="615950" y="433070"/>
                      <a:pt x="636270" y="410210"/>
                      <a:pt x="694690" y="368300"/>
                    </a:cubicBezTo>
                    <a:cubicBezTo>
                      <a:pt x="773430" y="311150"/>
                      <a:pt x="900430" y="266700"/>
                      <a:pt x="1012190" y="224790"/>
                    </a:cubicBezTo>
                    <a:cubicBezTo>
                      <a:pt x="1129030" y="180340"/>
                      <a:pt x="1264920" y="137160"/>
                      <a:pt x="1384300" y="110490"/>
                    </a:cubicBezTo>
                    <a:cubicBezTo>
                      <a:pt x="1490980" y="85090"/>
                      <a:pt x="1596390" y="82550"/>
                      <a:pt x="1694180" y="63500"/>
                    </a:cubicBezTo>
                    <a:cubicBezTo>
                      <a:pt x="1781810" y="45720"/>
                      <a:pt x="1891030" y="2540"/>
                      <a:pt x="1945640" y="0"/>
                    </a:cubicBezTo>
                    <a:cubicBezTo>
                      <a:pt x="1972310" y="0"/>
                      <a:pt x="1990090" y="2540"/>
                      <a:pt x="2004060" y="11430"/>
                    </a:cubicBezTo>
                    <a:cubicBezTo>
                      <a:pt x="2016760" y="20320"/>
                      <a:pt x="2024380" y="36830"/>
                      <a:pt x="2026920" y="50800"/>
                    </a:cubicBezTo>
                    <a:cubicBezTo>
                      <a:pt x="2029460" y="64770"/>
                      <a:pt x="2025650" y="83820"/>
                      <a:pt x="2018030" y="95250"/>
                    </a:cubicBezTo>
                    <a:cubicBezTo>
                      <a:pt x="2011680" y="107950"/>
                      <a:pt x="1982470" y="123190"/>
                      <a:pt x="1982470" y="123190"/>
                    </a:cubicBezTo>
                  </a:path>
                </a:pathLst>
              </a:custGeom>
              <a:solidFill>
                <a:srgbClr val="FFFFFF"/>
              </a:solidFill>
              <a:ln cap="sq">
                <a:noFill/>
                <a:prstDash val="solid"/>
                <a:miter/>
              </a:ln>
            </p:spPr>
          </p:sp>
        </p:grpSp>
        <p:grpSp>
          <p:nvGrpSpPr>
            <p:cNvPr id="93" name="Group 93"/>
            <p:cNvGrpSpPr/>
            <p:nvPr/>
          </p:nvGrpSpPr>
          <p:grpSpPr>
            <a:xfrm>
              <a:off x="54325" y="7725497"/>
              <a:ext cx="1610138" cy="3181041"/>
              <a:chOff x="0" y="0"/>
              <a:chExt cx="1355090" cy="2677160"/>
            </a:xfrm>
          </p:grpSpPr>
          <p:sp>
            <p:nvSpPr>
              <p:cNvPr id="94" name="Freeform 94"/>
              <p:cNvSpPr/>
              <p:nvPr/>
            </p:nvSpPr>
            <p:spPr>
              <a:xfrm>
                <a:off x="31750" y="44450"/>
                <a:ext cx="1273810" cy="2586990"/>
              </a:xfrm>
              <a:custGeom>
                <a:avLst/>
                <a:gdLst/>
                <a:ahLst/>
                <a:cxnLst/>
                <a:rect l="l" t="t" r="r" b="b"/>
                <a:pathLst>
                  <a:path w="1273810" h="2586990">
                    <a:moveTo>
                      <a:pt x="834390" y="154940"/>
                    </a:moveTo>
                    <a:cubicBezTo>
                      <a:pt x="346710" y="149860"/>
                      <a:pt x="325120" y="153670"/>
                      <a:pt x="300990" y="167640"/>
                    </a:cubicBezTo>
                    <a:cubicBezTo>
                      <a:pt x="275590" y="182880"/>
                      <a:pt x="255270" y="209550"/>
                      <a:pt x="238760" y="234950"/>
                    </a:cubicBezTo>
                    <a:cubicBezTo>
                      <a:pt x="219710" y="261620"/>
                      <a:pt x="205740" y="292100"/>
                      <a:pt x="194310" y="327660"/>
                    </a:cubicBezTo>
                    <a:cubicBezTo>
                      <a:pt x="179070" y="369570"/>
                      <a:pt x="168910" y="403860"/>
                      <a:pt x="160020" y="469900"/>
                    </a:cubicBezTo>
                    <a:cubicBezTo>
                      <a:pt x="142240" y="614680"/>
                      <a:pt x="137160" y="957580"/>
                      <a:pt x="152400" y="1172210"/>
                    </a:cubicBezTo>
                    <a:cubicBezTo>
                      <a:pt x="165100" y="1355090"/>
                      <a:pt x="198120" y="1534160"/>
                      <a:pt x="229870" y="1680210"/>
                    </a:cubicBezTo>
                    <a:cubicBezTo>
                      <a:pt x="255270" y="1794510"/>
                      <a:pt x="281940" y="1888490"/>
                      <a:pt x="317500" y="1982470"/>
                    </a:cubicBezTo>
                    <a:cubicBezTo>
                      <a:pt x="350520" y="2067560"/>
                      <a:pt x="388620" y="2147570"/>
                      <a:pt x="431800" y="2221230"/>
                    </a:cubicBezTo>
                    <a:cubicBezTo>
                      <a:pt x="472440" y="2289810"/>
                      <a:pt x="528320" y="2378710"/>
                      <a:pt x="568960" y="2411730"/>
                    </a:cubicBezTo>
                    <a:cubicBezTo>
                      <a:pt x="589280" y="2429510"/>
                      <a:pt x="603250" y="2438400"/>
                      <a:pt x="626110" y="2440940"/>
                    </a:cubicBezTo>
                    <a:cubicBezTo>
                      <a:pt x="652780" y="2444750"/>
                      <a:pt x="685800" y="2435860"/>
                      <a:pt x="720090" y="2424430"/>
                    </a:cubicBezTo>
                    <a:cubicBezTo>
                      <a:pt x="763270" y="2409190"/>
                      <a:pt x="815340" y="2377440"/>
                      <a:pt x="861060" y="2346960"/>
                    </a:cubicBezTo>
                    <a:cubicBezTo>
                      <a:pt x="906780" y="2316480"/>
                      <a:pt x="952500" y="2282190"/>
                      <a:pt x="993140" y="2242820"/>
                    </a:cubicBezTo>
                    <a:cubicBezTo>
                      <a:pt x="1033780" y="2203450"/>
                      <a:pt x="1074420" y="2155190"/>
                      <a:pt x="1102360" y="2109470"/>
                    </a:cubicBezTo>
                    <a:cubicBezTo>
                      <a:pt x="1126490" y="2071370"/>
                      <a:pt x="1132840" y="2012950"/>
                      <a:pt x="1155700" y="1993900"/>
                    </a:cubicBezTo>
                    <a:cubicBezTo>
                      <a:pt x="1168400" y="1981200"/>
                      <a:pt x="1183640" y="1978660"/>
                      <a:pt x="1198880" y="1978660"/>
                    </a:cubicBezTo>
                    <a:cubicBezTo>
                      <a:pt x="1212850" y="1978660"/>
                      <a:pt x="1230630" y="1982470"/>
                      <a:pt x="1242060" y="1992630"/>
                    </a:cubicBezTo>
                    <a:cubicBezTo>
                      <a:pt x="1257300" y="2005330"/>
                      <a:pt x="1272540" y="2034540"/>
                      <a:pt x="1271270" y="2053590"/>
                    </a:cubicBezTo>
                    <a:cubicBezTo>
                      <a:pt x="1271270" y="2073910"/>
                      <a:pt x="1254760" y="2101850"/>
                      <a:pt x="1236980" y="2112010"/>
                    </a:cubicBezTo>
                    <a:cubicBezTo>
                      <a:pt x="1220470" y="2122170"/>
                      <a:pt x="1187450" y="2124710"/>
                      <a:pt x="1169670" y="2117090"/>
                    </a:cubicBezTo>
                    <a:cubicBezTo>
                      <a:pt x="1151890" y="2108200"/>
                      <a:pt x="1131570" y="2082800"/>
                      <a:pt x="1127760" y="2062480"/>
                    </a:cubicBezTo>
                    <a:cubicBezTo>
                      <a:pt x="1125220" y="2043430"/>
                      <a:pt x="1135380" y="2012950"/>
                      <a:pt x="1149350" y="1998980"/>
                    </a:cubicBezTo>
                    <a:cubicBezTo>
                      <a:pt x="1163320" y="1985010"/>
                      <a:pt x="1195070" y="1976120"/>
                      <a:pt x="1214120" y="1979930"/>
                    </a:cubicBezTo>
                    <a:cubicBezTo>
                      <a:pt x="1234440" y="1983740"/>
                      <a:pt x="1257300" y="2006600"/>
                      <a:pt x="1266190" y="2023110"/>
                    </a:cubicBezTo>
                    <a:cubicBezTo>
                      <a:pt x="1273810" y="2037080"/>
                      <a:pt x="1272540" y="2052320"/>
                      <a:pt x="1268730" y="2068830"/>
                    </a:cubicBezTo>
                    <a:cubicBezTo>
                      <a:pt x="1264920" y="2095500"/>
                      <a:pt x="1247140" y="2132330"/>
                      <a:pt x="1233170" y="2161540"/>
                    </a:cubicBezTo>
                    <a:cubicBezTo>
                      <a:pt x="1219200" y="2189480"/>
                      <a:pt x="1206500" y="2213610"/>
                      <a:pt x="1186180" y="2240280"/>
                    </a:cubicBezTo>
                    <a:cubicBezTo>
                      <a:pt x="1159510" y="2277110"/>
                      <a:pt x="1118870" y="2320290"/>
                      <a:pt x="1080770" y="2355850"/>
                    </a:cubicBezTo>
                    <a:cubicBezTo>
                      <a:pt x="1041400" y="2391410"/>
                      <a:pt x="1002030" y="2424430"/>
                      <a:pt x="951230" y="2456180"/>
                    </a:cubicBezTo>
                    <a:cubicBezTo>
                      <a:pt x="889000" y="2495550"/>
                      <a:pt x="787400" y="2550160"/>
                      <a:pt x="730250" y="2567940"/>
                    </a:cubicBezTo>
                    <a:cubicBezTo>
                      <a:pt x="697230" y="2579370"/>
                      <a:pt x="675640" y="2579370"/>
                      <a:pt x="646430" y="2580640"/>
                    </a:cubicBezTo>
                    <a:cubicBezTo>
                      <a:pt x="618490" y="2581910"/>
                      <a:pt x="589280" y="2586990"/>
                      <a:pt x="558800" y="2574290"/>
                    </a:cubicBezTo>
                    <a:cubicBezTo>
                      <a:pt x="514350" y="2555240"/>
                      <a:pt x="454660" y="2493010"/>
                      <a:pt x="415290" y="2447290"/>
                    </a:cubicBezTo>
                    <a:cubicBezTo>
                      <a:pt x="378460" y="2404110"/>
                      <a:pt x="355600" y="2362200"/>
                      <a:pt x="326390" y="2310130"/>
                    </a:cubicBezTo>
                    <a:cubicBezTo>
                      <a:pt x="289560" y="2244090"/>
                      <a:pt x="248920" y="2159000"/>
                      <a:pt x="217170" y="2077720"/>
                    </a:cubicBezTo>
                    <a:cubicBezTo>
                      <a:pt x="182880" y="1995170"/>
                      <a:pt x="158750" y="1924050"/>
                      <a:pt x="132080" y="1816100"/>
                    </a:cubicBezTo>
                    <a:cubicBezTo>
                      <a:pt x="90170" y="1649730"/>
                      <a:pt x="36830" y="1394460"/>
                      <a:pt x="19050" y="1172210"/>
                    </a:cubicBezTo>
                    <a:cubicBezTo>
                      <a:pt x="0" y="934720"/>
                      <a:pt x="5080" y="589280"/>
                      <a:pt x="25400" y="431800"/>
                    </a:cubicBezTo>
                    <a:cubicBezTo>
                      <a:pt x="35560" y="355600"/>
                      <a:pt x="50800" y="309880"/>
                      <a:pt x="67310" y="265430"/>
                    </a:cubicBezTo>
                    <a:cubicBezTo>
                      <a:pt x="78740" y="234950"/>
                      <a:pt x="87630" y="215900"/>
                      <a:pt x="105410" y="189230"/>
                    </a:cubicBezTo>
                    <a:cubicBezTo>
                      <a:pt x="130810" y="152400"/>
                      <a:pt x="175260" y="100330"/>
                      <a:pt x="214630" y="71120"/>
                    </a:cubicBezTo>
                    <a:cubicBezTo>
                      <a:pt x="247650" y="45720"/>
                      <a:pt x="288290" y="29210"/>
                      <a:pt x="320040" y="19050"/>
                    </a:cubicBezTo>
                    <a:cubicBezTo>
                      <a:pt x="342900" y="11430"/>
                      <a:pt x="354330" y="8890"/>
                      <a:pt x="384810" y="6350"/>
                    </a:cubicBezTo>
                    <a:cubicBezTo>
                      <a:pt x="449580" y="0"/>
                      <a:pt x="614680" y="5080"/>
                      <a:pt x="701040" y="10160"/>
                    </a:cubicBezTo>
                    <a:cubicBezTo>
                      <a:pt x="760730" y="12700"/>
                      <a:pt x="819150" y="15240"/>
                      <a:pt x="852170" y="25400"/>
                    </a:cubicBezTo>
                    <a:cubicBezTo>
                      <a:pt x="871220" y="31750"/>
                      <a:pt x="883920" y="36830"/>
                      <a:pt x="892810" y="48260"/>
                    </a:cubicBezTo>
                    <a:cubicBezTo>
                      <a:pt x="901700" y="59690"/>
                      <a:pt x="909320" y="76200"/>
                      <a:pt x="908050" y="91440"/>
                    </a:cubicBezTo>
                    <a:cubicBezTo>
                      <a:pt x="906780" y="109220"/>
                      <a:pt x="892810" y="134620"/>
                      <a:pt x="878840" y="144780"/>
                    </a:cubicBezTo>
                    <a:cubicBezTo>
                      <a:pt x="867410" y="153670"/>
                      <a:pt x="834390" y="154940"/>
                      <a:pt x="834390" y="154940"/>
                    </a:cubicBezTo>
                  </a:path>
                </a:pathLst>
              </a:custGeom>
              <a:solidFill>
                <a:srgbClr val="FFFFFF"/>
              </a:solidFill>
              <a:ln cap="sq">
                <a:noFill/>
                <a:prstDash val="solid"/>
                <a:miter/>
              </a:ln>
            </p:spPr>
          </p:sp>
        </p:grpSp>
        <p:grpSp>
          <p:nvGrpSpPr>
            <p:cNvPr id="95" name="Group 95"/>
            <p:cNvGrpSpPr/>
            <p:nvPr/>
          </p:nvGrpSpPr>
          <p:grpSpPr>
            <a:xfrm>
              <a:off x="1260042" y="10471937"/>
              <a:ext cx="502508" cy="1435090"/>
              <a:chOff x="0" y="0"/>
              <a:chExt cx="422910" cy="1207770"/>
            </a:xfrm>
          </p:grpSpPr>
          <p:sp>
            <p:nvSpPr>
              <p:cNvPr id="96" name="Freeform 96"/>
              <p:cNvSpPr/>
              <p:nvPr/>
            </p:nvSpPr>
            <p:spPr>
              <a:xfrm>
                <a:off x="49530" y="46990"/>
                <a:ext cx="322580" cy="1112520"/>
              </a:xfrm>
              <a:custGeom>
                <a:avLst/>
                <a:gdLst/>
                <a:ahLst/>
                <a:cxnLst/>
                <a:rect l="l" t="t" r="r" b="b"/>
                <a:pathLst>
                  <a:path w="322580" h="1112520">
                    <a:moveTo>
                      <a:pt x="120650" y="40640"/>
                    </a:moveTo>
                    <a:cubicBezTo>
                      <a:pt x="246380" y="508000"/>
                      <a:pt x="252730" y="541020"/>
                      <a:pt x="260350" y="596900"/>
                    </a:cubicBezTo>
                    <a:cubicBezTo>
                      <a:pt x="267970" y="665480"/>
                      <a:pt x="262890" y="756920"/>
                      <a:pt x="273050" y="830580"/>
                    </a:cubicBezTo>
                    <a:cubicBezTo>
                      <a:pt x="283210" y="900430"/>
                      <a:pt x="317500" y="986790"/>
                      <a:pt x="320040" y="1028700"/>
                    </a:cubicBezTo>
                    <a:cubicBezTo>
                      <a:pt x="321310" y="1047750"/>
                      <a:pt x="321310" y="1057910"/>
                      <a:pt x="316230" y="1070610"/>
                    </a:cubicBezTo>
                    <a:cubicBezTo>
                      <a:pt x="311150" y="1082040"/>
                      <a:pt x="299720" y="1094740"/>
                      <a:pt x="288290" y="1101090"/>
                    </a:cubicBezTo>
                    <a:cubicBezTo>
                      <a:pt x="275590" y="1107440"/>
                      <a:pt x="260350" y="1112520"/>
                      <a:pt x="246380" y="1108710"/>
                    </a:cubicBezTo>
                    <a:cubicBezTo>
                      <a:pt x="229870" y="1104900"/>
                      <a:pt x="205740" y="1087120"/>
                      <a:pt x="196850" y="1071880"/>
                    </a:cubicBezTo>
                    <a:cubicBezTo>
                      <a:pt x="189230" y="1060450"/>
                      <a:pt x="187960" y="1043940"/>
                      <a:pt x="191770" y="1029970"/>
                    </a:cubicBezTo>
                    <a:cubicBezTo>
                      <a:pt x="195580" y="1013460"/>
                      <a:pt x="213360" y="989330"/>
                      <a:pt x="231140" y="982980"/>
                    </a:cubicBezTo>
                    <a:cubicBezTo>
                      <a:pt x="247650" y="975360"/>
                      <a:pt x="276860" y="977900"/>
                      <a:pt x="292100" y="988060"/>
                    </a:cubicBezTo>
                    <a:cubicBezTo>
                      <a:pt x="307340" y="998220"/>
                      <a:pt x="321310" y="1024890"/>
                      <a:pt x="322580" y="1042670"/>
                    </a:cubicBezTo>
                    <a:cubicBezTo>
                      <a:pt x="322580" y="1060450"/>
                      <a:pt x="308610" y="1087120"/>
                      <a:pt x="293370" y="1097280"/>
                    </a:cubicBezTo>
                    <a:cubicBezTo>
                      <a:pt x="279400" y="1108710"/>
                      <a:pt x="248920" y="1109980"/>
                      <a:pt x="232410" y="1104900"/>
                    </a:cubicBezTo>
                    <a:cubicBezTo>
                      <a:pt x="218440" y="1101090"/>
                      <a:pt x="208280" y="1092200"/>
                      <a:pt x="199390" y="1078230"/>
                    </a:cubicBezTo>
                    <a:cubicBezTo>
                      <a:pt x="186690" y="1057910"/>
                      <a:pt x="184150" y="1027430"/>
                      <a:pt x="175260" y="981710"/>
                    </a:cubicBezTo>
                    <a:cubicBezTo>
                      <a:pt x="157480" y="880110"/>
                      <a:pt x="147320" y="629920"/>
                      <a:pt x="120650" y="483870"/>
                    </a:cubicBezTo>
                    <a:cubicBezTo>
                      <a:pt x="99060" y="367030"/>
                      <a:pt x="64770" y="246380"/>
                      <a:pt x="40640" y="171450"/>
                    </a:cubicBezTo>
                    <a:cubicBezTo>
                      <a:pt x="26670" y="128270"/>
                      <a:pt x="3810" y="99060"/>
                      <a:pt x="1270" y="72390"/>
                    </a:cubicBezTo>
                    <a:cubicBezTo>
                      <a:pt x="0" y="54610"/>
                      <a:pt x="3810" y="40640"/>
                      <a:pt x="11430" y="29210"/>
                    </a:cubicBezTo>
                    <a:cubicBezTo>
                      <a:pt x="19050" y="17780"/>
                      <a:pt x="34290" y="7620"/>
                      <a:pt x="46990" y="3810"/>
                    </a:cubicBezTo>
                    <a:cubicBezTo>
                      <a:pt x="59690" y="0"/>
                      <a:pt x="78740" y="2540"/>
                      <a:pt x="90170" y="8890"/>
                    </a:cubicBezTo>
                    <a:cubicBezTo>
                      <a:pt x="102870" y="13970"/>
                      <a:pt x="120650" y="40640"/>
                      <a:pt x="120650" y="40640"/>
                    </a:cubicBezTo>
                  </a:path>
                </a:pathLst>
              </a:custGeom>
              <a:solidFill>
                <a:srgbClr val="FFFFFF"/>
              </a:solidFill>
              <a:ln cap="sq">
                <a:noFill/>
                <a:prstDash val="solid"/>
                <a:miter/>
              </a:ln>
            </p:spPr>
          </p:sp>
        </p:grpSp>
        <p:grpSp>
          <p:nvGrpSpPr>
            <p:cNvPr id="97" name="Group 97"/>
            <p:cNvGrpSpPr/>
            <p:nvPr/>
          </p:nvGrpSpPr>
          <p:grpSpPr>
            <a:xfrm>
              <a:off x="1225335" y="10977463"/>
              <a:ext cx="1312859" cy="1312859"/>
              <a:chOff x="0" y="0"/>
              <a:chExt cx="1104900" cy="1104900"/>
            </a:xfrm>
          </p:grpSpPr>
          <p:sp>
            <p:nvSpPr>
              <p:cNvPr id="98" name="Freeform 98"/>
              <p:cNvSpPr/>
              <p:nvPr/>
            </p:nvSpPr>
            <p:spPr>
              <a:xfrm>
                <a:off x="49530" y="46990"/>
                <a:ext cx="1005840" cy="1005840"/>
              </a:xfrm>
              <a:custGeom>
                <a:avLst/>
                <a:gdLst/>
                <a:ahLst/>
                <a:cxnLst/>
                <a:rect l="l" t="t" r="r" b="b"/>
                <a:pathLst>
                  <a:path w="1005840" h="1005840">
                    <a:moveTo>
                      <a:pt x="13970" y="908050"/>
                    </a:moveTo>
                    <a:cubicBezTo>
                      <a:pt x="328930" y="495300"/>
                      <a:pt x="372110" y="443230"/>
                      <a:pt x="435610" y="378460"/>
                    </a:cubicBezTo>
                    <a:cubicBezTo>
                      <a:pt x="509270" y="302260"/>
                      <a:pt x="601980" y="213360"/>
                      <a:pt x="688340" y="148590"/>
                    </a:cubicBezTo>
                    <a:cubicBezTo>
                      <a:pt x="767080" y="90170"/>
                      <a:pt x="880110" y="12700"/>
                      <a:pt x="928370" y="3810"/>
                    </a:cubicBezTo>
                    <a:cubicBezTo>
                      <a:pt x="946150" y="0"/>
                      <a:pt x="957580" y="3810"/>
                      <a:pt x="969010" y="10160"/>
                    </a:cubicBezTo>
                    <a:cubicBezTo>
                      <a:pt x="981710" y="16510"/>
                      <a:pt x="993140" y="27940"/>
                      <a:pt x="998220" y="40640"/>
                    </a:cubicBezTo>
                    <a:cubicBezTo>
                      <a:pt x="1004570" y="57150"/>
                      <a:pt x="1004570" y="87630"/>
                      <a:pt x="995680" y="102870"/>
                    </a:cubicBezTo>
                    <a:cubicBezTo>
                      <a:pt x="985520" y="118110"/>
                      <a:pt x="958850" y="132080"/>
                      <a:pt x="942340" y="134620"/>
                    </a:cubicBezTo>
                    <a:cubicBezTo>
                      <a:pt x="928370" y="137160"/>
                      <a:pt x="913130" y="132080"/>
                      <a:pt x="901700" y="123190"/>
                    </a:cubicBezTo>
                    <a:cubicBezTo>
                      <a:pt x="887730" y="113030"/>
                      <a:pt x="872490" y="86360"/>
                      <a:pt x="872490" y="68580"/>
                    </a:cubicBezTo>
                    <a:cubicBezTo>
                      <a:pt x="872490" y="50800"/>
                      <a:pt x="886460" y="24130"/>
                      <a:pt x="901700" y="13970"/>
                    </a:cubicBezTo>
                    <a:cubicBezTo>
                      <a:pt x="916940" y="3810"/>
                      <a:pt x="946150" y="2540"/>
                      <a:pt x="962660" y="7620"/>
                    </a:cubicBezTo>
                    <a:cubicBezTo>
                      <a:pt x="976630" y="11430"/>
                      <a:pt x="988060" y="22860"/>
                      <a:pt x="995680" y="34290"/>
                    </a:cubicBezTo>
                    <a:cubicBezTo>
                      <a:pt x="1002030" y="45720"/>
                      <a:pt x="1005840" y="62230"/>
                      <a:pt x="1004570" y="76200"/>
                    </a:cubicBezTo>
                    <a:cubicBezTo>
                      <a:pt x="1003300" y="88900"/>
                      <a:pt x="998220" y="102870"/>
                      <a:pt x="986790" y="114300"/>
                    </a:cubicBezTo>
                    <a:cubicBezTo>
                      <a:pt x="966470" y="133350"/>
                      <a:pt x="920750" y="135890"/>
                      <a:pt x="878840" y="162560"/>
                    </a:cubicBezTo>
                    <a:cubicBezTo>
                      <a:pt x="803910" y="208280"/>
                      <a:pt x="680720" y="313690"/>
                      <a:pt x="593090" y="393700"/>
                    </a:cubicBezTo>
                    <a:cubicBezTo>
                      <a:pt x="509270" y="471170"/>
                      <a:pt x="435610" y="543560"/>
                      <a:pt x="359410" y="635000"/>
                    </a:cubicBezTo>
                    <a:cubicBezTo>
                      <a:pt x="271780" y="739140"/>
                      <a:pt x="154940" y="952500"/>
                      <a:pt x="101600" y="991870"/>
                    </a:cubicBezTo>
                    <a:cubicBezTo>
                      <a:pt x="83820" y="1004570"/>
                      <a:pt x="73660" y="1005840"/>
                      <a:pt x="59690" y="1005840"/>
                    </a:cubicBezTo>
                    <a:cubicBezTo>
                      <a:pt x="46990" y="1005840"/>
                      <a:pt x="30480" y="998220"/>
                      <a:pt x="20320" y="989330"/>
                    </a:cubicBezTo>
                    <a:cubicBezTo>
                      <a:pt x="10160" y="979170"/>
                      <a:pt x="2540" y="962660"/>
                      <a:pt x="1270" y="949960"/>
                    </a:cubicBezTo>
                    <a:cubicBezTo>
                      <a:pt x="0" y="935990"/>
                      <a:pt x="13970" y="908050"/>
                      <a:pt x="13970" y="908050"/>
                    </a:cubicBezTo>
                  </a:path>
                </a:pathLst>
              </a:custGeom>
              <a:solidFill>
                <a:srgbClr val="FFFFFF"/>
              </a:solidFill>
              <a:ln cap="sq">
                <a:noFill/>
                <a:prstDash val="solid"/>
                <a:miter/>
              </a:ln>
            </p:spPr>
          </p:sp>
        </p:grpSp>
        <p:grpSp>
          <p:nvGrpSpPr>
            <p:cNvPr id="99" name="Group 99"/>
            <p:cNvGrpSpPr/>
            <p:nvPr/>
          </p:nvGrpSpPr>
          <p:grpSpPr>
            <a:xfrm>
              <a:off x="1364166" y="11965879"/>
              <a:ext cx="1036706" cy="757534"/>
              <a:chOff x="0" y="0"/>
              <a:chExt cx="872490" cy="637540"/>
            </a:xfrm>
          </p:grpSpPr>
          <p:sp>
            <p:nvSpPr>
              <p:cNvPr id="100" name="Freeform 100"/>
              <p:cNvSpPr/>
              <p:nvPr/>
            </p:nvSpPr>
            <p:spPr>
              <a:xfrm>
                <a:off x="48260" y="48260"/>
                <a:ext cx="777240" cy="541020"/>
              </a:xfrm>
              <a:custGeom>
                <a:avLst/>
                <a:gdLst/>
                <a:ahLst/>
                <a:cxnLst/>
                <a:rect l="l" t="t" r="r" b="b"/>
                <a:pathLst>
                  <a:path w="777240" h="541020">
                    <a:moveTo>
                      <a:pt x="124460" y="38100"/>
                    </a:moveTo>
                    <a:cubicBezTo>
                      <a:pt x="186690" y="132080"/>
                      <a:pt x="337820" y="218440"/>
                      <a:pt x="415290" y="266700"/>
                    </a:cubicBezTo>
                    <a:cubicBezTo>
                      <a:pt x="472440" y="303530"/>
                      <a:pt x="518160" y="337820"/>
                      <a:pt x="567690" y="358140"/>
                    </a:cubicBezTo>
                    <a:cubicBezTo>
                      <a:pt x="612140" y="374650"/>
                      <a:pt x="666750" y="374650"/>
                      <a:pt x="698500" y="386080"/>
                    </a:cubicBezTo>
                    <a:cubicBezTo>
                      <a:pt x="720090" y="393700"/>
                      <a:pt x="735330" y="401320"/>
                      <a:pt x="748030" y="412750"/>
                    </a:cubicBezTo>
                    <a:cubicBezTo>
                      <a:pt x="758190" y="422910"/>
                      <a:pt x="768350" y="436880"/>
                      <a:pt x="772160" y="449580"/>
                    </a:cubicBezTo>
                    <a:cubicBezTo>
                      <a:pt x="775970" y="463550"/>
                      <a:pt x="775970" y="481330"/>
                      <a:pt x="769620" y="495300"/>
                    </a:cubicBezTo>
                    <a:cubicBezTo>
                      <a:pt x="760730" y="510540"/>
                      <a:pt x="736600" y="532130"/>
                      <a:pt x="718820" y="537210"/>
                    </a:cubicBezTo>
                    <a:cubicBezTo>
                      <a:pt x="703580" y="541020"/>
                      <a:pt x="687070" y="538480"/>
                      <a:pt x="674370" y="532130"/>
                    </a:cubicBezTo>
                    <a:cubicBezTo>
                      <a:pt x="657860" y="521970"/>
                      <a:pt x="637540" y="497840"/>
                      <a:pt x="635000" y="478790"/>
                    </a:cubicBezTo>
                    <a:cubicBezTo>
                      <a:pt x="632460" y="459740"/>
                      <a:pt x="642620" y="429260"/>
                      <a:pt x="656590" y="416560"/>
                    </a:cubicBezTo>
                    <a:cubicBezTo>
                      <a:pt x="670560" y="403860"/>
                      <a:pt x="701040" y="394970"/>
                      <a:pt x="720090" y="400050"/>
                    </a:cubicBezTo>
                    <a:cubicBezTo>
                      <a:pt x="739140" y="403860"/>
                      <a:pt x="763270" y="424180"/>
                      <a:pt x="769620" y="443230"/>
                    </a:cubicBezTo>
                    <a:cubicBezTo>
                      <a:pt x="777240" y="461010"/>
                      <a:pt x="773430" y="492760"/>
                      <a:pt x="762000" y="508000"/>
                    </a:cubicBezTo>
                    <a:cubicBezTo>
                      <a:pt x="750570" y="524510"/>
                      <a:pt x="727710" y="535940"/>
                      <a:pt x="703580" y="538480"/>
                    </a:cubicBezTo>
                    <a:cubicBezTo>
                      <a:pt x="664210" y="541020"/>
                      <a:pt x="601980" y="509270"/>
                      <a:pt x="546100" y="485140"/>
                    </a:cubicBezTo>
                    <a:cubicBezTo>
                      <a:pt x="478790" y="457200"/>
                      <a:pt x="408940" y="419100"/>
                      <a:pt x="332740" y="372110"/>
                    </a:cubicBezTo>
                    <a:cubicBezTo>
                      <a:pt x="240030" y="312420"/>
                      <a:pt x="83820" y="208280"/>
                      <a:pt x="35560" y="149860"/>
                    </a:cubicBezTo>
                    <a:cubicBezTo>
                      <a:pt x="13970" y="124460"/>
                      <a:pt x="3810" y="104140"/>
                      <a:pt x="2540" y="81280"/>
                    </a:cubicBezTo>
                    <a:cubicBezTo>
                      <a:pt x="0" y="60960"/>
                      <a:pt x="6350" y="36830"/>
                      <a:pt x="17780" y="22860"/>
                    </a:cubicBezTo>
                    <a:cubicBezTo>
                      <a:pt x="30480" y="10160"/>
                      <a:pt x="57150" y="0"/>
                      <a:pt x="74930" y="2540"/>
                    </a:cubicBezTo>
                    <a:cubicBezTo>
                      <a:pt x="92710" y="5080"/>
                      <a:pt x="124460" y="38100"/>
                      <a:pt x="124460" y="38100"/>
                    </a:cubicBezTo>
                  </a:path>
                </a:pathLst>
              </a:custGeom>
              <a:solidFill>
                <a:srgbClr val="FFFFFF"/>
              </a:solidFill>
              <a:ln cap="sq">
                <a:noFill/>
                <a:prstDash val="solid"/>
                <a:miter/>
              </a:ln>
            </p:spPr>
          </p:sp>
        </p:grpSp>
        <p:grpSp>
          <p:nvGrpSpPr>
            <p:cNvPr id="101" name="Group 101"/>
            <p:cNvGrpSpPr/>
            <p:nvPr/>
          </p:nvGrpSpPr>
          <p:grpSpPr>
            <a:xfrm>
              <a:off x="4620658" y="4488622"/>
              <a:ext cx="1008034" cy="1163464"/>
              <a:chOff x="0" y="0"/>
              <a:chExt cx="848360" cy="979170"/>
            </a:xfrm>
          </p:grpSpPr>
          <p:sp>
            <p:nvSpPr>
              <p:cNvPr id="102" name="Freeform 102"/>
              <p:cNvSpPr/>
              <p:nvPr/>
            </p:nvSpPr>
            <p:spPr>
              <a:xfrm>
                <a:off x="46990" y="40640"/>
                <a:ext cx="748030" cy="890270"/>
              </a:xfrm>
              <a:custGeom>
                <a:avLst/>
                <a:gdLst/>
                <a:ahLst/>
                <a:cxnLst/>
                <a:rect l="l" t="t" r="r" b="b"/>
                <a:pathLst>
                  <a:path w="748030" h="890270">
                    <a:moveTo>
                      <a:pt x="748030" y="156210"/>
                    </a:moveTo>
                    <a:cubicBezTo>
                      <a:pt x="745490" y="541020"/>
                      <a:pt x="742950" y="551180"/>
                      <a:pt x="732790" y="579120"/>
                    </a:cubicBezTo>
                    <a:cubicBezTo>
                      <a:pt x="716280" y="619760"/>
                      <a:pt x="690880" y="681990"/>
                      <a:pt x="654050" y="726440"/>
                    </a:cubicBezTo>
                    <a:cubicBezTo>
                      <a:pt x="610870" y="777240"/>
                      <a:pt x="528320" y="830580"/>
                      <a:pt x="481330" y="857250"/>
                    </a:cubicBezTo>
                    <a:cubicBezTo>
                      <a:pt x="453390" y="872490"/>
                      <a:pt x="434340" y="880110"/>
                      <a:pt x="410210" y="885190"/>
                    </a:cubicBezTo>
                    <a:cubicBezTo>
                      <a:pt x="387350" y="890270"/>
                      <a:pt x="365760" y="890270"/>
                      <a:pt x="341630" y="887730"/>
                    </a:cubicBezTo>
                    <a:cubicBezTo>
                      <a:pt x="313690" y="885190"/>
                      <a:pt x="281940" y="882650"/>
                      <a:pt x="251460" y="867410"/>
                    </a:cubicBezTo>
                    <a:cubicBezTo>
                      <a:pt x="213360" y="849630"/>
                      <a:pt x="165100" y="803910"/>
                      <a:pt x="134620" y="774700"/>
                    </a:cubicBezTo>
                    <a:cubicBezTo>
                      <a:pt x="113030" y="753110"/>
                      <a:pt x="99060" y="739140"/>
                      <a:pt x="82550" y="713740"/>
                    </a:cubicBezTo>
                    <a:cubicBezTo>
                      <a:pt x="59690" y="679450"/>
                      <a:pt x="30480" y="626110"/>
                      <a:pt x="16510" y="577850"/>
                    </a:cubicBezTo>
                    <a:cubicBezTo>
                      <a:pt x="3810" y="528320"/>
                      <a:pt x="5080" y="462280"/>
                      <a:pt x="3810" y="419100"/>
                    </a:cubicBezTo>
                    <a:cubicBezTo>
                      <a:pt x="3810" y="388620"/>
                      <a:pt x="0" y="369570"/>
                      <a:pt x="7620" y="340360"/>
                    </a:cubicBezTo>
                    <a:cubicBezTo>
                      <a:pt x="17780" y="298450"/>
                      <a:pt x="48260" y="237490"/>
                      <a:pt x="81280" y="191770"/>
                    </a:cubicBezTo>
                    <a:cubicBezTo>
                      <a:pt x="114300" y="143510"/>
                      <a:pt x="168910" y="88900"/>
                      <a:pt x="205740" y="59690"/>
                    </a:cubicBezTo>
                    <a:cubicBezTo>
                      <a:pt x="229870" y="40640"/>
                      <a:pt x="245110" y="31750"/>
                      <a:pt x="273050" y="22860"/>
                    </a:cubicBezTo>
                    <a:cubicBezTo>
                      <a:pt x="312420" y="11430"/>
                      <a:pt x="377190" y="0"/>
                      <a:pt x="424180" y="10160"/>
                    </a:cubicBezTo>
                    <a:cubicBezTo>
                      <a:pt x="472440" y="21590"/>
                      <a:pt x="515620" y="60960"/>
                      <a:pt x="558800" y="90170"/>
                    </a:cubicBezTo>
                    <a:cubicBezTo>
                      <a:pt x="603250" y="121920"/>
                      <a:pt x="655320" y="158750"/>
                      <a:pt x="684530" y="194310"/>
                    </a:cubicBezTo>
                    <a:cubicBezTo>
                      <a:pt x="707390" y="223520"/>
                      <a:pt x="728980" y="257810"/>
                      <a:pt x="730250" y="281940"/>
                    </a:cubicBezTo>
                    <a:cubicBezTo>
                      <a:pt x="731520" y="298450"/>
                      <a:pt x="722630" y="314960"/>
                      <a:pt x="713740" y="326390"/>
                    </a:cubicBezTo>
                    <a:cubicBezTo>
                      <a:pt x="703580" y="337820"/>
                      <a:pt x="689610" y="349250"/>
                      <a:pt x="673100" y="351790"/>
                    </a:cubicBezTo>
                    <a:cubicBezTo>
                      <a:pt x="654050" y="354330"/>
                      <a:pt x="621030" y="347980"/>
                      <a:pt x="605790" y="334010"/>
                    </a:cubicBezTo>
                    <a:cubicBezTo>
                      <a:pt x="590550" y="321310"/>
                      <a:pt x="579120" y="289560"/>
                      <a:pt x="582930" y="269240"/>
                    </a:cubicBezTo>
                    <a:cubicBezTo>
                      <a:pt x="585470" y="248920"/>
                      <a:pt x="604520" y="222250"/>
                      <a:pt x="623570" y="213360"/>
                    </a:cubicBezTo>
                    <a:cubicBezTo>
                      <a:pt x="641350" y="204470"/>
                      <a:pt x="675640" y="207010"/>
                      <a:pt x="692150" y="214630"/>
                    </a:cubicBezTo>
                    <a:cubicBezTo>
                      <a:pt x="707390" y="222250"/>
                      <a:pt x="718820" y="236220"/>
                      <a:pt x="723900" y="250190"/>
                    </a:cubicBezTo>
                    <a:cubicBezTo>
                      <a:pt x="730250" y="264160"/>
                      <a:pt x="731520" y="283210"/>
                      <a:pt x="727710" y="297180"/>
                    </a:cubicBezTo>
                    <a:cubicBezTo>
                      <a:pt x="723900" y="312420"/>
                      <a:pt x="715010" y="328930"/>
                      <a:pt x="702310" y="337820"/>
                    </a:cubicBezTo>
                    <a:cubicBezTo>
                      <a:pt x="685800" y="347980"/>
                      <a:pt x="661670" y="356870"/>
                      <a:pt x="633730" y="350520"/>
                    </a:cubicBezTo>
                    <a:cubicBezTo>
                      <a:pt x="577850" y="336550"/>
                      <a:pt x="463550" y="189230"/>
                      <a:pt x="407670" y="163830"/>
                    </a:cubicBezTo>
                    <a:cubicBezTo>
                      <a:pt x="381000" y="152400"/>
                      <a:pt x="361950" y="148590"/>
                      <a:pt x="341630" y="152400"/>
                    </a:cubicBezTo>
                    <a:cubicBezTo>
                      <a:pt x="320040" y="156210"/>
                      <a:pt x="300990" y="170180"/>
                      <a:pt x="279400" y="187960"/>
                    </a:cubicBezTo>
                    <a:cubicBezTo>
                      <a:pt x="247650" y="215900"/>
                      <a:pt x="198120" y="275590"/>
                      <a:pt x="177800" y="314960"/>
                    </a:cubicBezTo>
                    <a:cubicBezTo>
                      <a:pt x="162560" y="342900"/>
                      <a:pt x="154940" y="363220"/>
                      <a:pt x="151130" y="393700"/>
                    </a:cubicBezTo>
                    <a:cubicBezTo>
                      <a:pt x="146050" y="435610"/>
                      <a:pt x="146050" y="497840"/>
                      <a:pt x="160020" y="542290"/>
                    </a:cubicBezTo>
                    <a:cubicBezTo>
                      <a:pt x="173990" y="585470"/>
                      <a:pt x="204470" y="629920"/>
                      <a:pt x="229870" y="660400"/>
                    </a:cubicBezTo>
                    <a:cubicBezTo>
                      <a:pt x="247650" y="684530"/>
                      <a:pt x="265430" y="699770"/>
                      <a:pt x="288290" y="715010"/>
                    </a:cubicBezTo>
                    <a:cubicBezTo>
                      <a:pt x="309880" y="731520"/>
                      <a:pt x="334010" y="756920"/>
                      <a:pt x="361950" y="755650"/>
                    </a:cubicBezTo>
                    <a:cubicBezTo>
                      <a:pt x="400050" y="755650"/>
                      <a:pt x="461010" y="703580"/>
                      <a:pt x="494030" y="679450"/>
                    </a:cubicBezTo>
                    <a:cubicBezTo>
                      <a:pt x="518160" y="661670"/>
                      <a:pt x="532130" y="647700"/>
                      <a:pt x="547370" y="628650"/>
                    </a:cubicBezTo>
                    <a:cubicBezTo>
                      <a:pt x="563880" y="609600"/>
                      <a:pt x="575310" y="586740"/>
                      <a:pt x="585470" y="565150"/>
                    </a:cubicBezTo>
                    <a:cubicBezTo>
                      <a:pt x="596900" y="542290"/>
                      <a:pt x="604520" y="527050"/>
                      <a:pt x="609600" y="492760"/>
                    </a:cubicBezTo>
                    <a:cubicBezTo>
                      <a:pt x="623570" y="417830"/>
                      <a:pt x="599440" y="179070"/>
                      <a:pt x="624840" y="125730"/>
                    </a:cubicBezTo>
                    <a:cubicBezTo>
                      <a:pt x="633730" y="106680"/>
                      <a:pt x="647700" y="100330"/>
                      <a:pt x="659130" y="95250"/>
                    </a:cubicBezTo>
                    <a:cubicBezTo>
                      <a:pt x="669290" y="90170"/>
                      <a:pt x="679450" y="88900"/>
                      <a:pt x="690880" y="91440"/>
                    </a:cubicBezTo>
                    <a:cubicBezTo>
                      <a:pt x="703580" y="93980"/>
                      <a:pt x="721360" y="101600"/>
                      <a:pt x="731520" y="113030"/>
                    </a:cubicBezTo>
                    <a:cubicBezTo>
                      <a:pt x="740410" y="123190"/>
                      <a:pt x="748030" y="156210"/>
                      <a:pt x="748030" y="156210"/>
                    </a:cubicBezTo>
                  </a:path>
                </a:pathLst>
              </a:custGeom>
              <a:solidFill>
                <a:srgbClr val="FFFFFF"/>
              </a:solidFill>
              <a:ln cap="sq">
                <a:noFill/>
                <a:prstDash val="solid"/>
                <a:miter/>
              </a:ln>
            </p:spPr>
          </p:sp>
        </p:grpSp>
        <p:grpSp>
          <p:nvGrpSpPr>
            <p:cNvPr id="103" name="Group 103"/>
            <p:cNvGrpSpPr/>
            <p:nvPr/>
          </p:nvGrpSpPr>
          <p:grpSpPr>
            <a:xfrm>
              <a:off x="5351030" y="4956422"/>
              <a:ext cx="645866" cy="402912"/>
              <a:chOff x="0" y="0"/>
              <a:chExt cx="543560" cy="339090"/>
            </a:xfrm>
          </p:grpSpPr>
          <p:sp>
            <p:nvSpPr>
              <p:cNvPr id="104" name="Freeform 104"/>
              <p:cNvSpPr/>
              <p:nvPr/>
            </p:nvSpPr>
            <p:spPr>
              <a:xfrm>
                <a:off x="48260" y="53340"/>
                <a:ext cx="445770" cy="234950"/>
              </a:xfrm>
              <a:custGeom>
                <a:avLst/>
                <a:gdLst/>
                <a:ahLst/>
                <a:cxnLst/>
                <a:rect l="l" t="t" r="r" b="b"/>
                <a:pathLst>
                  <a:path w="445770" h="234950">
                    <a:moveTo>
                      <a:pt x="62230" y="16510"/>
                    </a:moveTo>
                    <a:cubicBezTo>
                      <a:pt x="306070" y="0"/>
                      <a:pt x="322580" y="8890"/>
                      <a:pt x="341630" y="20320"/>
                    </a:cubicBezTo>
                    <a:cubicBezTo>
                      <a:pt x="361950" y="31750"/>
                      <a:pt x="382270" y="48260"/>
                      <a:pt x="398780" y="69850"/>
                    </a:cubicBezTo>
                    <a:cubicBezTo>
                      <a:pt x="417830" y="95250"/>
                      <a:pt x="443230" y="139700"/>
                      <a:pt x="444500" y="166370"/>
                    </a:cubicBezTo>
                    <a:cubicBezTo>
                      <a:pt x="444500" y="182880"/>
                      <a:pt x="438150" y="196850"/>
                      <a:pt x="429260" y="207010"/>
                    </a:cubicBezTo>
                    <a:cubicBezTo>
                      <a:pt x="420370" y="218440"/>
                      <a:pt x="406400" y="227330"/>
                      <a:pt x="392430" y="231140"/>
                    </a:cubicBezTo>
                    <a:cubicBezTo>
                      <a:pt x="379730" y="234950"/>
                      <a:pt x="361950" y="233680"/>
                      <a:pt x="349250" y="227330"/>
                    </a:cubicBezTo>
                    <a:cubicBezTo>
                      <a:pt x="336550" y="222250"/>
                      <a:pt x="322580" y="210820"/>
                      <a:pt x="316230" y="199390"/>
                    </a:cubicBezTo>
                    <a:cubicBezTo>
                      <a:pt x="308610" y="186690"/>
                      <a:pt x="304800" y="170180"/>
                      <a:pt x="307340" y="156210"/>
                    </a:cubicBezTo>
                    <a:cubicBezTo>
                      <a:pt x="311150" y="138430"/>
                      <a:pt x="327660" y="111760"/>
                      <a:pt x="344170" y="102870"/>
                    </a:cubicBezTo>
                    <a:cubicBezTo>
                      <a:pt x="361950" y="95250"/>
                      <a:pt x="392430" y="95250"/>
                      <a:pt x="408940" y="104140"/>
                    </a:cubicBezTo>
                    <a:cubicBezTo>
                      <a:pt x="425450" y="113030"/>
                      <a:pt x="441960" y="139700"/>
                      <a:pt x="444500" y="158750"/>
                    </a:cubicBezTo>
                    <a:cubicBezTo>
                      <a:pt x="445770" y="177800"/>
                      <a:pt x="431800" y="205740"/>
                      <a:pt x="419100" y="217170"/>
                    </a:cubicBezTo>
                    <a:cubicBezTo>
                      <a:pt x="408940" y="227330"/>
                      <a:pt x="391160" y="232410"/>
                      <a:pt x="378460" y="233680"/>
                    </a:cubicBezTo>
                    <a:cubicBezTo>
                      <a:pt x="364490" y="233680"/>
                      <a:pt x="349250" y="229870"/>
                      <a:pt x="335280" y="220980"/>
                    </a:cubicBezTo>
                    <a:cubicBezTo>
                      <a:pt x="316230" y="205740"/>
                      <a:pt x="302260" y="153670"/>
                      <a:pt x="279400" y="139700"/>
                    </a:cubicBezTo>
                    <a:cubicBezTo>
                      <a:pt x="261620" y="128270"/>
                      <a:pt x="241300" y="130810"/>
                      <a:pt x="214630" y="129540"/>
                    </a:cubicBezTo>
                    <a:cubicBezTo>
                      <a:pt x="176530" y="128270"/>
                      <a:pt x="104140" y="148590"/>
                      <a:pt x="71120" y="144780"/>
                    </a:cubicBezTo>
                    <a:cubicBezTo>
                      <a:pt x="52070" y="143510"/>
                      <a:pt x="38100" y="140970"/>
                      <a:pt x="26670" y="132080"/>
                    </a:cubicBezTo>
                    <a:cubicBezTo>
                      <a:pt x="15240" y="123190"/>
                      <a:pt x="6350" y="105410"/>
                      <a:pt x="2540" y="92710"/>
                    </a:cubicBezTo>
                    <a:cubicBezTo>
                      <a:pt x="0" y="82550"/>
                      <a:pt x="1270" y="72390"/>
                      <a:pt x="5080" y="62230"/>
                    </a:cubicBezTo>
                    <a:cubicBezTo>
                      <a:pt x="8890" y="49530"/>
                      <a:pt x="21590" y="33020"/>
                      <a:pt x="33020" y="25400"/>
                    </a:cubicBezTo>
                    <a:cubicBezTo>
                      <a:pt x="41910" y="19050"/>
                      <a:pt x="62230" y="16510"/>
                      <a:pt x="62230" y="16510"/>
                    </a:cubicBezTo>
                  </a:path>
                </a:pathLst>
              </a:custGeom>
              <a:solidFill>
                <a:srgbClr val="FFFFFF"/>
              </a:solidFill>
              <a:ln cap="sq">
                <a:noFill/>
                <a:prstDash val="solid"/>
                <a:miter/>
              </a:ln>
            </p:spPr>
          </p:sp>
        </p:grpSp>
        <p:grpSp>
          <p:nvGrpSpPr>
            <p:cNvPr id="105" name="Group 105"/>
            <p:cNvGrpSpPr/>
            <p:nvPr/>
          </p:nvGrpSpPr>
          <p:grpSpPr>
            <a:xfrm>
              <a:off x="5686036" y="4716486"/>
              <a:ext cx="659447" cy="1071413"/>
              <a:chOff x="0" y="0"/>
              <a:chExt cx="554990" cy="901700"/>
            </a:xfrm>
          </p:grpSpPr>
          <p:sp>
            <p:nvSpPr>
              <p:cNvPr id="106" name="Freeform 106"/>
              <p:cNvSpPr/>
              <p:nvPr/>
            </p:nvSpPr>
            <p:spPr>
              <a:xfrm>
                <a:off x="49530" y="50800"/>
                <a:ext cx="457200" cy="805180"/>
              </a:xfrm>
              <a:custGeom>
                <a:avLst/>
                <a:gdLst/>
                <a:ahLst/>
                <a:cxnLst/>
                <a:rect l="l" t="t" r="r" b="b"/>
                <a:pathLst>
                  <a:path w="457200" h="805180">
                    <a:moveTo>
                      <a:pt x="69850" y="0"/>
                    </a:moveTo>
                    <a:cubicBezTo>
                      <a:pt x="341630" y="54610"/>
                      <a:pt x="351790" y="66040"/>
                      <a:pt x="369570" y="87630"/>
                    </a:cubicBezTo>
                    <a:cubicBezTo>
                      <a:pt x="394970" y="119380"/>
                      <a:pt x="429260" y="176530"/>
                      <a:pt x="443230" y="224790"/>
                    </a:cubicBezTo>
                    <a:cubicBezTo>
                      <a:pt x="457200" y="273050"/>
                      <a:pt x="453390" y="335280"/>
                      <a:pt x="453390" y="378460"/>
                    </a:cubicBezTo>
                    <a:cubicBezTo>
                      <a:pt x="454660" y="410210"/>
                      <a:pt x="457200" y="434340"/>
                      <a:pt x="450850" y="459740"/>
                    </a:cubicBezTo>
                    <a:cubicBezTo>
                      <a:pt x="445770" y="483870"/>
                      <a:pt x="438150" y="502920"/>
                      <a:pt x="424180" y="527050"/>
                    </a:cubicBezTo>
                    <a:cubicBezTo>
                      <a:pt x="405130" y="562610"/>
                      <a:pt x="370840" y="612140"/>
                      <a:pt x="340360" y="648970"/>
                    </a:cubicBezTo>
                    <a:cubicBezTo>
                      <a:pt x="309880" y="685800"/>
                      <a:pt x="274320" y="727710"/>
                      <a:pt x="241300" y="750570"/>
                    </a:cubicBezTo>
                    <a:cubicBezTo>
                      <a:pt x="214630" y="768350"/>
                      <a:pt x="190500" y="775970"/>
                      <a:pt x="162560" y="783590"/>
                    </a:cubicBezTo>
                    <a:cubicBezTo>
                      <a:pt x="133350" y="791210"/>
                      <a:pt x="95250" y="805180"/>
                      <a:pt x="69850" y="797560"/>
                    </a:cubicBezTo>
                    <a:cubicBezTo>
                      <a:pt x="48260" y="791210"/>
                      <a:pt x="25400" y="770890"/>
                      <a:pt x="19050" y="751840"/>
                    </a:cubicBezTo>
                    <a:cubicBezTo>
                      <a:pt x="11430" y="732790"/>
                      <a:pt x="16510" y="699770"/>
                      <a:pt x="27940" y="683260"/>
                    </a:cubicBezTo>
                    <a:cubicBezTo>
                      <a:pt x="40640" y="666750"/>
                      <a:pt x="69850" y="652780"/>
                      <a:pt x="90170" y="652780"/>
                    </a:cubicBezTo>
                    <a:cubicBezTo>
                      <a:pt x="110490" y="654050"/>
                      <a:pt x="139700" y="670560"/>
                      <a:pt x="149860" y="687070"/>
                    </a:cubicBezTo>
                    <a:cubicBezTo>
                      <a:pt x="161290" y="704850"/>
                      <a:pt x="161290" y="737870"/>
                      <a:pt x="154940" y="755650"/>
                    </a:cubicBezTo>
                    <a:cubicBezTo>
                      <a:pt x="149860" y="770890"/>
                      <a:pt x="137160" y="783590"/>
                      <a:pt x="123190" y="791210"/>
                    </a:cubicBezTo>
                    <a:cubicBezTo>
                      <a:pt x="110490" y="797560"/>
                      <a:pt x="92710" y="802640"/>
                      <a:pt x="77470" y="798830"/>
                    </a:cubicBezTo>
                    <a:cubicBezTo>
                      <a:pt x="58420" y="795020"/>
                      <a:pt x="30480" y="777240"/>
                      <a:pt x="21590" y="759460"/>
                    </a:cubicBezTo>
                    <a:cubicBezTo>
                      <a:pt x="12700" y="740410"/>
                      <a:pt x="16510" y="707390"/>
                      <a:pt x="24130" y="689610"/>
                    </a:cubicBezTo>
                    <a:cubicBezTo>
                      <a:pt x="30480" y="675640"/>
                      <a:pt x="44450" y="666750"/>
                      <a:pt x="59690" y="659130"/>
                    </a:cubicBezTo>
                    <a:cubicBezTo>
                      <a:pt x="76200" y="650240"/>
                      <a:pt x="99060" y="654050"/>
                      <a:pt x="119380" y="646430"/>
                    </a:cubicBezTo>
                    <a:cubicBezTo>
                      <a:pt x="140970" y="638810"/>
                      <a:pt x="163830" y="627380"/>
                      <a:pt x="182880" y="612140"/>
                    </a:cubicBezTo>
                    <a:cubicBezTo>
                      <a:pt x="203200" y="595630"/>
                      <a:pt x="219710" y="574040"/>
                      <a:pt x="237490" y="547370"/>
                    </a:cubicBezTo>
                    <a:cubicBezTo>
                      <a:pt x="262890" y="511810"/>
                      <a:pt x="302260" y="453390"/>
                      <a:pt x="313690" y="414020"/>
                    </a:cubicBezTo>
                    <a:cubicBezTo>
                      <a:pt x="320040" y="386080"/>
                      <a:pt x="314960" y="364490"/>
                      <a:pt x="313690" y="339090"/>
                    </a:cubicBezTo>
                    <a:cubicBezTo>
                      <a:pt x="313690" y="312420"/>
                      <a:pt x="316230" y="281940"/>
                      <a:pt x="309880" y="255270"/>
                    </a:cubicBezTo>
                    <a:cubicBezTo>
                      <a:pt x="303530" y="229870"/>
                      <a:pt x="292100" y="201930"/>
                      <a:pt x="275590" y="184150"/>
                    </a:cubicBezTo>
                    <a:cubicBezTo>
                      <a:pt x="259080" y="166370"/>
                      <a:pt x="236220" y="156210"/>
                      <a:pt x="207010" y="146050"/>
                    </a:cubicBezTo>
                    <a:cubicBezTo>
                      <a:pt x="166370" y="133350"/>
                      <a:pt x="78740" y="140970"/>
                      <a:pt x="45720" y="127000"/>
                    </a:cubicBezTo>
                    <a:cubicBezTo>
                      <a:pt x="27940" y="119380"/>
                      <a:pt x="16510" y="107950"/>
                      <a:pt x="10160" y="97790"/>
                    </a:cubicBezTo>
                    <a:cubicBezTo>
                      <a:pt x="3810" y="88900"/>
                      <a:pt x="0" y="78740"/>
                      <a:pt x="1270" y="67310"/>
                    </a:cubicBezTo>
                    <a:cubicBezTo>
                      <a:pt x="1270" y="54610"/>
                      <a:pt x="5080" y="34290"/>
                      <a:pt x="15240" y="24130"/>
                    </a:cubicBezTo>
                    <a:cubicBezTo>
                      <a:pt x="26670" y="11430"/>
                      <a:pt x="69850" y="0"/>
                      <a:pt x="69850" y="0"/>
                    </a:cubicBezTo>
                  </a:path>
                </a:pathLst>
              </a:custGeom>
              <a:solidFill>
                <a:srgbClr val="FFFFFF"/>
              </a:solidFill>
              <a:ln cap="sq">
                <a:noFill/>
                <a:prstDash val="solid"/>
                <a:miter/>
              </a:ln>
            </p:spPr>
          </p:sp>
        </p:grpSp>
        <p:grpSp>
          <p:nvGrpSpPr>
            <p:cNvPr id="107" name="Group 107"/>
            <p:cNvGrpSpPr/>
            <p:nvPr/>
          </p:nvGrpSpPr>
          <p:grpSpPr>
            <a:xfrm>
              <a:off x="2206246" y="9967342"/>
              <a:ext cx="2585720" cy="2725420"/>
              <a:chOff x="0" y="0"/>
              <a:chExt cx="2585720" cy="2725420"/>
            </a:xfrm>
          </p:grpSpPr>
          <p:sp>
            <p:nvSpPr>
              <p:cNvPr id="108" name="Freeform 108"/>
              <p:cNvSpPr/>
              <p:nvPr/>
            </p:nvSpPr>
            <p:spPr>
              <a:xfrm>
                <a:off x="46990" y="50800"/>
                <a:ext cx="2487930" cy="2628900"/>
              </a:xfrm>
              <a:custGeom>
                <a:avLst/>
                <a:gdLst/>
                <a:ahLst/>
                <a:cxnLst/>
                <a:rect l="l" t="t" r="r" b="b"/>
                <a:pathLst>
                  <a:path w="2487930" h="2628900">
                    <a:moveTo>
                      <a:pt x="29210" y="2512060"/>
                    </a:moveTo>
                    <a:cubicBezTo>
                      <a:pt x="312420" y="2311400"/>
                      <a:pt x="342900" y="2269490"/>
                      <a:pt x="386080" y="2221230"/>
                    </a:cubicBezTo>
                    <a:cubicBezTo>
                      <a:pt x="434340" y="2166620"/>
                      <a:pt x="487680" y="2108200"/>
                      <a:pt x="537210" y="2044700"/>
                    </a:cubicBezTo>
                    <a:cubicBezTo>
                      <a:pt x="589280" y="1976120"/>
                      <a:pt x="627380" y="1906270"/>
                      <a:pt x="689610" y="1822450"/>
                    </a:cubicBezTo>
                    <a:cubicBezTo>
                      <a:pt x="777240" y="1705610"/>
                      <a:pt x="902970" y="1536700"/>
                      <a:pt x="1017270" y="1413510"/>
                    </a:cubicBezTo>
                    <a:cubicBezTo>
                      <a:pt x="1121410" y="1299210"/>
                      <a:pt x="1249680" y="1203960"/>
                      <a:pt x="1343660" y="1104900"/>
                    </a:cubicBezTo>
                    <a:cubicBezTo>
                      <a:pt x="1422400" y="1021080"/>
                      <a:pt x="1489710" y="941070"/>
                      <a:pt x="1550670" y="863600"/>
                    </a:cubicBezTo>
                    <a:cubicBezTo>
                      <a:pt x="1604010" y="795020"/>
                      <a:pt x="1642110" y="728980"/>
                      <a:pt x="1692910" y="664210"/>
                    </a:cubicBezTo>
                    <a:cubicBezTo>
                      <a:pt x="1746250" y="595630"/>
                      <a:pt x="1799590" y="528320"/>
                      <a:pt x="1861820" y="461010"/>
                    </a:cubicBezTo>
                    <a:cubicBezTo>
                      <a:pt x="1931670" y="384810"/>
                      <a:pt x="2009140" y="303530"/>
                      <a:pt x="2091690" y="231140"/>
                    </a:cubicBezTo>
                    <a:cubicBezTo>
                      <a:pt x="2176780" y="156210"/>
                      <a:pt x="2312670" y="48260"/>
                      <a:pt x="2367280" y="17780"/>
                    </a:cubicBezTo>
                    <a:cubicBezTo>
                      <a:pt x="2386330" y="6350"/>
                      <a:pt x="2395220" y="0"/>
                      <a:pt x="2410460" y="0"/>
                    </a:cubicBezTo>
                    <a:cubicBezTo>
                      <a:pt x="2429510" y="1270"/>
                      <a:pt x="2459990" y="15240"/>
                      <a:pt x="2472690" y="29210"/>
                    </a:cubicBezTo>
                    <a:cubicBezTo>
                      <a:pt x="2482850" y="41910"/>
                      <a:pt x="2487930" y="59690"/>
                      <a:pt x="2486660" y="74930"/>
                    </a:cubicBezTo>
                    <a:cubicBezTo>
                      <a:pt x="2486660" y="88900"/>
                      <a:pt x="2481580" y="106680"/>
                      <a:pt x="2471420" y="118110"/>
                    </a:cubicBezTo>
                    <a:cubicBezTo>
                      <a:pt x="2462530" y="130810"/>
                      <a:pt x="2448560" y="142240"/>
                      <a:pt x="2433320" y="144780"/>
                    </a:cubicBezTo>
                    <a:cubicBezTo>
                      <a:pt x="2414270" y="148590"/>
                      <a:pt x="2381250" y="142240"/>
                      <a:pt x="2366010" y="129540"/>
                    </a:cubicBezTo>
                    <a:cubicBezTo>
                      <a:pt x="2350770" y="115570"/>
                      <a:pt x="2340610" y="83820"/>
                      <a:pt x="2340610" y="64770"/>
                    </a:cubicBezTo>
                    <a:cubicBezTo>
                      <a:pt x="2341880" y="49530"/>
                      <a:pt x="2350770" y="33020"/>
                      <a:pt x="2360930" y="22860"/>
                    </a:cubicBezTo>
                    <a:cubicBezTo>
                      <a:pt x="2371090" y="12700"/>
                      <a:pt x="2386330" y="2540"/>
                      <a:pt x="2402840" y="1270"/>
                    </a:cubicBezTo>
                    <a:cubicBezTo>
                      <a:pt x="2421890" y="0"/>
                      <a:pt x="2453640" y="11430"/>
                      <a:pt x="2467610" y="24130"/>
                    </a:cubicBezTo>
                    <a:cubicBezTo>
                      <a:pt x="2479040" y="34290"/>
                      <a:pt x="2485390" y="52070"/>
                      <a:pt x="2486660" y="66040"/>
                    </a:cubicBezTo>
                    <a:cubicBezTo>
                      <a:pt x="2487930" y="81280"/>
                      <a:pt x="2487930" y="93980"/>
                      <a:pt x="2476500" y="111760"/>
                    </a:cubicBezTo>
                    <a:cubicBezTo>
                      <a:pt x="2446020" y="160020"/>
                      <a:pt x="2287270" y="250190"/>
                      <a:pt x="2213610" y="316230"/>
                    </a:cubicBezTo>
                    <a:cubicBezTo>
                      <a:pt x="2153920" y="368300"/>
                      <a:pt x="2104390" y="434340"/>
                      <a:pt x="2062480" y="469900"/>
                    </a:cubicBezTo>
                    <a:cubicBezTo>
                      <a:pt x="2038350" y="490220"/>
                      <a:pt x="2023110" y="492760"/>
                      <a:pt x="1997710" y="515620"/>
                    </a:cubicBezTo>
                    <a:cubicBezTo>
                      <a:pt x="1954530" y="556260"/>
                      <a:pt x="1888490" y="643890"/>
                      <a:pt x="1838960" y="709930"/>
                    </a:cubicBezTo>
                    <a:cubicBezTo>
                      <a:pt x="1790700" y="774700"/>
                      <a:pt x="1758950" y="835660"/>
                      <a:pt x="1705610" y="905510"/>
                    </a:cubicBezTo>
                    <a:cubicBezTo>
                      <a:pt x="1635760" y="996950"/>
                      <a:pt x="1541780" y="1108710"/>
                      <a:pt x="1449070" y="1203960"/>
                    </a:cubicBezTo>
                    <a:cubicBezTo>
                      <a:pt x="1352550" y="1303020"/>
                      <a:pt x="1235710" y="1383030"/>
                      <a:pt x="1137920" y="1487170"/>
                    </a:cubicBezTo>
                    <a:cubicBezTo>
                      <a:pt x="1036320" y="1595120"/>
                      <a:pt x="944880" y="1720850"/>
                      <a:pt x="852170" y="1841500"/>
                    </a:cubicBezTo>
                    <a:cubicBezTo>
                      <a:pt x="758190" y="1962150"/>
                      <a:pt x="670560" y="2103120"/>
                      <a:pt x="577850" y="2211070"/>
                    </a:cubicBezTo>
                    <a:cubicBezTo>
                      <a:pt x="496570" y="2303780"/>
                      <a:pt x="416560" y="2383790"/>
                      <a:pt x="332740" y="2453640"/>
                    </a:cubicBezTo>
                    <a:cubicBezTo>
                      <a:pt x="257810" y="2517140"/>
                      <a:pt x="154940" y="2595880"/>
                      <a:pt x="101600" y="2616200"/>
                    </a:cubicBezTo>
                    <a:cubicBezTo>
                      <a:pt x="77470" y="2625090"/>
                      <a:pt x="58420" y="2628900"/>
                      <a:pt x="43180" y="2623820"/>
                    </a:cubicBezTo>
                    <a:cubicBezTo>
                      <a:pt x="29210" y="2618740"/>
                      <a:pt x="15240" y="2606040"/>
                      <a:pt x="8890" y="2593340"/>
                    </a:cubicBezTo>
                    <a:cubicBezTo>
                      <a:pt x="2540" y="2581910"/>
                      <a:pt x="0" y="2562860"/>
                      <a:pt x="3810" y="2548890"/>
                    </a:cubicBezTo>
                    <a:cubicBezTo>
                      <a:pt x="6350" y="2534920"/>
                      <a:pt x="29210" y="2512060"/>
                      <a:pt x="29210" y="2512060"/>
                    </a:cubicBezTo>
                  </a:path>
                </a:pathLst>
              </a:custGeom>
              <a:solidFill>
                <a:srgbClr val="FFFFFF"/>
              </a:solidFill>
              <a:ln cap="sq">
                <a:noFill/>
                <a:prstDash val="solid"/>
                <a:miter/>
              </a:ln>
            </p:spPr>
          </p:sp>
        </p:grpSp>
      </p:grpSp>
      <p:grpSp>
        <p:nvGrpSpPr>
          <p:cNvPr id="109" name="Group 109"/>
          <p:cNvGrpSpPr/>
          <p:nvPr/>
        </p:nvGrpSpPr>
        <p:grpSpPr>
          <a:xfrm>
            <a:off x="14944725" y="637567"/>
            <a:ext cx="2314575" cy="5143500"/>
            <a:chOff x="0" y="0"/>
            <a:chExt cx="3086100" cy="6858000"/>
          </a:xfrm>
        </p:grpSpPr>
        <p:sp>
          <p:nvSpPr>
            <p:cNvPr id="110" name="Freeform 110"/>
            <p:cNvSpPr/>
            <p:nvPr/>
          </p:nvSpPr>
          <p:spPr>
            <a:xfrm>
              <a:off x="0" y="0"/>
              <a:ext cx="3086100" cy="6858000"/>
            </a:xfrm>
            <a:custGeom>
              <a:avLst/>
              <a:gdLst/>
              <a:ahLst/>
              <a:cxnLst/>
              <a:rect l="l" t="t" r="r" b="b"/>
              <a:pathLst>
                <a:path w="3086100" h="6858000">
                  <a:moveTo>
                    <a:pt x="0" y="0"/>
                  </a:moveTo>
                  <a:lnTo>
                    <a:pt x="3086100" y="0"/>
                  </a:lnTo>
                  <a:lnTo>
                    <a:pt x="3086100" y="6858000"/>
                  </a:lnTo>
                  <a:lnTo>
                    <a:pt x="0" y="6858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11" name="Group 111"/>
            <p:cNvGrpSpPr/>
            <p:nvPr/>
          </p:nvGrpSpPr>
          <p:grpSpPr>
            <a:xfrm>
              <a:off x="271550" y="2505246"/>
              <a:ext cx="652780" cy="675640"/>
              <a:chOff x="0" y="0"/>
              <a:chExt cx="652780" cy="675640"/>
            </a:xfrm>
          </p:grpSpPr>
          <p:sp>
            <p:nvSpPr>
              <p:cNvPr id="112" name="Freeform 112"/>
              <p:cNvSpPr/>
              <p:nvPr/>
            </p:nvSpPr>
            <p:spPr>
              <a:xfrm>
                <a:off x="45720" y="50800"/>
                <a:ext cx="557530" cy="574040"/>
              </a:xfrm>
              <a:custGeom>
                <a:avLst/>
                <a:gdLst/>
                <a:ahLst/>
                <a:cxnLst/>
                <a:rect l="l" t="t" r="r" b="b"/>
                <a:pathLst>
                  <a:path w="557530" h="574040">
                    <a:moveTo>
                      <a:pt x="35560" y="36830"/>
                    </a:moveTo>
                    <a:cubicBezTo>
                      <a:pt x="151130" y="426720"/>
                      <a:pt x="210820" y="521970"/>
                      <a:pt x="203200" y="553720"/>
                    </a:cubicBezTo>
                    <a:cubicBezTo>
                      <a:pt x="200660" y="565150"/>
                      <a:pt x="190500" y="574040"/>
                      <a:pt x="182880" y="574040"/>
                    </a:cubicBezTo>
                    <a:cubicBezTo>
                      <a:pt x="177800" y="574040"/>
                      <a:pt x="165100" y="562610"/>
                      <a:pt x="165100" y="556260"/>
                    </a:cubicBezTo>
                    <a:cubicBezTo>
                      <a:pt x="165100" y="549910"/>
                      <a:pt x="176530" y="546100"/>
                      <a:pt x="181610" y="535940"/>
                    </a:cubicBezTo>
                    <a:cubicBezTo>
                      <a:pt x="189230" y="516890"/>
                      <a:pt x="182880" y="469900"/>
                      <a:pt x="191770" y="439420"/>
                    </a:cubicBezTo>
                    <a:cubicBezTo>
                      <a:pt x="200660" y="408940"/>
                      <a:pt x="220980" y="384810"/>
                      <a:pt x="231140" y="354330"/>
                    </a:cubicBezTo>
                    <a:cubicBezTo>
                      <a:pt x="240030" y="325120"/>
                      <a:pt x="233680" y="279400"/>
                      <a:pt x="247650" y="259080"/>
                    </a:cubicBezTo>
                    <a:cubicBezTo>
                      <a:pt x="256540" y="246380"/>
                      <a:pt x="273050" y="234950"/>
                      <a:pt x="285750" y="237490"/>
                    </a:cubicBezTo>
                    <a:cubicBezTo>
                      <a:pt x="306070" y="242570"/>
                      <a:pt x="320040" y="298450"/>
                      <a:pt x="349250" y="332740"/>
                    </a:cubicBezTo>
                    <a:cubicBezTo>
                      <a:pt x="394970" y="382270"/>
                      <a:pt x="524510" y="462280"/>
                      <a:pt x="543560" y="496570"/>
                    </a:cubicBezTo>
                    <a:cubicBezTo>
                      <a:pt x="549910" y="506730"/>
                      <a:pt x="552450" y="518160"/>
                      <a:pt x="548640" y="523240"/>
                    </a:cubicBezTo>
                    <a:cubicBezTo>
                      <a:pt x="544830" y="528320"/>
                      <a:pt x="527050" y="534670"/>
                      <a:pt x="518160" y="528320"/>
                    </a:cubicBezTo>
                    <a:cubicBezTo>
                      <a:pt x="488950" y="506730"/>
                      <a:pt x="488950" y="281940"/>
                      <a:pt x="471170" y="195580"/>
                    </a:cubicBezTo>
                    <a:cubicBezTo>
                      <a:pt x="461010" y="140970"/>
                      <a:pt x="439420" y="95250"/>
                      <a:pt x="435610" y="60960"/>
                    </a:cubicBezTo>
                    <a:cubicBezTo>
                      <a:pt x="434340" y="39370"/>
                      <a:pt x="431800" y="17780"/>
                      <a:pt x="439420" y="8890"/>
                    </a:cubicBezTo>
                    <a:cubicBezTo>
                      <a:pt x="444500" y="2540"/>
                      <a:pt x="457200" y="0"/>
                      <a:pt x="463550" y="1270"/>
                    </a:cubicBezTo>
                    <a:cubicBezTo>
                      <a:pt x="468630" y="3810"/>
                      <a:pt x="474980" y="10160"/>
                      <a:pt x="474980" y="16510"/>
                    </a:cubicBezTo>
                    <a:cubicBezTo>
                      <a:pt x="476250" y="22860"/>
                      <a:pt x="466090" y="39370"/>
                      <a:pt x="458470" y="40640"/>
                    </a:cubicBezTo>
                    <a:cubicBezTo>
                      <a:pt x="452120" y="41910"/>
                      <a:pt x="435610" y="29210"/>
                      <a:pt x="435610" y="22860"/>
                    </a:cubicBezTo>
                    <a:cubicBezTo>
                      <a:pt x="434340" y="16510"/>
                      <a:pt x="447040" y="1270"/>
                      <a:pt x="454660" y="0"/>
                    </a:cubicBezTo>
                    <a:cubicBezTo>
                      <a:pt x="461010" y="0"/>
                      <a:pt x="468630" y="3810"/>
                      <a:pt x="474980" y="13970"/>
                    </a:cubicBezTo>
                    <a:cubicBezTo>
                      <a:pt x="502920" y="58420"/>
                      <a:pt x="552450" y="388620"/>
                      <a:pt x="556260" y="464820"/>
                    </a:cubicBezTo>
                    <a:cubicBezTo>
                      <a:pt x="557530" y="490220"/>
                      <a:pt x="554990" y="515620"/>
                      <a:pt x="552450" y="515620"/>
                    </a:cubicBezTo>
                    <a:cubicBezTo>
                      <a:pt x="549910" y="516890"/>
                      <a:pt x="544830" y="496570"/>
                      <a:pt x="543560" y="496570"/>
                    </a:cubicBezTo>
                    <a:cubicBezTo>
                      <a:pt x="543560" y="496570"/>
                      <a:pt x="552450" y="516890"/>
                      <a:pt x="548640" y="523240"/>
                    </a:cubicBezTo>
                    <a:cubicBezTo>
                      <a:pt x="544830" y="528320"/>
                      <a:pt x="533400" y="533400"/>
                      <a:pt x="521970" y="530860"/>
                    </a:cubicBezTo>
                    <a:cubicBezTo>
                      <a:pt x="491490" y="524510"/>
                      <a:pt x="412750" y="452120"/>
                      <a:pt x="368300" y="405130"/>
                    </a:cubicBezTo>
                    <a:cubicBezTo>
                      <a:pt x="325120" y="361950"/>
                      <a:pt x="251460" y="279400"/>
                      <a:pt x="257810" y="264160"/>
                    </a:cubicBezTo>
                    <a:cubicBezTo>
                      <a:pt x="260350" y="257810"/>
                      <a:pt x="279400" y="255270"/>
                      <a:pt x="284480" y="260350"/>
                    </a:cubicBezTo>
                    <a:cubicBezTo>
                      <a:pt x="293370" y="269240"/>
                      <a:pt x="279400" y="314960"/>
                      <a:pt x="271780" y="350520"/>
                    </a:cubicBezTo>
                    <a:cubicBezTo>
                      <a:pt x="257810" y="407670"/>
                      <a:pt x="222250" y="535940"/>
                      <a:pt x="201930" y="562610"/>
                    </a:cubicBezTo>
                    <a:cubicBezTo>
                      <a:pt x="195580" y="570230"/>
                      <a:pt x="189230" y="574040"/>
                      <a:pt x="182880" y="574040"/>
                    </a:cubicBezTo>
                    <a:cubicBezTo>
                      <a:pt x="177800" y="574040"/>
                      <a:pt x="172720" y="568960"/>
                      <a:pt x="166370" y="560070"/>
                    </a:cubicBezTo>
                    <a:cubicBezTo>
                      <a:pt x="146050" y="533400"/>
                      <a:pt x="110490" y="419100"/>
                      <a:pt x="93980" y="360680"/>
                    </a:cubicBezTo>
                    <a:cubicBezTo>
                      <a:pt x="81280" y="316230"/>
                      <a:pt x="82550" y="281940"/>
                      <a:pt x="69850" y="238760"/>
                    </a:cubicBezTo>
                    <a:cubicBezTo>
                      <a:pt x="55880" y="189230"/>
                      <a:pt x="21590" y="116840"/>
                      <a:pt x="11430" y="78740"/>
                    </a:cubicBezTo>
                    <a:cubicBezTo>
                      <a:pt x="6350" y="59690"/>
                      <a:pt x="0" y="40640"/>
                      <a:pt x="5080" y="33020"/>
                    </a:cubicBezTo>
                    <a:cubicBezTo>
                      <a:pt x="7620" y="26670"/>
                      <a:pt x="16510" y="22860"/>
                      <a:pt x="21590" y="24130"/>
                    </a:cubicBezTo>
                    <a:cubicBezTo>
                      <a:pt x="27940" y="25400"/>
                      <a:pt x="35560" y="36830"/>
                      <a:pt x="35560" y="36830"/>
                    </a:cubicBezTo>
                  </a:path>
                </a:pathLst>
              </a:custGeom>
              <a:solidFill>
                <a:srgbClr val="EAC02D"/>
              </a:solidFill>
              <a:ln cap="sq">
                <a:noFill/>
                <a:prstDash val="solid"/>
                <a:miter/>
              </a:ln>
            </p:spPr>
          </p:sp>
        </p:grpSp>
        <p:grpSp>
          <p:nvGrpSpPr>
            <p:cNvPr id="113" name="Group 113"/>
            <p:cNvGrpSpPr/>
            <p:nvPr/>
          </p:nvGrpSpPr>
          <p:grpSpPr>
            <a:xfrm>
              <a:off x="851940" y="2420156"/>
              <a:ext cx="487680" cy="212090"/>
              <a:chOff x="0" y="0"/>
              <a:chExt cx="487680" cy="212090"/>
            </a:xfrm>
          </p:grpSpPr>
          <p:sp>
            <p:nvSpPr>
              <p:cNvPr id="114" name="Freeform 114"/>
              <p:cNvSpPr/>
              <p:nvPr/>
            </p:nvSpPr>
            <p:spPr>
              <a:xfrm>
                <a:off x="50800" y="49530"/>
                <a:ext cx="386080" cy="120650"/>
              </a:xfrm>
              <a:custGeom>
                <a:avLst/>
                <a:gdLst/>
                <a:ahLst/>
                <a:cxnLst/>
                <a:rect l="l" t="t" r="r" b="b"/>
                <a:pathLst>
                  <a:path w="386080" h="120650">
                    <a:moveTo>
                      <a:pt x="13970" y="76200"/>
                    </a:moveTo>
                    <a:cubicBezTo>
                      <a:pt x="377190" y="3810"/>
                      <a:pt x="382270" y="8890"/>
                      <a:pt x="383540" y="13970"/>
                    </a:cubicBezTo>
                    <a:cubicBezTo>
                      <a:pt x="386080" y="20320"/>
                      <a:pt x="381000" y="33020"/>
                      <a:pt x="375920" y="35560"/>
                    </a:cubicBezTo>
                    <a:cubicBezTo>
                      <a:pt x="370840" y="38100"/>
                      <a:pt x="351790" y="34290"/>
                      <a:pt x="349250" y="29210"/>
                    </a:cubicBezTo>
                    <a:cubicBezTo>
                      <a:pt x="346710" y="22860"/>
                      <a:pt x="358140" y="2540"/>
                      <a:pt x="363220" y="1270"/>
                    </a:cubicBezTo>
                    <a:cubicBezTo>
                      <a:pt x="369570" y="0"/>
                      <a:pt x="383540" y="11430"/>
                      <a:pt x="384810" y="17780"/>
                    </a:cubicBezTo>
                    <a:cubicBezTo>
                      <a:pt x="386080" y="24130"/>
                      <a:pt x="381000" y="31750"/>
                      <a:pt x="372110" y="36830"/>
                    </a:cubicBezTo>
                    <a:cubicBezTo>
                      <a:pt x="351790" y="52070"/>
                      <a:pt x="283210" y="62230"/>
                      <a:pt x="231140" y="73660"/>
                    </a:cubicBezTo>
                    <a:cubicBezTo>
                      <a:pt x="167640" y="87630"/>
                      <a:pt x="46990" y="120650"/>
                      <a:pt x="16510" y="111760"/>
                    </a:cubicBezTo>
                    <a:cubicBezTo>
                      <a:pt x="6350" y="107950"/>
                      <a:pt x="0" y="100330"/>
                      <a:pt x="0" y="95250"/>
                    </a:cubicBezTo>
                    <a:cubicBezTo>
                      <a:pt x="0" y="88900"/>
                      <a:pt x="13970" y="76200"/>
                      <a:pt x="13970" y="76200"/>
                    </a:cubicBezTo>
                  </a:path>
                </a:pathLst>
              </a:custGeom>
              <a:solidFill>
                <a:srgbClr val="EAC02D"/>
              </a:solidFill>
              <a:ln cap="sq">
                <a:noFill/>
                <a:prstDash val="solid"/>
                <a:miter/>
              </a:ln>
            </p:spPr>
          </p:sp>
        </p:grpSp>
        <p:grpSp>
          <p:nvGrpSpPr>
            <p:cNvPr id="115" name="Group 115"/>
            <p:cNvGrpSpPr/>
            <p:nvPr/>
          </p:nvGrpSpPr>
          <p:grpSpPr>
            <a:xfrm>
              <a:off x="1013230" y="2455716"/>
              <a:ext cx="205740" cy="588010"/>
              <a:chOff x="0" y="0"/>
              <a:chExt cx="205740" cy="588010"/>
            </a:xfrm>
          </p:grpSpPr>
          <p:sp>
            <p:nvSpPr>
              <p:cNvPr id="116" name="Freeform 116"/>
              <p:cNvSpPr/>
              <p:nvPr/>
            </p:nvSpPr>
            <p:spPr>
              <a:xfrm>
                <a:off x="43180" y="49530"/>
                <a:ext cx="123190" cy="486410"/>
              </a:xfrm>
              <a:custGeom>
                <a:avLst/>
                <a:gdLst/>
                <a:ahLst/>
                <a:cxnLst/>
                <a:rect l="l" t="t" r="r" b="b"/>
                <a:pathLst>
                  <a:path w="123190" h="486410">
                    <a:moveTo>
                      <a:pt x="41910" y="15240"/>
                    </a:moveTo>
                    <a:cubicBezTo>
                      <a:pt x="104140" y="339090"/>
                      <a:pt x="123190" y="435610"/>
                      <a:pt x="111760" y="466090"/>
                    </a:cubicBezTo>
                    <a:cubicBezTo>
                      <a:pt x="106680" y="478790"/>
                      <a:pt x="97790" y="486410"/>
                      <a:pt x="91440" y="486410"/>
                    </a:cubicBezTo>
                    <a:cubicBezTo>
                      <a:pt x="83820" y="486410"/>
                      <a:pt x="72390" y="471170"/>
                      <a:pt x="72390" y="464820"/>
                    </a:cubicBezTo>
                    <a:cubicBezTo>
                      <a:pt x="72390" y="458470"/>
                      <a:pt x="82550" y="449580"/>
                      <a:pt x="88900" y="447040"/>
                    </a:cubicBezTo>
                    <a:cubicBezTo>
                      <a:pt x="93980" y="445770"/>
                      <a:pt x="102870" y="449580"/>
                      <a:pt x="106680" y="453390"/>
                    </a:cubicBezTo>
                    <a:cubicBezTo>
                      <a:pt x="109220" y="457200"/>
                      <a:pt x="113030" y="466090"/>
                      <a:pt x="111760" y="471170"/>
                    </a:cubicBezTo>
                    <a:cubicBezTo>
                      <a:pt x="109220" y="477520"/>
                      <a:pt x="99060" y="486410"/>
                      <a:pt x="92710" y="486410"/>
                    </a:cubicBezTo>
                    <a:cubicBezTo>
                      <a:pt x="86360" y="486410"/>
                      <a:pt x="78740" y="482600"/>
                      <a:pt x="73660" y="473710"/>
                    </a:cubicBezTo>
                    <a:cubicBezTo>
                      <a:pt x="58420" y="447040"/>
                      <a:pt x="69850" y="345440"/>
                      <a:pt x="60960" y="275590"/>
                    </a:cubicBezTo>
                    <a:cubicBezTo>
                      <a:pt x="49530" y="194310"/>
                      <a:pt x="0" y="55880"/>
                      <a:pt x="7620" y="19050"/>
                    </a:cubicBezTo>
                    <a:cubicBezTo>
                      <a:pt x="10160" y="8890"/>
                      <a:pt x="15240" y="1270"/>
                      <a:pt x="20320" y="1270"/>
                    </a:cubicBezTo>
                    <a:cubicBezTo>
                      <a:pt x="26670" y="0"/>
                      <a:pt x="41910" y="15240"/>
                      <a:pt x="41910" y="15240"/>
                    </a:cubicBezTo>
                  </a:path>
                </a:pathLst>
              </a:custGeom>
              <a:solidFill>
                <a:srgbClr val="EAC02D"/>
              </a:solidFill>
              <a:ln cap="sq">
                <a:noFill/>
                <a:prstDash val="solid"/>
                <a:miter/>
              </a:ln>
            </p:spPr>
          </p:sp>
        </p:grpSp>
        <p:grpSp>
          <p:nvGrpSpPr>
            <p:cNvPr id="117" name="Group 117"/>
            <p:cNvGrpSpPr/>
            <p:nvPr/>
          </p:nvGrpSpPr>
          <p:grpSpPr>
            <a:xfrm>
              <a:off x="951000" y="2887516"/>
              <a:ext cx="516890" cy="161290"/>
              <a:chOff x="0" y="0"/>
              <a:chExt cx="516890" cy="161290"/>
            </a:xfrm>
          </p:grpSpPr>
          <p:sp>
            <p:nvSpPr>
              <p:cNvPr id="118" name="Freeform 118"/>
              <p:cNvSpPr/>
              <p:nvPr/>
            </p:nvSpPr>
            <p:spPr>
              <a:xfrm>
                <a:off x="49530" y="50800"/>
                <a:ext cx="415290" cy="71120"/>
              </a:xfrm>
              <a:custGeom>
                <a:avLst/>
                <a:gdLst/>
                <a:ahLst/>
                <a:cxnLst/>
                <a:rect l="l" t="t" r="r" b="b"/>
                <a:pathLst>
                  <a:path w="415290" h="71120">
                    <a:moveTo>
                      <a:pt x="20320" y="21590"/>
                    </a:moveTo>
                    <a:cubicBezTo>
                      <a:pt x="408940" y="5080"/>
                      <a:pt x="415290" y="15240"/>
                      <a:pt x="415290" y="21590"/>
                    </a:cubicBezTo>
                    <a:cubicBezTo>
                      <a:pt x="415290" y="27940"/>
                      <a:pt x="400050" y="40640"/>
                      <a:pt x="393700" y="40640"/>
                    </a:cubicBezTo>
                    <a:cubicBezTo>
                      <a:pt x="387350" y="39370"/>
                      <a:pt x="374650" y="24130"/>
                      <a:pt x="375920" y="17780"/>
                    </a:cubicBezTo>
                    <a:cubicBezTo>
                      <a:pt x="377190" y="10160"/>
                      <a:pt x="393700" y="0"/>
                      <a:pt x="400050" y="1270"/>
                    </a:cubicBezTo>
                    <a:cubicBezTo>
                      <a:pt x="406400" y="1270"/>
                      <a:pt x="415290" y="12700"/>
                      <a:pt x="415290" y="19050"/>
                    </a:cubicBezTo>
                    <a:cubicBezTo>
                      <a:pt x="415290" y="25400"/>
                      <a:pt x="411480" y="34290"/>
                      <a:pt x="402590" y="39370"/>
                    </a:cubicBezTo>
                    <a:cubicBezTo>
                      <a:pt x="378460" y="52070"/>
                      <a:pt x="281940" y="36830"/>
                      <a:pt x="238760" y="43180"/>
                    </a:cubicBezTo>
                    <a:cubicBezTo>
                      <a:pt x="208280" y="45720"/>
                      <a:pt x="191770" y="55880"/>
                      <a:pt x="161290" y="59690"/>
                    </a:cubicBezTo>
                    <a:cubicBezTo>
                      <a:pt x="120650" y="63500"/>
                      <a:pt x="38100" y="71120"/>
                      <a:pt x="15240" y="58420"/>
                    </a:cubicBezTo>
                    <a:cubicBezTo>
                      <a:pt x="6350" y="54610"/>
                      <a:pt x="0" y="44450"/>
                      <a:pt x="1270" y="38100"/>
                    </a:cubicBezTo>
                    <a:cubicBezTo>
                      <a:pt x="2540" y="31750"/>
                      <a:pt x="20320" y="21590"/>
                      <a:pt x="20320" y="21590"/>
                    </a:cubicBezTo>
                  </a:path>
                </a:pathLst>
              </a:custGeom>
              <a:solidFill>
                <a:srgbClr val="EAC02D"/>
              </a:solidFill>
              <a:ln cap="sq">
                <a:noFill/>
                <a:prstDash val="solid"/>
                <a:miter/>
              </a:ln>
            </p:spPr>
          </p:sp>
        </p:grpSp>
        <p:grpSp>
          <p:nvGrpSpPr>
            <p:cNvPr id="119" name="Group 119"/>
            <p:cNvGrpSpPr/>
            <p:nvPr/>
          </p:nvGrpSpPr>
          <p:grpSpPr>
            <a:xfrm>
              <a:off x="1394230" y="2332526"/>
              <a:ext cx="487680" cy="213360"/>
              <a:chOff x="0" y="0"/>
              <a:chExt cx="487680" cy="213360"/>
            </a:xfrm>
          </p:grpSpPr>
          <p:sp>
            <p:nvSpPr>
              <p:cNvPr id="120" name="Freeform 120"/>
              <p:cNvSpPr/>
              <p:nvPr/>
            </p:nvSpPr>
            <p:spPr>
              <a:xfrm>
                <a:off x="50800" y="44450"/>
                <a:ext cx="387350" cy="125730"/>
              </a:xfrm>
              <a:custGeom>
                <a:avLst/>
                <a:gdLst/>
                <a:ahLst/>
                <a:cxnLst/>
                <a:rect l="l" t="t" r="r" b="b"/>
                <a:pathLst>
                  <a:path w="387350" h="125730">
                    <a:moveTo>
                      <a:pt x="17780" y="81280"/>
                    </a:moveTo>
                    <a:cubicBezTo>
                      <a:pt x="189230" y="62230"/>
                      <a:pt x="326390" y="0"/>
                      <a:pt x="363220" y="6350"/>
                    </a:cubicBezTo>
                    <a:cubicBezTo>
                      <a:pt x="375920" y="8890"/>
                      <a:pt x="384810" y="16510"/>
                      <a:pt x="386080" y="22860"/>
                    </a:cubicBezTo>
                    <a:cubicBezTo>
                      <a:pt x="387350" y="29210"/>
                      <a:pt x="374650" y="44450"/>
                      <a:pt x="368300" y="44450"/>
                    </a:cubicBezTo>
                    <a:cubicBezTo>
                      <a:pt x="361950" y="45720"/>
                      <a:pt x="347980" y="33020"/>
                      <a:pt x="347980" y="25400"/>
                    </a:cubicBezTo>
                    <a:cubicBezTo>
                      <a:pt x="346710" y="19050"/>
                      <a:pt x="360680" y="6350"/>
                      <a:pt x="367030" y="6350"/>
                    </a:cubicBezTo>
                    <a:cubicBezTo>
                      <a:pt x="373380" y="5080"/>
                      <a:pt x="384810" y="13970"/>
                      <a:pt x="386080" y="20320"/>
                    </a:cubicBezTo>
                    <a:cubicBezTo>
                      <a:pt x="387350" y="26670"/>
                      <a:pt x="384810" y="35560"/>
                      <a:pt x="377190" y="41910"/>
                    </a:cubicBezTo>
                    <a:cubicBezTo>
                      <a:pt x="349250" y="64770"/>
                      <a:pt x="198120" y="93980"/>
                      <a:pt x="130810" y="105410"/>
                    </a:cubicBezTo>
                    <a:cubicBezTo>
                      <a:pt x="85090" y="113030"/>
                      <a:pt x="33020" y="125730"/>
                      <a:pt x="13970" y="116840"/>
                    </a:cubicBezTo>
                    <a:cubicBezTo>
                      <a:pt x="5080" y="111760"/>
                      <a:pt x="0" y="102870"/>
                      <a:pt x="0" y="96520"/>
                    </a:cubicBezTo>
                    <a:cubicBezTo>
                      <a:pt x="1270" y="91440"/>
                      <a:pt x="17780" y="81280"/>
                      <a:pt x="17780" y="81280"/>
                    </a:cubicBezTo>
                  </a:path>
                </a:pathLst>
              </a:custGeom>
              <a:solidFill>
                <a:srgbClr val="EAC02D"/>
              </a:solidFill>
              <a:ln cap="sq">
                <a:noFill/>
                <a:prstDash val="solid"/>
                <a:miter/>
              </a:ln>
            </p:spPr>
          </p:sp>
        </p:grpSp>
        <p:grpSp>
          <p:nvGrpSpPr>
            <p:cNvPr id="121" name="Group 121"/>
            <p:cNvGrpSpPr/>
            <p:nvPr/>
          </p:nvGrpSpPr>
          <p:grpSpPr>
            <a:xfrm>
              <a:off x="1575840" y="2399836"/>
              <a:ext cx="241300" cy="549910"/>
              <a:chOff x="0" y="0"/>
              <a:chExt cx="241300" cy="549910"/>
            </a:xfrm>
          </p:grpSpPr>
          <p:sp>
            <p:nvSpPr>
              <p:cNvPr id="122" name="Freeform 122"/>
              <p:cNvSpPr/>
              <p:nvPr/>
            </p:nvSpPr>
            <p:spPr>
              <a:xfrm>
                <a:off x="40640" y="50800"/>
                <a:ext cx="149860" cy="448310"/>
              </a:xfrm>
              <a:custGeom>
                <a:avLst/>
                <a:gdLst/>
                <a:ahLst/>
                <a:cxnLst/>
                <a:rect l="l" t="t" r="r" b="b"/>
                <a:pathLst>
                  <a:path w="149860" h="448310">
                    <a:moveTo>
                      <a:pt x="45720" y="16510"/>
                    </a:moveTo>
                    <a:cubicBezTo>
                      <a:pt x="88900" y="275590"/>
                      <a:pt x="149860" y="393700"/>
                      <a:pt x="148590" y="425450"/>
                    </a:cubicBezTo>
                    <a:cubicBezTo>
                      <a:pt x="148590" y="434340"/>
                      <a:pt x="146050" y="439420"/>
                      <a:pt x="140970" y="443230"/>
                    </a:cubicBezTo>
                    <a:cubicBezTo>
                      <a:pt x="135890" y="447040"/>
                      <a:pt x="121920" y="447040"/>
                      <a:pt x="116840" y="444500"/>
                    </a:cubicBezTo>
                    <a:cubicBezTo>
                      <a:pt x="111760" y="440690"/>
                      <a:pt x="107950" y="433070"/>
                      <a:pt x="107950" y="426720"/>
                    </a:cubicBezTo>
                    <a:cubicBezTo>
                      <a:pt x="109220" y="420370"/>
                      <a:pt x="116840" y="410210"/>
                      <a:pt x="123190" y="407670"/>
                    </a:cubicBezTo>
                    <a:cubicBezTo>
                      <a:pt x="128270" y="406400"/>
                      <a:pt x="138430" y="408940"/>
                      <a:pt x="142240" y="412750"/>
                    </a:cubicBezTo>
                    <a:cubicBezTo>
                      <a:pt x="146050" y="416560"/>
                      <a:pt x="149860" y="430530"/>
                      <a:pt x="146050" y="436880"/>
                    </a:cubicBezTo>
                    <a:cubicBezTo>
                      <a:pt x="143510" y="441960"/>
                      <a:pt x="130810" y="448310"/>
                      <a:pt x="124460" y="447040"/>
                    </a:cubicBezTo>
                    <a:cubicBezTo>
                      <a:pt x="119380" y="447040"/>
                      <a:pt x="115570" y="443230"/>
                      <a:pt x="110490" y="435610"/>
                    </a:cubicBezTo>
                    <a:cubicBezTo>
                      <a:pt x="91440" y="407670"/>
                      <a:pt x="53340" y="280670"/>
                      <a:pt x="36830" y="207010"/>
                    </a:cubicBezTo>
                    <a:cubicBezTo>
                      <a:pt x="21590" y="140970"/>
                      <a:pt x="0" y="44450"/>
                      <a:pt x="10160" y="16510"/>
                    </a:cubicBezTo>
                    <a:cubicBezTo>
                      <a:pt x="12700" y="6350"/>
                      <a:pt x="21590" y="0"/>
                      <a:pt x="27940" y="0"/>
                    </a:cubicBezTo>
                    <a:cubicBezTo>
                      <a:pt x="33020" y="0"/>
                      <a:pt x="45720" y="16510"/>
                      <a:pt x="45720" y="16510"/>
                    </a:cubicBezTo>
                  </a:path>
                </a:pathLst>
              </a:custGeom>
              <a:solidFill>
                <a:srgbClr val="EAC02D"/>
              </a:solidFill>
              <a:ln cap="sq">
                <a:noFill/>
                <a:prstDash val="solid"/>
                <a:miter/>
              </a:ln>
            </p:spPr>
          </p:sp>
        </p:grpSp>
        <p:grpSp>
          <p:nvGrpSpPr>
            <p:cNvPr id="123" name="Group 123"/>
            <p:cNvGrpSpPr/>
            <p:nvPr/>
          </p:nvGrpSpPr>
          <p:grpSpPr>
            <a:xfrm>
              <a:off x="1890800" y="2285536"/>
              <a:ext cx="260350" cy="629920"/>
              <a:chOff x="0" y="0"/>
              <a:chExt cx="260350" cy="629920"/>
            </a:xfrm>
          </p:grpSpPr>
          <p:sp>
            <p:nvSpPr>
              <p:cNvPr id="124" name="Freeform 124"/>
              <p:cNvSpPr/>
              <p:nvPr/>
            </p:nvSpPr>
            <p:spPr>
              <a:xfrm>
                <a:off x="44450" y="50800"/>
                <a:ext cx="167640" cy="529590"/>
              </a:xfrm>
              <a:custGeom>
                <a:avLst/>
                <a:gdLst/>
                <a:ahLst/>
                <a:cxnLst/>
                <a:rect l="l" t="t" r="r" b="b"/>
                <a:pathLst>
                  <a:path w="167640" h="529590">
                    <a:moveTo>
                      <a:pt x="41910" y="15240"/>
                    </a:moveTo>
                    <a:cubicBezTo>
                      <a:pt x="135890" y="430530"/>
                      <a:pt x="167640" y="481330"/>
                      <a:pt x="165100" y="505460"/>
                    </a:cubicBezTo>
                    <a:cubicBezTo>
                      <a:pt x="163830" y="515620"/>
                      <a:pt x="158750" y="524510"/>
                      <a:pt x="152400" y="527050"/>
                    </a:cubicBezTo>
                    <a:cubicBezTo>
                      <a:pt x="146050" y="528320"/>
                      <a:pt x="128270" y="520700"/>
                      <a:pt x="125730" y="514350"/>
                    </a:cubicBezTo>
                    <a:cubicBezTo>
                      <a:pt x="124460" y="508000"/>
                      <a:pt x="139700" y="488950"/>
                      <a:pt x="146050" y="488950"/>
                    </a:cubicBezTo>
                    <a:cubicBezTo>
                      <a:pt x="152400" y="488950"/>
                      <a:pt x="165100" y="502920"/>
                      <a:pt x="165100" y="510540"/>
                    </a:cubicBezTo>
                    <a:cubicBezTo>
                      <a:pt x="163830" y="516890"/>
                      <a:pt x="154940" y="527050"/>
                      <a:pt x="148590" y="528320"/>
                    </a:cubicBezTo>
                    <a:cubicBezTo>
                      <a:pt x="142240" y="529590"/>
                      <a:pt x="134620" y="525780"/>
                      <a:pt x="127000" y="516890"/>
                    </a:cubicBezTo>
                    <a:cubicBezTo>
                      <a:pt x="96520" y="478790"/>
                      <a:pt x="45720" y="215900"/>
                      <a:pt x="25400" y="125730"/>
                    </a:cubicBezTo>
                    <a:cubicBezTo>
                      <a:pt x="15240" y="77470"/>
                      <a:pt x="0" y="33020"/>
                      <a:pt x="6350" y="13970"/>
                    </a:cubicBezTo>
                    <a:cubicBezTo>
                      <a:pt x="8890" y="6350"/>
                      <a:pt x="16510" y="1270"/>
                      <a:pt x="22860" y="0"/>
                    </a:cubicBezTo>
                    <a:cubicBezTo>
                      <a:pt x="29210" y="0"/>
                      <a:pt x="41910" y="15240"/>
                      <a:pt x="41910" y="15240"/>
                    </a:cubicBezTo>
                  </a:path>
                </a:pathLst>
              </a:custGeom>
              <a:solidFill>
                <a:srgbClr val="EAC02D"/>
              </a:solidFill>
              <a:ln cap="sq">
                <a:noFill/>
                <a:prstDash val="solid"/>
                <a:miter/>
              </a:ln>
            </p:spPr>
          </p:sp>
        </p:grpSp>
        <p:grpSp>
          <p:nvGrpSpPr>
            <p:cNvPr id="125" name="Group 125"/>
            <p:cNvGrpSpPr/>
            <p:nvPr/>
          </p:nvGrpSpPr>
          <p:grpSpPr>
            <a:xfrm>
              <a:off x="1983510" y="2431586"/>
              <a:ext cx="402590" cy="228600"/>
              <a:chOff x="0" y="0"/>
              <a:chExt cx="402590" cy="228600"/>
            </a:xfrm>
          </p:grpSpPr>
          <p:sp>
            <p:nvSpPr>
              <p:cNvPr id="126" name="Freeform 126"/>
              <p:cNvSpPr/>
              <p:nvPr/>
            </p:nvSpPr>
            <p:spPr>
              <a:xfrm>
                <a:off x="49530" y="49530"/>
                <a:ext cx="303530" cy="133350"/>
              </a:xfrm>
              <a:custGeom>
                <a:avLst/>
                <a:gdLst/>
                <a:ahLst/>
                <a:cxnLst/>
                <a:rect l="l" t="t" r="r" b="b"/>
                <a:pathLst>
                  <a:path w="303530" h="133350">
                    <a:moveTo>
                      <a:pt x="13970" y="91440"/>
                    </a:moveTo>
                    <a:cubicBezTo>
                      <a:pt x="292100" y="2540"/>
                      <a:pt x="299720" y="8890"/>
                      <a:pt x="300990" y="15240"/>
                    </a:cubicBezTo>
                    <a:cubicBezTo>
                      <a:pt x="303530" y="22860"/>
                      <a:pt x="293370" y="40640"/>
                      <a:pt x="287020" y="41910"/>
                    </a:cubicBezTo>
                    <a:cubicBezTo>
                      <a:pt x="279400" y="43180"/>
                      <a:pt x="262890" y="31750"/>
                      <a:pt x="261620" y="25400"/>
                    </a:cubicBezTo>
                    <a:cubicBezTo>
                      <a:pt x="260350" y="19050"/>
                      <a:pt x="271780" y="2540"/>
                      <a:pt x="279400" y="1270"/>
                    </a:cubicBezTo>
                    <a:cubicBezTo>
                      <a:pt x="285750" y="0"/>
                      <a:pt x="298450" y="7620"/>
                      <a:pt x="300990" y="13970"/>
                    </a:cubicBezTo>
                    <a:cubicBezTo>
                      <a:pt x="303530" y="20320"/>
                      <a:pt x="298450" y="31750"/>
                      <a:pt x="288290" y="40640"/>
                    </a:cubicBezTo>
                    <a:cubicBezTo>
                      <a:pt x="257810" y="69850"/>
                      <a:pt x="60960" y="133350"/>
                      <a:pt x="22860" y="128270"/>
                    </a:cubicBezTo>
                    <a:cubicBezTo>
                      <a:pt x="11430" y="125730"/>
                      <a:pt x="3810" y="119380"/>
                      <a:pt x="1270" y="113030"/>
                    </a:cubicBezTo>
                    <a:cubicBezTo>
                      <a:pt x="0" y="106680"/>
                      <a:pt x="13970" y="91440"/>
                      <a:pt x="13970" y="91440"/>
                    </a:cubicBezTo>
                  </a:path>
                </a:pathLst>
              </a:custGeom>
              <a:solidFill>
                <a:srgbClr val="EAC02D"/>
              </a:solidFill>
              <a:ln cap="sq">
                <a:noFill/>
                <a:prstDash val="solid"/>
                <a:miter/>
              </a:ln>
            </p:spPr>
          </p:sp>
        </p:grpSp>
        <p:grpSp>
          <p:nvGrpSpPr>
            <p:cNvPr id="127" name="Group 127"/>
            <p:cNvGrpSpPr/>
            <p:nvPr/>
          </p:nvGrpSpPr>
          <p:grpSpPr>
            <a:xfrm>
              <a:off x="2186710" y="2172506"/>
              <a:ext cx="226060" cy="641350"/>
              <a:chOff x="0" y="0"/>
              <a:chExt cx="226060" cy="641350"/>
            </a:xfrm>
          </p:grpSpPr>
          <p:sp>
            <p:nvSpPr>
              <p:cNvPr id="128" name="Freeform 128"/>
              <p:cNvSpPr/>
              <p:nvPr/>
            </p:nvSpPr>
            <p:spPr>
              <a:xfrm>
                <a:off x="39370" y="50800"/>
                <a:ext cx="139700" cy="541020"/>
              </a:xfrm>
              <a:custGeom>
                <a:avLst/>
                <a:gdLst/>
                <a:ahLst/>
                <a:cxnLst/>
                <a:rect l="l" t="t" r="r" b="b"/>
                <a:pathLst>
                  <a:path w="139700" h="541020">
                    <a:moveTo>
                      <a:pt x="45720" y="17780"/>
                    </a:moveTo>
                    <a:cubicBezTo>
                      <a:pt x="92710" y="372110"/>
                      <a:pt x="139700" y="480060"/>
                      <a:pt x="133350" y="515620"/>
                    </a:cubicBezTo>
                    <a:cubicBezTo>
                      <a:pt x="132080" y="528320"/>
                      <a:pt x="125730" y="538480"/>
                      <a:pt x="119380" y="539750"/>
                    </a:cubicBezTo>
                    <a:cubicBezTo>
                      <a:pt x="113030" y="541020"/>
                      <a:pt x="97790" y="529590"/>
                      <a:pt x="96520" y="523240"/>
                    </a:cubicBezTo>
                    <a:cubicBezTo>
                      <a:pt x="95250" y="516890"/>
                      <a:pt x="107950" y="502920"/>
                      <a:pt x="114300" y="501650"/>
                    </a:cubicBezTo>
                    <a:cubicBezTo>
                      <a:pt x="119380" y="501650"/>
                      <a:pt x="133350" y="513080"/>
                      <a:pt x="134620" y="519430"/>
                    </a:cubicBezTo>
                    <a:cubicBezTo>
                      <a:pt x="135890" y="525780"/>
                      <a:pt x="127000" y="537210"/>
                      <a:pt x="121920" y="538480"/>
                    </a:cubicBezTo>
                    <a:cubicBezTo>
                      <a:pt x="116840" y="541020"/>
                      <a:pt x="109220" y="541020"/>
                      <a:pt x="104140" y="535940"/>
                    </a:cubicBezTo>
                    <a:cubicBezTo>
                      <a:pt x="82550" y="515620"/>
                      <a:pt x="59690" y="379730"/>
                      <a:pt x="44450" y="295910"/>
                    </a:cubicBezTo>
                    <a:cubicBezTo>
                      <a:pt x="27940" y="207010"/>
                      <a:pt x="0" y="54610"/>
                      <a:pt x="11430" y="17780"/>
                    </a:cubicBezTo>
                    <a:cubicBezTo>
                      <a:pt x="13970" y="7620"/>
                      <a:pt x="20320" y="1270"/>
                      <a:pt x="26670" y="0"/>
                    </a:cubicBezTo>
                    <a:cubicBezTo>
                      <a:pt x="31750" y="0"/>
                      <a:pt x="45720" y="17780"/>
                      <a:pt x="45720" y="17780"/>
                    </a:cubicBezTo>
                  </a:path>
                </a:pathLst>
              </a:custGeom>
              <a:solidFill>
                <a:srgbClr val="EAC02D"/>
              </a:solidFill>
              <a:ln cap="sq">
                <a:noFill/>
                <a:prstDash val="solid"/>
                <a:miter/>
              </a:ln>
            </p:spPr>
          </p:sp>
        </p:grpSp>
        <p:grpSp>
          <p:nvGrpSpPr>
            <p:cNvPr id="129" name="Group 129"/>
            <p:cNvGrpSpPr/>
            <p:nvPr/>
          </p:nvGrpSpPr>
          <p:grpSpPr>
            <a:xfrm>
              <a:off x="1187220" y="3025946"/>
              <a:ext cx="636270" cy="698500"/>
              <a:chOff x="0" y="0"/>
              <a:chExt cx="636270" cy="698500"/>
            </a:xfrm>
          </p:grpSpPr>
          <p:sp>
            <p:nvSpPr>
              <p:cNvPr id="130" name="Freeform 130"/>
              <p:cNvSpPr/>
              <p:nvPr/>
            </p:nvSpPr>
            <p:spPr>
              <a:xfrm>
                <a:off x="50800" y="46990"/>
                <a:ext cx="535940" cy="600710"/>
              </a:xfrm>
              <a:custGeom>
                <a:avLst/>
                <a:gdLst/>
                <a:ahLst/>
                <a:cxnLst/>
                <a:rect l="l" t="t" r="r" b="b"/>
                <a:pathLst>
                  <a:path w="535940" h="600710">
                    <a:moveTo>
                      <a:pt x="0" y="582930"/>
                    </a:moveTo>
                    <a:cubicBezTo>
                      <a:pt x="16510" y="411480"/>
                      <a:pt x="57150" y="339090"/>
                      <a:pt x="76200" y="271780"/>
                    </a:cubicBezTo>
                    <a:cubicBezTo>
                      <a:pt x="93980" y="207010"/>
                      <a:pt x="102870" y="121920"/>
                      <a:pt x="119380" y="73660"/>
                    </a:cubicBezTo>
                    <a:cubicBezTo>
                      <a:pt x="129540" y="43180"/>
                      <a:pt x="139700" y="12700"/>
                      <a:pt x="151130" y="5080"/>
                    </a:cubicBezTo>
                    <a:cubicBezTo>
                      <a:pt x="157480" y="0"/>
                      <a:pt x="165100" y="1270"/>
                      <a:pt x="172720" y="3810"/>
                    </a:cubicBezTo>
                    <a:cubicBezTo>
                      <a:pt x="187960" y="10160"/>
                      <a:pt x="210820" y="33020"/>
                      <a:pt x="231140" y="58420"/>
                    </a:cubicBezTo>
                    <a:cubicBezTo>
                      <a:pt x="264160" y="100330"/>
                      <a:pt x="290830" y="181610"/>
                      <a:pt x="334010" y="243840"/>
                    </a:cubicBezTo>
                    <a:cubicBezTo>
                      <a:pt x="381000" y="312420"/>
                      <a:pt x="473710" y="400050"/>
                      <a:pt x="505460" y="450850"/>
                    </a:cubicBezTo>
                    <a:cubicBezTo>
                      <a:pt x="520700" y="476250"/>
                      <a:pt x="535940" y="499110"/>
                      <a:pt x="533400" y="513080"/>
                    </a:cubicBezTo>
                    <a:cubicBezTo>
                      <a:pt x="530860" y="520700"/>
                      <a:pt x="521970" y="528320"/>
                      <a:pt x="515620" y="528320"/>
                    </a:cubicBezTo>
                    <a:cubicBezTo>
                      <a:pt x="510540" y="529590"/>
                      <a:pt x="500380" y="527050"/>
                      <a:pt x="497840" y="521970"/>
                    </a:cubicBezTo>
                    <a:cubicBezTo>
                      <a:pt x="495300" y="515620"/>
                      <a:pt x="501650" y="492760"/>
                      <a:pt x="508000" y="490220"/>
                    </a:cubicBezTo>
                    <a:cubicBezTo>
                      <a:pt x="513080" y="488950"/>
                      <a:pt x="532130" y="504190"/>
                      <a:pt x="533400" y="510540"/>
                    </a:cubicBezTo>
                    <a:cubicBezTo>
                      <a:pt x="533400" y="516890"/>
                      <a:pt x="523240" y="527050"/>
                      <a:pt x="518160" y="528320"/>
                    </a:cubicBezTo>
                    <a:cubicBezTo>
                      <a:pt x="511810" y="529590"/>
                      <a:pt x="506730" y="528320"/>
                      <a:pt x="500380" y="523240"/>
                    </a:cubicBezTo>
                    <a:cubicBezTo>
                      <a:pt x="483870" y="510540"/>
                      <a:pt x="463550" y="459740"/>
                      <a:pt x="439420" y="426720"/>
                    </a:cubicBezTo>
                    <a:cubicBezTo>
                      <a:pt x="408940" y="384810"/>
                      <a:pt x="367030" y="349250"/>
                      <a:pt x="328930" y="297180"/>
                    </a:cubicBezTo>
                    <a:cubicBezTo>
                      <a:pt x="278130" y="228600"/>
                      <a:pt x="208280" y="40640"/>
                      <a:pt x="170180" y="46990"/>
                    </a:cubicBezTo>
                    <a:cubicBezTo>
                      <a:pt x="133350" y="52070"/>
                      <a:pt x="123190" y="234950"/>
                      <a:pt x="97790" y="312420"/>
                    </a:cubicBezTo>
                    <a:cubicBezTo>
                      <a:pt x="78740" y="373380"/>
                      <a:pt x="46990" y="422910"/>
                      <a:pt x="36830" y="473710"/>
                    </a:cubicBezTo>
                    <a:cubicBezTo>
                      <a:pt x="29210" y="514350"/>
                      <a:pt x="44450" y="568960"/>
                      <a:pt x="34290" y="586740"/>
                    </a:cubicBezTo>
                    <a:cubicBezTo>
                      <a:pt x="30480" y="595630"/>
                      <a:pt x="21590" y="600710"/>
                      <a:pt x="15240" y="600710"/>
                    </a:cubicBezTo>
                    <a:cubicBezTo>
                      <a:pt x="10160" y="599440"/>
                      <a:pt x="0" y="582930"/>
                      <a:pt x="0" y="582930"/>
                    </a:cubicBezTo>
                  </a:path>
                </a:pathLst>
              </a:custGeom>
              <a:solidFill>
                <a:srgbClr val="EAC02D"/>
              </a:solidFill>
              <a:ln cap="sq">
                <a:noFill/>
                <a:prstDash val="solid"/>
                <a:miter/>
              </a:ln>
            </p:spPr>
          </p:sp>
        </p:grpSp>
        <p:grpSp>
          <p:nvGrpSpPr>
            <p:cNvPr id="131" name="Group 131"/>
            <p:cNvGrpSpPr/>
            <p:nvPr/>
          </p:nvGrpSpPr>
          <p:grpSpPr>
            <a:xfrm>
              <a:off x="1246910" y="3290106"/>
              <a:ext cx="393700" cy="215900"/>
              <a:chOff x="0" y="0"/>
              <a:chExt cx="393700" cy="215900"/>
            </a:xfrm>
          </p:grpSpPr>
          <p:sp>
            <p:nvSpPr>
              <p:cNvPr id="132" name="Freeform 132"/>
              <p:cNvSpPr/>
              <p:nvPr/>
            </p:nvSpPr>
            <p:spPr>
              <a:xfrm>
                <a:off x="48260" y="48260"/>
                <a:ext cx="297180" cy="121920"/>
              </a:xfrm>
              <a:custGeom>
                <a:avLst/>
                <a:gdLst/>
                <a:ahLst/>
                <a:cxnLst/>
                <a:rect l="l" t="t" r="r" b="b"/>
                <a:pathLst>
                  <a:path w="297180" h="121920">
                    <a:moveTo>
                      <a:pt x="13970" y="78740"/>
                    </a:moveTo>
                    <a:cubicBezTo>
                      <a:pt x="259080" y="15240"/>
                      <a:pt x="264160" y="2540"/>
                      <a:pt x="273050" y="2540"/>
                    </a:cubicBezTo>
                    <a:cubicBezTo>
                      <a:pt x="279400" y="1270"/>
                      <a:pt x="287020" y="3810"/>
                      <a:pt x="290830" y="8890"/>
                    </a:cubicBezTo>
                    <a:cubicBezTo>
                      <a:pt x="294640" y="13970"/>
                      <a:pt x="297180" y="29210"/>
                      <a:pt x="293370" y="34290"/>
                    </a:cubicBezTo>
                    <a:cubicBezTo>
                      <a:pt x="288290" y="39370"/>
                      <a:pt x="262890" y="39370"/>
                      <a:pt x="259080" y="34290"/>
                    </a:cubicBezTo>
                    <a:cubicBezTo>
                      <a:pt x="255270" y="29210"/>
                      <a:pt x="264160" y="6350"/>
                      <a:pt x="270510" y="2540"/>
                    </a:cubicBezTo>
                    <a:cubicBezTo>
                      <a:pt x="275590" y="0"/>
                      <a:pt x="285750" y="2540"/>
                      <a:pt x="289560" y="7620"/>
                    </a:cubicBezTo>
                    <a:cubicBezTo>
                      <a:pt x="293370" y="11430"/>
                      <a:pt x="297180" y="24130"/>
                      <a:pt x="294640" y="31750"/>
                    </a:cubicBezTo>
                    <a:cubicBezTo>
                      <a:pt x="288290" y="43180"/>
                      <a:pt x="267970" y="53340"/>
                      <a:pt x="243840" y="63500"/>
                    </a:cubicBezTo>
                    <a:cubicBezTo>
                      <a:pt x="196850" y="82550"/>
                      <a:pt x="57150" y="121920"/>
                      <a:pt x="22860" y="115570"/>
                    </a:cubicBezTo>
                    <a:cubicBezTo>
                      <a:pt x="11430" y="113030"/>
                      <a:pt x="3810" y="107950"/>
                      <a:pt x="2540" y="101600"/>
                    </a:cubicBezTo>
                    <a:cubicBezTo>
                      <a:pt x="0" y="95250"/>
                      <a:pt x="13970" y="78740"/>
                      <a:pt x="13970" y="78740"/>
                    </a:cubicBezTo>
                  </a:path>
                </a:pathLst>
              </a:custGeom>
              <a:solidFill>
                <a:srgbClr val="EAC02D"/>
              </a:solidFill>
              <a:ln cap="sq">
                <a:noFill/>
                <a:prstDash val="solid"/>
                <a:miter/>
              </a:ln>
            </p:spPr>
          </p:sp>
        </p:grpSp>
        <p:grpSp>
          <p:nvGrpSpPr>
            <p:cNvPr id="133" name="Group 133"/>
            <p:cNvGrpSpPr/>
            <p:nvPr/>
          </p:nvGrpSpPr>
          <p:grpSpPr>
            <a:xfrm>
              <a:off x="1705380" y="2878626"/>
              <a:ext cx="483870" cy="234950"/>
              <a:chOff x="0" y="0"/>
              <a:chExt cx="483870" cy="234950"/>
            </a:xfrm>
          </p:grpSpPr>
          <p:sp>
            <p:nvSpPr>
              <p:cNvPr id="134" name="Freeform 134"/>
              <p:cNvSpPr/>
              <p:nvPr/>
            </p:nvSpPr>
            <p:spPr>
              <a:xfrm>
                <a:off x="48260" y="45720"/>
                <a:ext cx="384810" cy="139700"/>
              </a:xfrm>
              <a:custGeom>
                <a:avLst/>
                <a:gdLst/>
                <a:ahLst/>
                <a:cxnLst/>
                <a:rect l="l" t="t" r="r" b="b"/>
                <a:pathLst>
                  <a:path w="384810" h="139700">
                    <a:moveTo>
                      <a:pt x="12700" y="105410"/>
                    </a:moveTo>
                    <a:cubicBezTo>
                      <a:pt x="347980" y="1270"/>
                      <a:pt x="368300" y="0"/>
                      <a:pt x="377190" y="6350"/>
                    </a:cubicBezTo>
                    <a:cubicBezTo>
                      <a:pt x="383540" y="11430"/>
                      <a:pt x="384810" y="21590"/>
                      <a:pt x="383540" y="27940"/>
                    </a:cubicBezTo>
                    <a:cubicBezTo>
                      <a:pt x="381000" y="33020"/>
                      <a:pt x="370840" y="39370"/>
                      <a:pt x="364490" y="38100"/>
                    </a:cubicBezTo>
                    <a:cubicBezTo>
                      <a:pt x="359410" y="36830"/>
                      <a:pt x="347980" y="24130"/>
                      <a:pt x="349250" y="17780"/>
                    </a:cubicBezTo>
                    <a:cubicBezTo>
                      <a:pt x="350520" y="12700"/>
                      <a:pt x="369570" y="3810"/>
                      <a:pt x="375920" y="5080"/>
                    </a:cubicBezTo>
                    <a:cubicBezTo>
                      <a:pt x="381000" y="7620"/>
                      <a:pt x="384810" y="20320"/>
                      <a:pt x="383540" y="25400"/>
                    </a:cubicBezTo>
                    <a:cubicBezTo>
                      <a:pt x="383540" y="30480"/>
                      <a:pt x="379730" y="34290"/>
                      <a:pt x="372110" y="38100"/>
                    </a:cubicBezTo>
                    <a:cubicBezTo>
                      <a:pt x="354330" y="46990"/>
                      <a:pt x="298450" y="44450"/>
                      <a:pt x="252730" y="57150"/>
                    </a:cubicBezTo>
                    <a:cubicBezTo>
                      <a:pt x="187960" y="73660"/>
                      <a:pt x="58420" y="139700"/>
                      <a:pt x="22860" y="138430"/>
                    </a:cubicBezTo>
                    <a:cubicBezTo>
                      <a:pt x="12700" y="137160"/>
                      <a:pt x="3810" y="133350"/>
                      <a:pt x="2540" y="128270"/>
                    </a:cubicBezTo>
                    <a:cubicBezTo>
                      <a:pt x="0" y="123190"/>
                      <a:pt x="12700" y="105410"/>
                      <a:pt x="12700" y="105410"/>
                    </a:cubicBezTo>
                  </a:path>
                </a:pathLst>
              </a:custGeom>
              <a:solidFill>
                <a:srgbClr val="EAC02D"/>
              </a:solidFill>
              <a:ln cap="sq">
                <a:noFill/>
                <a:prstDash val="solid"/>
                <a:miter/>
              </a:ln>
            </p:spPr>
          </p:sp>
        </p:grpSp>
        <p:grpSp>
          <p:nvGrpSpPr>
            <p:cNvPr id="135" name="Group 135"/>
            <p:cNvGrpSpPr/>
            <p:nvPr/>
          </p:nvGrpSpPr>
          <p:grpSpPr>
            <a:xfrm>
              <a:off x="1883180" y="2935776"/>
              <a:ext cx="215900" cy="631190"/>
              <a:chOff x="0" y="0"/>
              <a:chExt cx="215900" cy="631190"/>
            </a:xfrm>
          </p:grpSpPr>
          <p:sp>
            <p:nvSpPr>
              <p:cNvPr id="136" name="Freeform 136"/>
              <p:cNvSpPr/>
              <p:nvPr/>
            </p:nvSpPr>
            <p:spPr>
              <a:xfrm>
                <a:off x="39370" y="50800"/>
                <a:ext cx="132080" cy="530860"/>
              </a:xfrm>
              <a:custGeom>
                <a:avLst/>
                <a:gdLst/>
                <a:ahLst/>
                <a:cxnLst/>
                <a:rect l="l" t="t" r="r" b="b"/>
                <a:pathLst>
                  <a:path w="132080" h="530860">
                    <a:moveTo>
                      <a:pt x="49530" y="19050"/>
                    </a:moveTo>
                    <a:cubicBezTo>
                      <a:pt x="73660" y="261620"/>
                      <a:pt x="106680" y="330200"/>
                      <a:pt x="116840" y="387350"/>
                    </a:cubicBezTo>
                    <a:cubicBezTo>
                      <a:pt x="124460" y="431800"/>
                      <a:pt x="132080" y="485140"/>
                      <a:pt x="124460" y="508000"/>
                    </a:cubicBezTo>
                    <a:cubicBezTo>
                      <a:pt x="121920" y="519430"/>
                      <a:pt x="115570" y="525780"/>
                      <a:pt x="109220" y="528320"/>
                    </a:cubicBezTo>
                    <a:cubicBezTo>
                      <a:pt x="104140" y="530860"/>
                      <a:pt x="93980" y="528320"/>
                      <a:pt x="90170" y="524510"/>
                    </a:cubicBezTo>
                    <a:cubicBezTo>
                      <a:pt x="85090" y="519430"/>
                      <a:pt x="82550" y="505460"/>
                      <a:pt x="85090" y="499110"/>
                    </a:cubicBezTo>
                    <a:cubicBezTo>
                      <a:pt x="86360" y="494030"/>
                      <a:pt x="95250" y="487680"/>
                      <a:pt x="100330" y="487680"/>
                    </a:cubicBezTo>
                    <a:cubicBezTo>
                      <a:pt x="106680" y="487680"/>
                      <a:pt x="119380" y="494030"/>
                      <a:pt x="123190" y="499110"/>
                    </a:cubicBezTo>
                    <a:cubicBezTo>
                      <a:pt x="125730" y="504190"/>
                      <a:pt x="125730" y="514350"/>
                      <a:pt x="121920" y="519430"/>
                    </a:cubicBezTo>
                    <a:cubicBezTo>
                      <a:pt x="118110" y="524510"/>
                      <a:pt x="105410" y="529590"/>
                      <a:pt x="97790" y="528320"/>
                    </a:cubicBezTo>
                    <a:cubicBezTo>
                      <a:pt x="92710" y="527050"/>
                      <a:pt x="87630" y="523240"/>
                      <a:pt x="83820" y="515620"/>
                    </a:cubicBezTo>
                    <a:cubicBezTo>
                      <a:pt x="74930" y="495300"/>
                      <a:pt x="85090" y="430530"/>
                      <a:pt x="76200" y="387350"/>
                    </a:cubicBezTo>
                    <a:cubicBezTo>
                      <a:pt x="68580" y="339090"/>
                      <a:pt x="41910" y="295910"/>
                      <a:pt x="30480" y="241300"/>
                    </a:cubicBezTo>
                    <a:cubicBezTo>
                      <a:pt x="17780" y="175260"/>
                      <a:pt x="0" y="52070"/>
                      <a:pt x="11430" y="19050"/>
                    </a:cubicBezTo>
                    <a:cubicBezTo>
                      <a:pt x="15240" y="7620"/>
                      <a:pt x="21590" y="1270"/>
                      <a:pt x="27940" y="0"/>
                    </a:cubicBezTo>
                    <a:cubicBezTo>
                      <a:pt x="34290" y="0"/>
                      <a:pt x="49530" y="19050"/>
                      <a:pt x="49530" y="19050"/>
                    </a:cubicBezTo>
                  </a:path>
                </a:pathLst>
              </a:custGeom>
              <a:solidFill>
                <a:srgbClr val="EAC02D"/>
              </a:solidFill>
              <a:ln cap="sq">
                <a:noFill/>
                <a:prstDash val="solid"/>
                <a:miter/>
              </a:ln>
            </p:spPr>
          </p:sp>
        </p:grpSp>
        <p:grpSp>
          <p:nvGrpSpPr>
            <p:cNvPr id="137" name="Group 137"/>
            <p:cNvGrpSpPr/>
            <p:nvPr/>
          </p:nvGrpSpPr>
          <p:grpSpPr>
            <a:xfrm>
              <a:off x="1842540" y="3349796"/>
              <a:ext cx="471170" cy="248920"/>
              <a:chOff x="0" y="0"/>
              <a:chExt cx="471170" cy="248920"/>
            </a:xfrm>
          </p:grpSpPr>
          <p:sp>
            <p:nvSpPr>
              <p:cNvPr id="138" name="Freeform 138"/>
              <p:cNvSpPr/>
              <p:nvPr/>
            </p:nvSpPr>
            <p:spPr>
              <a:xfrm>
                <a:off x="50800" y="49530"/>
                <a:ext cx="369570" cy="153670"/>
              </a:xfrm>
              <a:custGeom>
                <a:avLst/>
                <a:gdLst/>
                <a:ahLst/>
                <a:cxnLst/>
                <a:rect l="l" t="t" r="r" b="b"/>
                <a:pathLst>
                  <a:path w="369570" h="153670">
                    <a:moveTo>
                      <a:pt x="16510" y="110490"/>
                    </a:moveTo>
                    <a:cubicBezTo>
                      <a:pt x="359410" y="3810"/>
                      <a:pt x="368300" y="15240"/>
                      <a:pt x="368300" y="21590"/>
                    </a:cubicBezTo>
                    <a:cubicBezTo>
                      <a:pt x="368300" y="27940"/>
                      <a:pt x="359410" y="40640"/>
                      <a:pt x="353060" y="41910"/>
                    </a:cubicBezTo>
                    <a:cubicBezTo>
                      <a:pt x="346710" y="43180"/>
                      <a:pt x="328930" y="33020"/>
                      <a:pt x="327660" y="26670"/>
                    </a:cubicBezTo>
                    <a:cubicBezTo>
                      <a:pt x="326390" y="19050"/>
                      <a:pt x="337820" y="2540"/>
                      <a:pt x="344170" y="1270"/>
                    </a:cubicBezTo>
                    <a:cubicBezTo>
                      <a:pt x="351790" y="0"/>
                      <a:pt x="367030" y="12700"/>
                      <a:pt x="368300" y="20320"/>
                    </a:cubicBezTo>
                    <a:cubicBezTo>
                      <a:pt x="369570" y="26670"/>
                      <a:pt x="364490" y="34290"/>
                      <a:pt x="355600" y="40640"/>
                    </a:cubicBezTo>
                    <a:cubicBezTo>
                      <a:pt x="325120" y="64770"/>
                      <a:pt x="175260" y="105410"/>
                      <a:pt x="113030" y="124460"/>
                    </a:cubicBezTo>
                    <a:cubicBezTo>
                      <a:pt x="73660" y="135890"/>
                      <a:pt x="35560" y="153670"/>
                      <a:pt x="17780" y="148590"/>
                    </a:cubicBezTo>
                    <a:cubicBezTo>
                      <a:pt x="7620" y="146050"/>
                      <a:pt x="0" y="135890"/>
                      <a:pt x="0" y="129540"/>
                    </a:cubicBezTo>
                    <a:cubicBezTo>
                      <a:pt x="0" y="123190"/>
                      <a:pt x="16510" y="110490"/>
                      <a:pt x="16510" y="110490"/>
                    </a:cubicBezTo>
                  </a:path>
                </a:pathLst>
              </a:custGeom>
              <a:solidFill>
                <a:srgbClr val="EAC02D"/>
              </a:solidFill>
              <a:ln cap="sq">
                <a:noFill/>
                <a:prstDash val="solid"/>
                <a:miter/>
              </a:ln>
            </p:spPr>
          </p:sp>
        </p:grpSp>
        <p:grpSp>
          <p:nvGrpSpPr>
            <p:cNvPr id="139" name="Group 139"/>
            <p:cNvGrpSpPr/>
            <p:nvPr/>
          </p:nvGrpSpPr>
          <p:grpSpPr>
            <a:xfrm>
              <a:off x="2218460" y="2775756"/>
              <a:ext cx="168910" cy="483870"/>
              <a:chOff x="0" y="0"/>
              <a:chExt cx="168910" cy="483870"/>
            </a:xfrm>
          </p:grpSpPr>
          <p:sp>
            <p:nvSpPr>
              <p:cNvPr id="140" name="Freeform 140"/>
              <p:cNvSpPr/>
              <p:nvPr/>
            </p:nvSpPr>
            <p:spPr>
              <a:xfrm>
                <a:off x="35560" y="49530"/>
                <a:ext cx="86360" cy="382270"/>
              </a:xfrm>
              <a:custGeom>
                <a:avLst/>
                <a:gdLst/>
                <a:ahLst/>
                <a:cxnLst/>
                <a:rect l="l" t="t" r="r" b="b"/>
                <a:pathLst>
                  <a:path w="86360" h="382270">
                    <a:moveTo>
                      <a:pt x="53340" y="19050"/>
                    </a:moveTo>
                    <a:cubicBezTo>
                      <a:pt x="57150" y="193040"/>
                      <a:pt x="77470" y="269240"/>
                      <a:pt x="80010" y="311150"/>
                    </a:cubicBezTo>
                    <a:cubicBezTo>
                      <a:pt x="82550" y="335280"/>
                      <a:pt x="86360" y="355600"/>
                      <a:pt x="80010" y="368300"/>
                    </a:cubicBezTo>
                    <a:cubicBezTo>
                      <a:pt x="76200" y="375920"/>
                      <a:pt x="66040" y="382270"/>
                      <a:pt x="59690" y="382270"/>
                    </a:cubicBezTo>
                    <a:cubicBezTo>
                      <a:pt x="53340" y="382270"/>
                      <a:pt x="45720" y="377190"/>
                      <a:pt x="43180" y="372110"/>
                    </a:cubicBezTo>
                    <a:cubicBezTo>
                      <a:pt x="40640" y="365760"/>
                      <a:pt x="41910" y="351790"/>
                      <a:pt x="45720" y="346710"/>
                    </a:cubicBezTo>
                    <a:cubicBezTo>
                      <a:pt x="50800" y="342900"/>
                      <a:pt x="64770" y="340360"/>
                      <a:pt x="69850" y="342900"/>
                    </a:cubicBezTo>
                    <a:cubicBezTo>
                      <a:pt x="76200" y="345440"/>
                      <a:pt x="81280" y="353060"/>
                      <a:pt x="81280" y="359410"/>
                    </a:cubicBezTo>
                    <a:cubicBezTo>
                      <a:pt x="81280" y="365760"/>
                      <a:pt x="74930" y="378460"/>
                      <a:pt x="68580" y="381000"/>
                    </a:cubicBezTo>
                    <a:cubicBezTo>
                      <a:pt x="62230" y="382270"/>
                      <a:pt x="48260" y="378460"/>
                      <a:pt x="41910" y="368300"/>
                    </a:cubicBezTo>
                    <a:cubicBezTo>
                      <a:pt x="15240" y="330200"/>
                      <a:pt x="0" y="62230"/>
                      <a:pt x="15240" y="19050"/>
                    </a:cubicBezTo>
                    <a:cubicBezTo>
                      <a:pt x="19050" y="7620"/>
                      <a:pt x="25400" y="1270"/>
                      <a:pt x="31750" y="1270"/>
                    </a:cubicBezTo>
                    <a:cubicBezTo>
                      <a:pt x="38100" y="0"/>
                      <a:pt x="53340" y="19050"/>
                      <a:pt x="53340" y="19050"/>
                    </a:cubicBezTo>
                  </a:path>
                </a:pathLst>
              </a:custGeom>
              <a:solidFill>
                <a:srgbClr val="EAC02D"/>
              </a:solidFill>
              <a:ln cap="sq">
                <a:noFill/>
                <a:prstDash val="solid"/>
                <a:miter/>
              </a:ln>
            </p:spPr>
          </p:sp>
        </p:grpSp>
        <p:grpSp>
          <p:nvGrpSpPr>
            <p:cNvPr id="141" name="Group 141"/>
            <p:cNvGrpSpPr/>
            <p:nvPr/>
          </p:nvGrpSpPr>
          <p:grpSpPr>
            <a:xfrm>
              <a:off x="2251480" y="3239306"/>
              <a:ext cx="167640" cy="179070"/>
              <a:chOff x="0" y="0"/>
              <a:chExt cx="167640" cy="179070"/>
            </a:xfrm>
          </p:grpSpPr>
          <p:sp>
            <p:nvSpPr>
              <p:cNvPr id="142" name="Freeform 142"/>
              <p:cNvSpPr/>
              <p:nvPr/>
            </p:nvSpPr>
            <p:spPr>
              <a:xfrm>
                <a:off x="50800" y="48260"/>
                <a:ext cx="66040" cy="81280"/>
              </a:xfrm>
              <a:custGeom>
                <a:avLst/>
                <a:gdLst/>
                <a:ahLst/>
                <a:cxnLst/>
                <a:rect l="l" t="t" r="r" b="b"/>
                <a:pathLst>
                  <a:path w="66040" h="81280">
                    <a:moveTo>
                      <a:pt x="33020" y="6350"/>
                    </a:moveTo>
                    <a:cubicBezTo>
                      <a:pt x="64770" y="71120"/>
                      <a:pt x="54610" y="78740"/>
                      <a:pt x="48260" y="78740"/>
                    </a:cubicBezTo>
                    <a:cubicBezTo>
                      <a:pt x="41910" y="80010"/>
                      <a:pt x="29210" y="73660"/>
                      <a:pt x="27940" y="67310"/>
                    </a:cubicBezTo>
                    <a:cubicBezTo>
                      <a:pt x="26670" y="60960"/>
                      <a:pt x="39370" y="40640"/>
                      <a:pt x="45720" y="40640"/>
                    </a:cubicBezTo>
                    <a:cubicBezTo>
                      <a:pt x="52070" y="39370"/>
                      <a:pt x="64770" y="54610"/>
                      <a:pt x="66040" y="60960"/>
                    </a:cubicBezTo>
                    <a:cubicBezTo>
                      <a:pt x="66040" y="67310"/>
                      <a:pt x="55880" y="77470"/>
                      <a:pt x="50800" y="78740"/>
                    </a:cubicBezTo>
                    <a:cubicBezTo>
                      <a:pt x="45720" y="81280"/>
                      <a:pt x="38100" y="78740"/>
                      <a:pt x="33020" y="73660"/>
                    </a:cubicBezTo>
                    <a:cubicBezTo>
                      <a:pt x="21590" y="66040"/>
                      <a:pt x="0" y="34290"/>
                      <a:pt x="0" y="20320"/>
                    </a:cubicBezTo>
                    <a:cubicBezTo>
                      <a:pt x="0" y="12700"/>
                      <a:pt x="5080" y="5080"/>
                      <a:pt x="11430" y="2540"/>
                    </a:cubicBezTo>
                    <a:cubicBezTo>
                      <a:pt x="16510" y="0"/>
                      <a:pt x="33020" y="6350"/>
                      <a:pt x="33020" y="6350"/>
                    </a:cubicBezTo>
                  </a:path>
                </a:pathLst>
              </a:custGeom>
              <a:solidFill>
                <a:srgbClr val="EAC02D"/>
              </a:solidFill>
              <a:ln cap="sq">
                <a:noFill/>
                <a:prstDash val="solid"/>
                <a:miter/>
              </a:ln>
            </p:spPr>
          </p:sp>
        </p:grpSp>
      </p:grpSp>
      <p:sp>
        <p:nvSpPr>
          <p:cNvPr id="143" name="Freeform 143"/>
          <p:cNvSpPr/>
          <p:nvPr/>
        </p:nvSpPr>
        <p:spPr>
          <a:xfrm>
            <a:off x="10349371" y="1829379"/>
            <a:ext cx="3849062" cy="1905285"/>
          </a:xfrm>
          <a:custGeom>
            <a:avLst/>
            <a:gdLst/>
            <a:ahLst/>
            <a:cxnLst/>
            <a:rect l="l" t="t" r="r" b="b"/>
            <a:pathLst>
              <a:path w="3849062" h="1905285">
                <a:moveTo>
                  <a:pt x="0" y="0"/>
                </a:moveTo>
                <a:lnTo>
                  <a:pt x="3849062" y="0"/>
                </a:lnTo>
                <a:lnTo>
                  <a:pt x="3849062" y="1905285"/>
                </a:lnTo>
                <a:lnTo>
                  <a:pt x="0" y="19052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4" name="Freeform 144"/>
          <p:cNvSpPr/>
          <p:nvPr/>
        </p:nvSpPr>
        <p:spPr>
          <a:xfrm>
            <a:off x="11931183" y="4314870"/>
            <a:ext cx="2707568" cy="2409736"/>
          </a:xfrm>
          <a:custGeom>
            <a:avLst/>
            <a:gdLst/>
            <a:ahLst/>
            <a:cxnLst/>
            <a:rect l="l" t="t" r="r" b="b"/>
            <a:pathLst>
              <a:path w="2707568" h="2409736">
                <a:moveTo>
                  <a:pt x="0" y="0"/>
                </a:moveTo>
                <a:lnTo>
                  <a:pt x="2707568" y="0"/>
                </a:lnTo>
                <a:lnTo>
                  <a:pt x="2707568" y="2409735"/>
                </a:lnTo>
                <a:lnTo>
                  <a:pt x="0" y="24097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45" name="Freeform 145"/>
          <p:cNvSpPr/>
          <p:nvPr/>
        </p:nvSpPr>
        <p:spPr>
          <a:xfrm rot="883528">
            <a:off x="11410141" y="6778052"/>
            <a:ext cx="5865528" cy="2588164"/>
          </a:xfrm>
          <a:custGeom>
            <a:avLst/>
            <a:gdLst/>
            <a:ahLst/>
            <a:cxnLst/>
            <a:rect l="l" t="t" r="r" b="b"/>
            <a:pathLst>
              <a:path w="5865528" h="2588164">
                <a:moveTo>
                  <a:pt x="0" y="0"/>
                </a:moveTo>
                <a:lnTo>
                  <a:pt x="5865528" y="0"/>
                </a:lnTo>
                <a:lnTo>
                  <a:pt x="5865528" y="2588164"/>
                </a:lnTo>
                <a:lnTo>
                  <a:pt x="0" y="258816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078407" y="454979"/>
            <a:ext cx="1733746" cy="2230399"/>
            <a:chOff x="0" y="0"/>
            <a:chExt cx="2311661" cy="2973865"/>
          </a:xfrm>
        </p:grpSpPr>
        <p:grpSp>
          <p:nvGrpSpPr>
            <p:cNvPr id="3" name="Group 3"/>
            <p:cNvGrpSpPr/>
            <p:nvPr/>
          </p:nvGrpSpPr>
          <p:grpSpPr>
            <a:xfrm>
              <a:off x="0" y="0"/>
              <a:ext cx="2311661" cy="2973865"/>
              <a:chOff x="0" y="0"/>
              <a:chExt cx="6060440" cy="7796530"/>
            </a:xfrm>
          </p:grpSpPr>
          <p:sp>
            <p:nvSpPr>
              <p:cNvPr id="4" name="Freeform 4"/>
              <p:cNvSpPr/>
              <p:nvPr/>
            </p:nvSpPr>
            <p:spPr>
              <a:xfrm>
                <a:off x="33020" y="31750"/>
                <a:ext cx="5981700" cy="7734300"/>
              </a:xfrm>
              <a:custGeom>
                <a:avLst/>
                <a:gdLst/>
                <a:ahLst/>
                <a:cxnLst/>
                <a:rect l="l" t="t" r="r" b="b"/>
                <a:pathLst>
                  <a:path w="5981700" h="7734300">
                    <a:moveTo>
                      <a:pt x="1225550" y="5775960"/>
                    </a:moveTo>
                    <a:cubicBezTo>
                      <a:pt x="1191260" y="6456680"/>
                      <a:pt x="1088390" y="7463790"/>
                      <a:pt x="1211580" y="7567930"/>
                    </a:cubicBezTo>
                    <a:cubicBezTo>
                      <a:pt x="1256030" y="7604760"/>
                      <a:pt x="1301750" y="7545070"/>
                      <a:pt x="1389380" y="7538720"/>
                    </a:cubicBezTo>
                    <a:cubicBezTo>
                      <a:pt x="1643380" y="7518400"/>
                      <a:pt x="2470150" y="7543800"/>
                      <a:pt x="2868930" y="7552690"/>
                    </a:cubicBezTo>
                    <a:cubicBezTo>
                      <a:pt x="3139440" y="7557770"/>
                      <a:pt x="3296920" y="7573010"/>
                      <a:pt x="3550920" y="7575550"/>
                    </a:cubicBezTo>
                    <a:cubicBezTo>
                      <a:pt x="3873500" y="7579360"/>
                      <a:pt x="4418330" y="7585710"/>
                      <a:pt x="4648200" y="7564120"/>
                    </a:cubicBezTo>
                    <a:cubicBezTo>
                      <a:pt x="4756150" y="7553960"/>
                      <a:pt x="4867910" y="7552690"/>
                      <a:pt x="4883150" y="7522210"/>
                    </a:cubicBezTo>
                    <a:cubicBezTo>
                      <a:pt x="4892040" y="7504430"/>
                      <a:pt x="4860290" y="7491730"/>
                      <a:pt x="4850130" y="7451090"/>
                    </a:cubicBezTo>
                    <a:cubicBezTo>
                      <a:pt x="4806950" y="7258050"/>
                      <a:pt x="4721860" y="6140450"/>
                      <a:pt x="4847590" y="5690870"/>
                    </a:cubicBezTo>
                    <a:cubicBezTo>
                      <a:pt x="4935220" y="5374640"/>
                      <a:pt x="5213350" y="5119370"/>
                      <a:pt x="5302250" y="4945380"/>
                    </a:cubicBezTo>
                    <a:cubicBezTo>
                      <a:pt x="5346700" y="4857750"/>
                      <a:pt x="5368290" y="4795520"/>
                      <a:pt x="5387340" y="4739640"/>
                    </a:cubicBezTo>
                    <a:cubicBezTo>
                      <a:pt x="5400040" y="4701540"/>
                      <a:pt x="5401310" y="4671060"/>
                      <a:pt x="5412740" y="4641850"/>
                    </a:cubicBezTo>
                    <a:cubicBezTo>
                      <a:pt x="5424170" y="4616450"/>
                      <a:pt x="5438140" y="4606290"/>
                      <a:pt x="5454650" y="4573270"/>
                    </a:cubicBezTo>
                    <a:cubicBezTo>
                      <a:pt x="5491480" y="4497070"/>
                      <a:pt x="5581650" y="4297680"/>
                      <a:pt x="5610860" y="4189730"/>
                    </a:cubicBezTo>
                    <a:cubicBezTo>
                      <a:pt x="5632450" y="4116070"/>
                      <a:pt x="5624830" y="4062730"/>
                      <a:pt x="5641340" y="3994150"/>
                    </a:cubicBezTo>
                    <a:cubicBezTo>
                      <a:pt x="5660390" y="3917950"/>
                      <a:pt x="5704840" y="3835400"/>
                      <a:pt x="5723890" y="3752850"/>
                    </a:cubicBezTo>
                    <a:cubicBezTo>
                      <a:pt x="5742940" y="3671570"/>
                      <a:pt x="5739130" y="3563620"/>
                      <a:pt x="5753100" y="3503930"/>
                    </a:cubicBezTo>
                    <a:cubicBezTo>
                      <a:pt x="5761990" y="3468370"/>
                      <a:pt x="5777230" y="3462020"/>
                      <a:pt x="5786120" y="3423920"/>
                    </a:cubicBezTo>
                    <a:cubicBezTo>
                      <a:pt x="5805170" y="3336290"/>
                      <a:pt x="5811520" y="3138170"/>
                      <a:pt x="5816600" y="2979420"/>
                    </a:cubicBezTo>
                    <a:cubicBezTo>
                      <a:pt x="5822950" y="2799080"/>
                      <a:pt x="5829300" y="2562860"/>
                      <a:pt x="5816600" y="2396490"/>
                    </a:cubicBezTo>
                    <a:cubicBezTo>
                      <a:pt x="5807710" y="2272030"/>
                      <a:pt x="5798820" y="2179320"/>
                      <a:pt x="5770880" y="2068830"/>
                    </a:cubicBezTo>
                    <a:cubicBezTo>
                      <a:pt x="5739130" y="1949450"/>
                      <a:pt x="5683250" y="1814830"/>
                      <a:pt x="5629910" y="1705610"/>
                    </a:cubicBezTo>
                    <a:cubicBezTo>
                      <a:pt x="5584190" y="1610360"/>
                      <a:pt x="5534660" y="1535430"/>
                      <a:pt x="5478780" y="1449070"/>
                    </a:cubicBezTo>
                    <a:cubicBezTo>
                      <a:pt x="5417820" y="1356360"/>
                      <a:pt x="5360670" y="1275080"/>
                      <a:pt x="5275580" y="1169670"/>
                    </a:cubicBezTo>
                    <a:cubicBezTo>
                      <a:pt x="5154930" y="1018540"/>
                      <a:pt x="4933950" y="756920"/>
                      <a:pt x="4804410" y="643890"/>
                    </a:cubicBezTo>
                    <a:cubicBezTo>
                      <a:pt x="4729480" y="579120"/>
                      <a:pt x="4683760" y="554990"/>
                      <a:pt x="4605020" y="511810"/>
                    </a:cubicBezTo>
                    <a:cubicBezTo>
                      <a:pt x="4504690" y="455930"/>
                      <a:pt x="4362450" y="388620"/>
                      <a:pt x="4245610" y="349250"/>
                    </a:cubicBezTo>
                    <a:cubicBezTo>
                      <a:pt x="4141470" y="313690"/>
                      <a:pt x="4037330" y="295910"/>
                      <a:pt x="3940810" y="279400"/>
                    </a:cubicBezTo>
                    <a:cubicBezTo>
                      <a:pt x="3854450" y="262890"/>
                      <a:pt x="3774440" y="252730"/>
                      <a:pt x="3693160" y="246380"/>
                    </a:cubicBezTo>
                    <a:cubicBezTo>
                      <a:pt x="3614420" y="238760"/>
                      <a:pt x="3536950" y="247650"/>
                      <a:pt x="3462020" y="237490"/>
                    </a:cubicBezTo>
                    <a:cubicBezTo>
                      <a:pt x="3387090" y="227330"/>
                      <a:pt x="3343910" y="196850"/>
                      <a:pt x="3241040" y="184150"/>
                    </a:cubicBezTo>
                    <a:cubicBezTo>
                      <a:pt x="3009900" y="157480"/>
                      <a:pt x="2324100" y="158750"/>
                      <a:pt x="2104390" y="179070"/>
                    </a:cubicBezTo>
                    <a:cubicBezTo>
                      <a:pt x="2012950" y="187960"/>
                      <a:pt x="1965960" y="198120"/>
                      <a:pt x="1912620" y="215900"/>
                    </a:cubicBezTo>
                    <a:cubicBezTo>
                      <a:pt x="1870710" y="231140"/>
                      <a:pt x="1854200" y="251460"/>
                      <a:pt x="1805940" y="270510"/>
                    </a:cubicBezTo>
                    <a:cubicBezTo>
                      <a:pt x="1713230" y="307340"/>
                      <a:pt x="1471930" y="355600"/>
                      <a:pt x="1388110" y="393700"/>
                    </a:cubicBezTo>
                    <a:cubicBezTo>
                      <a:pt x="1350010" y="411480"/>
                      <a:pt x="1339850" y="429260"/>
                      <a:pt x="1308100" y="444500"/>
                    </a:cubicBezTo>
                    <a:cubicBezTo>
                      <a:pt x="1267460" y="463550"/>
                      <a:pt x="1205230" y="476250"/>
                      <a:pt x="1164590" y="495300"/>
                    </a:cubicBezTo>
                    <a:cubicBezTo>
                      <a:pt x="1130300" y="511810"/>
                      <a:pt x="1107440" y="535940"/>
                      <a:pt x="1076960" y="548640"/>
                    </a:cubicBezTo>
                    <a:cubicBezTo>
                      <a:pt x="1046480" y="561340"/>
                      <a:pt x="1018540" y="557530"/>
                      <a:pt x="981710" y="574040"/>
                    </a:cubicBezTo>
                    <a:cubicBezTo>
                      <a:pt x="920750" y="600710"/>
                      <a:pt x="821690" y="669290"/>
                      <a:pt x="758190" y="720090"/>
                    </a:cubicBezTo>
                    <a:cubicBezTo>
                      <a:pt x="704850" y="762000"/>
                      <a:pt x="654050" y="810260"/>
                      <a:pt x="619760" y="850900"/>
                    </a:cubicBezTo>
                    <a:cubicBezTo>
                      <a:pt x="595630" y="880110"/>
                      <a:pt x="585470" y="897890"/>
                      <a:pt x="565150" y="934720"/>
                    </a:cubicBezTo>
                    <a:cubicBezTo>
                      <a:pt x="529590" y="995680"/>
                      <a:pt x="480060" y="1094740"/>
                      <a:pt x="436880" y="1193800"/>
                    </a:cubicBezTo>
                    <a:cubicBezTo>
                      <a:pt x="382270" y="1316990"/>
                      <a:pt x="308610" y="1479550"/>
                      <a:pt x="270510" y="1623060"/>
                    </a:cubicBezTo>
                    <a:cubicBezTo>
                      <a:pt x="236220" y="1757680"/>
                      <a:pt x="229870" y="1943100"/>
                      <a:pt x="210820" y="2025650"/>
                    </a:cubicBezTo>
                    <a:cubicBezTo>
                      <a:pt x="203200" y="2065020"/>
                      <a:pt x="193040" y="2066290"/>
                      <a:pt x="186690" y="2109470"/>
                    </a:cubicBezTo>
                    <a:cubicBezTo>
                      <a:pt x="167640" y="2237740"/>
                      <a:pt x="168910" y="2720340"/>
                      <a:pt x="182880" y="2904490"/>
                    </a:cubicBezTo>
                    <a:cubicBezTo>
                      <a:pt x="190500" y="3003550"/>
                      <a:pt x="203200" y="3077210"/>
                      <a:pt x="219710" y="3131820"/>
                    </a:cubicBezTo>
                    <a:cubicBezTo>
                      <a:pt x="229870" y="3166110"/>
                      <a:pt x="242570" y="3177540"/>
                      <a:pt x="255270" y="3210560"/>
                    </a:cubicBezTo>
                    <a:cubicBezTo>
                      <a:pt x="276860" y="3268980"/>
                      <a:pt x="288290" y="3351530"/>
                      <a:pt x="322580" y="3451860"/>
                    </a:cubicBezTo>
                    <a:cubicBezTo>
                      <a:pt x="383540" y="3627120"/>
                      <a:pt x="548640" y="4036060"/>
                      <a:pt x="614680" y="4157980"/>
                    </a:cubicBezTo>
                    <a:cubicBezTo>
                      <a:pt x="640080" y="4203700"/>
                      <a:pt x="652780" y="4202430"/>
                      <a:pt x="676910" y="4246880"/>
                    </a:cubicBezTo>
                    <a:cubicBezTo>
                      <a:pt x="732790" y="4354830"/>
                      <a:pt x="815340" y="4635500"/>
                      <a:pt x="897890" y="4823460"/>
                    </a:cubicBezTo>
                    <a:cubicBezTo>
                      <a:pt x="979170" y="5011420"/>
                      <a:pt x="1122680" y="5261610"/>
                      <a:pt x="1164590" y="5372100"/>
                    </a:cubicBezTo>
                    <a:cubicBezTo>
                      <a:pt x="1182370" y="5417820"/>
                      <a:pt x="1178560" y="5440680"/>
                      <a:pt x="1192530" y="5471160"/>
                    </a:cubicBezTo>
                    <a:cubicBezTo>
                      <a:pt x="1206500" y="5501640"/>
                      <a:pt x="1233170" y="5518150"/>
                      <a:pt x="1245870" y="5554980"/>
                    </a:cubicBezTo>
                    <a:cubicBezTo>
                      <a:pt x="1267460" y="5612130"/>
                      <a:pt x="1292860" y="5737860"/>
                      <a:pt x="1277620" y="5789930"/>
                    </a:cubicBezTo>
                    <a:cubicBezTo>
                      <a:pt x="1268730" y="5819140"/>
                      <a:pt x="1244600" y="5840730"/>
                      <a:pt x="1224280" y="5850890"/>
                    </a:cubicBezTo>
                    <a:cubicBezTo>
                      <a:pt x="1206500" y="5858510"/>
                      <a:pt x="1184910" y="5859780"/>
                      <a:pt x="1168400" y="5853430"/>
                    </a:cubicBezTo>
                    <a:cubicBezTo>
                      <a:pt x="1146810" y="5845810"/>
                      <a:pt x="1116330" y="5819140"/>
                      <a:pt x="1108710" y="5796280"/>
                    </a:cubicBezTo>
                    <a:cubicBezTo>
                      <a:pt x="1102360" y="5773420"/>
                      <a:pt x="1108710" y="5734050"/>
                      <a:pt x="1123950" y="5716270"/>
                    </a:cubicBezTo>
                    <a:cubicBezTo>
                      <a:pt x="1137920" y="5697220"/>
                      <a:pt x="1174750" y="5680710"/>
                      <a:pt x="1198880" y="5681980"/>
                    </a:cubicBezTo>
                    <a:cubicBezTo>
                      <a:pt x="1221740" y="5684520"/>
                      <a:pt x="1256030" y="5704840"/>
                      <a:pt x="1267460" y="5725160"/>
                    </a:cubicBezTo>
                    <a:cubicBezTo>
                      <a:pt x="1280160" y="5746750"/>
                      <a:pt x="1278890" y="5786120"/>
                      <a:pt x="1271270" y="5807710"/>
                    </a:cubicBezTo>
                    <a:cubicBezTo>
                      <a:pt x="1264920" y="5824220"/>
                      <a:pt x="1248410" y="5839460"/>
                      <a:pt x="1231900" y="5847080"/>
                    </a:cubicBezTo>
                    <a:cubicBezTo>
                      <a:pt x="1216660" y="5854700"/>
                      <a:pt x="1195070" y="5859780"/>
                      <a:pt x="1177290" y="5855970"/>
                    </a:cubicBezTo>
                    <a:cubicBezTo>
                      <a:pt x="1155700" y="5849620"/>
                      <a:pt x="1129030" y="5831840"/>
                      <a:pt x="1112520" y="5805170"/>
                    </a:cubicBezTo>
                    <a:cubicBezTo>
                      <a:pt x="1085850" y="5761990"/>
                      <a:pt x="1089660" y="5652770"/>
                      <a:pt x="1070610" y="5599430"/>
                    </a:cubicBezTo>
                    <a:cubicBezTo>
                      <a:pt x="1056640" y="5562600"/>
                      <a:pt x="1032510" y="5541010"/>
                      <a:pt x="1022350" y="5510530"/>
                    </a:cubicBezTo>
                    <a:cubicBezTo>
                      <a:pt x="1012190" y="5483860"/>
                      <a:pt x="1019810" y="5466080"/>
                      <a:pt x="1007110" y="5426710"/>
                    </a:cubicBezTo>
                    <a:cubicBezTo>
                      <a:pt x="972820" y="5323840"/>
                      <a:pt x="825500" y="5071110"/>
                      <a:pt x="746760" y="4888230"/>
                    </a:cubicBezTo>
                    <a:cubicBezTo>
                      <a:pt x="668020" y="4706620"/>
                      <a:pt x="590550" y="4437380"/>
                      <a:pt x="537210" y="4331970"/>
                    </a:cubicBezTo>
                    <a:cubicBezTo>
                      <a:pt x="513080" y="4286250"/>
                      <a:pt x="495300" y="4279900"/>
                      <a:pt x="476250" y="4240530"/>
                    </a:cubicBezTo>
                    <a:cubicBezTo>
                      <a:pt x="445770" y="4182110"/>
                      <a:pt x="426720" y="4100830"/>
                      <a:pt x="389890" y="4011930"/>
                    </a:cubicBezTo>
                    <a:cubicBezTo>
                      <a:pt x="336550" y="3881120"/>
                      <a:pt x="227330" y="3671570"/>
                      <a:pt x="179070" y="3536950"/>
                    </a:cubicBezTo>
                    <a:cubicBezTo>
                      <a:pt x="144780" y="3441700"/>
                      <a:pt x="132080" y="3343910"/>
                      <a:pt x="110490" y="3286760"/>
                    </a:cubicBezTo>
                    <a:cubicBezTo>
                      <a:pt x="97790" y="3253740"/>
                      <a:pt x="85090" y="3247390"/>
                      <a:pt x="73660" y="3214370"/>
                    </a:cubicBezTo>
                    <a:cubicBezTo>
                      <a:pt x="50800" y="3148330"/>
                      <a:pt x="29210" y="3034030"/>
                      <a:pt x="17780" y="2904490"/>
                    </a:cubicBezTo>
                    <a:cubicBezTo>
                      <a:pt x="0" y="2694940"/>
                      <a:pt x="5080" y="2204720"/>
                      <a:pt x="25400" y="2072640"/>
                    </a:cubicBezTo>
                    <a:cubicBezTo>
                      <a:pt x="31750" y="2030730"/>
                      <a:pt x="41910" y="2029460"/>
                      <a:pt x="50800" y="1990090"/>
                    </a:cubicBezTo>
                    <a:cubicBezTo>
                      <a:pt x="72390" y="1899920"/>
                      <a:pt x="88900" y="1673860"/>
                      <a:pt x="128270" y="1531620"/>
                    </a:cubicBezTo>
                    <a:cubicBezTo>
                      <a:pt x="163830" y="1400810"/>
                      <a:pt x="224790" y="1272540"/>
                      <a:pt x="269240" y="1164590"/>
                    </a:cubicBezTo>
                    <a:cubicBezTo>
                      <a:pt x="306070" y="1078230"/>
                      <a:pt x="339090" y="1000760"/>
                      <a:pt x="375920" y="933450"/>
                    </a:cubicBezTo>
                    <a:cubicBezTo>
                      <a:pt x="406400" y="876300"/>
                      <a:pt x="433070" y="830580"/>
                      <a:pt x="469900" y="782320"/>
                    </a:cubicBezTo>
                    <a:cubicBezTo>
                      <a:pt x="509270" y="730250"/>
                      <a:pt x="562610" y="676910"/>
                      <a:pt x="609600" y="633730"/>
                    </a:cubicBezTo>
                    <a:cubicBezTo>
                      <a:pt x="650240" y="595630"/>
                      <a:pt x="684530" y="568960"/>
                      <a:pt x="732790" y="535940"/>
                    </a:cubicBezTo>
                    <a:cubicBezTo>
                      <a:pt x="795020" y="495300"/>
                      <a:pt x="869950" y="458470"/>
                      <a:pt x="955040" y="415290"/>
                    </a:cubicBezTo>
                    <a:cubicBezTo>
                      <a:pt x="1065530" y="360680"/>
                      <a:pt x="1210310" y="287020"/>
                      <a:pt x="1341120" y="238760"/>
                    </a:cubicBezTo>
                    <a:cubicBezTo>
                      <a:pt x="1470660" y="191770"/>
                      <a:pt x="1635760" y="163830"/>
                      <a:pt x="1736090" y="127000"/>
                    </a:cubicBezTo>
                    <a:cubicBezTo>
                      <a:pt x="1800860" y="102870"/>
                      <a:pt x="1833880" y="73660"/>
                      <a:pt x="1891030" y="57150"/>
                    </a:cubicBezTo>
                    <a:cubicBezTo>
                      <a:pt x="1955800" y="36830"/>
                      <a:pt x="2005330" y="26670"/>
                      <a:pt x="2103120" y="19050"/>
                    </a:cubicBezTo>
                    <a:cubicBezTo>
                      <a:pt x="2326640" y="0"/>
                      <a:pt x="2961640" y="1270"/>
                      <a:pt x="3201670" y="29210"/>
                    </a:cubicBezTo>
                    <a:cubicBezTo>
                      <a:pt x="3321050" y="43180"/>
                      <a:pt x="3368040" y="73660"/>
                      <a:pt x="3467100" y="88900"/>
                    </a:cubicBezTo>
                    <a:cubicBezTo>
                      <a:pt x="3591560" y="106680"/>
                      <a:pt x="3745230" y="95250"/>
                      <a:pt x="3891280" y="119380"/>
                    </a:cubicBezTo>
                    <a:cubicBezTo>
                      <a:pt x="4048760" y="144780"/>
                      <a:pt x="4236720" y="193040"/>
                      <a:pt x="4378960" y="242570"/>
                    </a:cubicBezTo>
                    <a:cubicBezTo>
                      <a:pt x="4495800" y="284480"/>
                      <a:pt x="4608830" y="344170"/>
                      <a:pt x="4688840" y="387350"/>
                    </a:cubicBezTo>
                    <a:cubicBezTo>
                      <a:pt x="4743450" y="416560"/>
                      <a:pt x="4782820" y="441960"/>
                      <a:pt x="4822190" y="469900"/>
                    </a:cubicBezTo>
                    <a:cubicBezTo>
                      <a:pt x="4855210" y="494030"/>
                      <a:pt x="4872990" y="508000"/>
                      <a:pt x="4909820" y="543560"/>
                    </a:cubicBezTo>
                    <a:cubicBezTo>
                      <a:pt x="4987290" y="618490"/>
                      <a:pt x="5132070" y="782320"/>
                      <a:pt x="5245100" y="914400"/>
                    </a:cubicBezTo>
                    <a:cubicBezTo>
                      <a:pt x="5367020" y="1057910"/>
                      <a:pt x="5521960" y="1236980"/>
                      <a:pt x="5615940" y="1374140"/>
                    </a:cubicBezTo>
                    <a:cubicBezTo>
                      <a:pt x="5685790" y="1475740"/>
                      <a:pt x="5728970" y="1549400"/>
                      <a:pt x="5777230" y="1651000"/>
                    </a:cubicBezTo>
                    <a:cubicBezTo>
                      <a:pt x="5833110" y="1767840"/>
                      <a:pt x="5892800" y="1926590"/>
                      <a:pt x="5923280" y="2037080"/>
                    </a:cubicBezTo>
                    <a:cubicBezTo>
                      <a:pt x="5946140" y="2117090"/>
                      <a:pt x="5953760" y="2184400"/>
                      <a:pt x="5962650" y="2249170"/>
                    </a:cubicBezTo>
                    <a:cubicBezTo>
                      <a:pt x="5970270" y="2302510"/>
                      <a:pt x="5974080" y="2334260"/>
                      <a:pt x="5976620" y="2396490"/>
                    </a:cubicBezTo>
                    <a:cubicBezTo>
                      <a:pt x="5981700" y="2509520"/>
                      <a:pt x="5980430" y="2706370"/>
                      <a:pt x="5975350" y="2867660"/>
                    </a:cubicBezTo>
                    <a:cubicBezTo>
                      <a:pt x="5970270" y="3039110"/>
                      <a:pt x="5966460" y="3228340"/>
                      <a:pt x="5946140" y="3397250"/>
                    </a:cubicBezTo>
                    <a:cubicBezTo>
                      <a:pt x="5925820" y="3556000"/>
                      <a:pt x="5891530" y="3728720"/>
                      <a:pt x="5858510" y="3854450"/>
                    </a:cubicBezTo>
                    <a:cubicBezTo>
                      <a:pt x="5834380" y="3944620"/>
                      <a:pt x="5793740" y="4027170"/>
                      <a:pt x="5782310" y="4084320"/>
                    </a:cubicBezTo>
                    <a:cubicBezTo>
                      <a:pt x="5775960" y="4116070"/>
                      <a:pt x="5781040" y="4131310"/>
                      <a:pt x="5774690" y="4160520"/>
                    </a:cubicBezTo>
                    <a:cubicBezTo>
                      <a:pt x="5767070" y="4203700"/>
                      <a:pt x="5746750" y="4258310"/>
                      <a:pt x="5727700" y="4314190"/>
                    </a:cubicBezTo>
                    <a:cubicBezTo>
                      <a:pt x="5703570" y="4382770"/>
                      <a:pt x="5678170" y="4450080"/>
                      <a:pt x="5641340" y="4541520"/>
                    </a:cubicBezTo>
                    <a:cubicBezTo>
                      <a:pt x="5584190" y="4683760"/>
                      <a:pt x="5468620" y="4975860"/>
                      <a:pt x="5408930" y="5080000"/>
                    </a:cubicBezTo>
                    <a:cubicBezTo>
                      <a:pt x="5383530" y="5126990"/>
                      <a:pt x="5368290" y="5134610"/>
                      <a:pt x="5341620" y="5176520"/>
                    </a:cubicBezTo>
                    <a:cubicBezTo>
                      <a:pt x="5295900" y="5247640"/>
                      <a:pt x="5232400" y="5387340"/>
                      <a:pt x="5173980" y="5478780"/>
                    </a:cubicBezTo>
                    <a:cubicBezTo>
                      <a:pt x="5123180" y="5561330"/>
                      <a:pt x="5052060" y="5585460"/>
                      <a:pt x="5013960" y="5704840"/>
                    </a:cubicBezTo>
                    <a:cubicBezTo>
                      <a:pt x="4919980" y="6000750"/>
                      <a:pt x="5013960" y="7190739"/>
                      <a:pt x="5008880" y="7405370"/>
                    </a:cubicBezTo>
                    <a:cubicBezTo>
                      <a:pt x="5008880" y="7454900"/>
                      <a:pt x="5010150" y="7463789"/>
                      <a:pt x="5006340" y="7496810"/>
                    </a:cubicBezTo>
                    <a:cubicBezTo>
                      <a:pt x="4999990" y="7537450"/>
                      <a:pt x="4997450" y="7597139"/>
                      <a:pt x="4973320" y="7627620"/>
                    </a:cubicBezTo>
                    <a:cubicBezTo>
                      <a:pt x="4949190" y="7656830"/>
                      <a:pt x="4906010" y="7665720"/>
                      <a:pt x="4861560" y="7678420"/>
                    </a:cubicBezTo>
                    <a:cubicBezTo>
                      <a:pt x="4803140" y="7697470"/>
                      <a:pt x="4751070" y="7705089"/>
                      <a:pt x="4649470" y="7713980"/>
                    </a:cubicBezTo>
                    <a:cubicBezTo>
                      <a:pt x="4386580" y="7734300"/>
                      <a:pt x="3554730" y="7717789"/>
                      <a:pt x="3237230" y="7706360"/>
                    </a:cubicBezTo>
                    <a:cubicBezTo>
                      <a:pt x="3074670" y="7701280"/>
                      <a:pt x="3017520" y="7686039"/>
                      <a:pt x="2868930" y="7682230"/>
                    </a:cubicBezTo>
                    <a:cubicBezTo>
                      <a:pt x="2642870" y="7677150"/>
                      <a:pt x="2298700" y="7693660"/>
                      <a:pt x="2011680" y="7694930"/>
                    </a:cubicBezTo>
                    <a:cubicBezTo>
                      <a:pt x="1723390" y="7696200"/>
                      <a:pt x="1263650" y="7725410"/>
                      <a:pt x="1141730" y="7687310"/>
                    </a:cubicBezTo>
                    <a:cubicBezTo>
                      <a:pt x="1106170" y="7677150"/>
                      <a:pt x="1094740" y="7664450"/>
                      <a:pt x="1078230" y="7645400"/>
                    </a:cubicBezTo>
                    <a:cubicBezTo>
                      <a:pt x="1062990" y="7626350"/>
                      <a:pt x="1055370" y="7614920"/>
                      <a:pt x="1046480" y="7574280"/>
                    </a:cubicBezTo>
                    <a:cubicBezTo>
                      <a:pt x="1007110" y="7386320"/>
                      <a:pt x="1059180" y="6162040"/>
                      <a:pt x="1068070" y="5908040"/>
                    </a:cubicBezTo>
                    <a:cubicBezTo>
                      <a:pt x="1070610" y="5833110"/>
                      <a:pt x="1066800" y="5797550"/>
                      <a:pt x="1075690" y="5763260"/>
                    </a:cubicBezTo>
                    <a:cubicBezTo>
                      <a:pt x="1080770" y="5741670"/>
                      <a:pt x="1088390" y="5726430"/>
                      <a:pt x="1098550" y="5715000"/>
                    </a:cubicBezTo>
                    <a:cubicBezTo>
                      <a:pt x="1107440" y="5706110"/>
                      <a:pt x="1117600" y="5699760"/>
                      <a:pt x="1130300" y="5697220"/>
                    </a:cubicBezTo>
                    <a:cubicBezTo>
                      <a:pt x="1144270" y="5694680"/>
                      <a:pt x="1167130" y="5694680"/>
                      <a:pt x="1182370" y="5702300"/>
                    </a:cubicBezTo>
                    <a:cubicBezTo>
                      <a:pt x="1197610" y="5708650"/>
                      <a:pt x="1212850" y="5726430"/>
                      <a:pt x="1219200" y="5740400"/>
                    </a:cubicBezTo>
                    <a:cubicBezTo>
                      <a:pt x="1225550" y="5751830"/>
                      <a:pt x="1225550" y="5775960"/>
                      <a:pt x="1225550" y="5775960"/>
                    </a:cubicBezTo>
                  </a:path>
                </a:pathLst>
              </a:custGeom>
              <a:solidFill>
                <a:srgbClr val="FFFFFF"/>
              </a:solidFill>
              <a:ln cap="sq">
                <a:noFill/>
                <a:prstDash val="solid"/>
                <a:miter/>
              </a:ln>
            </p:spPr>
          </p:sp>
        </p:grpSp>
        <p:grpSp>
          <p:nvGrpSpPr>
            <p:cNvPr id="5" name="Group 5"/>
            <p:cNvGrpSpPr/>
            <p:nvPr/>
          </p:nvGrpSpPr>
          <p:grpSpPr>
            <a:xfrm>
              <a:off x="688363" y="2268063"/>
              <a:ext cx="111901" cy="653969"/>
              <a:chOff x="0" y="0"/>
              <a:chExt cx="293370" cy="1714500"/>
            </a:xfrm>
          </p:grpSpPr>
          <p:sp>
            <p:nvSpPr>
              <p:cNvPr id="6" name="Freeform 6"/>
              <p:cNvSpPr/>
              <p:nvPr/>
            </p:nvSpPr>
            <p:spPr>
              <a:xfrm>
                <a:off x="17780" y="48260"/>
                <a:ext cx="233680" cy="1616710"/>
              </a:xfrm>
              <a:custGeom>
                <a:avLst/>
                <a:gdLst/>
                <a:ahLst/>
                <a:cxnLst/>
                <a:rect l="l" t="t" r="r" b="b"/>
                <a:pathLst>
                  <a:path w="233680" h="1616710">
                    <a:moveTo>
                      <a:pt x="194310" y="80010"/>
                    </a:moveTo>
                    <a:cubicBezTo>
                      <a:pt x="207010" y="1405890"/>
                      <a:pt x="233680" y="1474470"/>
                      <a:pt x="223520" y="1527810"/>
                    </a:cubicBezTo>
                    <a:cubicBezTo>
                      <a:pt x="217170" y="1559560"/>
                      <a:pt x="204470" y="1584960"/>
                      <a:pt x="186690" y="1598930"/>
                    </a:cubicBezTo>
                    <a:cubicBezTo>
                      <a:pt x="172720" y="1610360"/>
                      <a:pt x="152400" y="1616710"/>
                      <a:pt x="134620" y="1614170"/>
                    </a:cubicBezTo>
                    <a:cubicBezTo>
                      <a:pt x="111760" y="1611630"/>
                      <a:pt x="78740" y="1591310"/>
                      <a:pt x="64770" y="1573530"/>
                    </a:cubicBezTo>
                    <a:cubicBezTo>
                      <a:pt x="54610" y="1559560"/>
                      <a:pt x="50800" y="1537970"/>
                      <a:pt x="53340" y="1520190"/>
                    </a:cubicBezTo>
                    <a:cubicBezTo>
                      <a:pt x="54610" y="1503680"/>
                      <a:pt x="62230" y="1483360"/>
                      <a:pt x="74930" y="1470660"/>
                    </a:cubicBezTo>
                    <a:cubicBezTo>
                      <a:pt x="91440" y="1455420"/>
                      <a:pt x="127000" y="1440180"/>
                      <a:pt x="151130" y="1443990"/>
                    </a:cubicBezTo>
                    <a:cubicBezTo>
                      <a:pt x="173990" y="1447800"/>
                      <a:pt x="204470" y="1473200"/>
                      <a:pt x="215900" y="1492250"/>
                    </a:cubicBezTo>
                    <a:cubicBezTo>
                      <a:pt x="224790" y="1507490"/>
                      <a:pt x="224790" y="1529080"/>
                      <a:pt x="222250" y="1546860"/>
                    </a:cubicBezTo>
                    <a:cubicBezTo>
                      <a:pt x="218440" y="1563370"/>
                      <a:pt x="207010" y="1582420"/>
                      <a:pt x="194310" y="1593850"/>
                    </a:cubicBezTo>
                    <a:cubicBezTo>
                      <a:pt x="181610" y="1605280"/>
                      <a:pt x="162560" y="1614170"/>
                      <a:pt x="143510" y="1614170"/>
                    </a:cubicBezTo>
                    <a:cubicBezTo>
                      <a:pt x="121920" y="1614170"/>
                      <a:pt x="85090" y="1597660"/>
                      <a:pt x="69850" y="1581150"/>
                    </a:cubicBezTo>
                    <a:cubicBezTo>
                      <a:pt x="58420" y="1568450"/>
                      <a:pt x="57150" y="1553210"/>
                      <a:pt x="52070" y="1530350"/>
                    </a:cubicBezTo>
                    <a:cubicBezTo>
                      <a:pt x="41910" y="1480820"/>
                      <a:pt x="36830" y="1407160"/>
                      <a:pt x="33020" y="1299210"/>
                    </a:cubicBezTo>
                    <a:cubicBezTo>
                      <a:pt x="22860" y="1051560"/>
                      <a:pt x="0" y="193040"/>
                      <a:pt x="41910" y="60960"/>
                    </a:cubicBezTo>
                    <a:cubicBezTo>
                      <a:pt x="49530" y="33020"/>
                      <a:pt x="58420" y="25400"/>
                      <a:pt x="72390" y="15240"/>
                    </a:cubicBezTo>
                    <a:cubicBezTo>
                      <a:pt x="86360" y="6350"/>
                      <a:pt x="109220" y="0"/>
                      <a:pt x="127000" y="2540"/>
                    </a:cubicBezTo>
                    <a:cubicBezTo>
                      <a:pt x="143510" y="5080"/>
                      <a:pt x="163830" y="15240"/>
                      <a:pt x="175260" y="27940"/>
                    </a:cubicBezTo>
                    <a:cubicBezTo>
                      <a:pt x="186690" y="40640"/>
                      <a:pt x="194310" y="80010"/>
                      <a:pt x="194310" y="80010"/>
                    </a:cubicBezTo>
                  </a:path>
                </a:pathLst>
              </a:custGeom>
              <a:solidFill>
                <a:srgbClr val="FFFFFF"/>
              </a:solidFill>
              <a:ln cap="sq">
                <a:noFill/>
                <a:prstDash val="solid"/>
                <a:miter/>
              </a:ln>
            </p:spPr>
          </p:sp>
        </p:grpSp>
        <p:grpSp>
          <p:nvGrpSpPr>
            <p:cNvPr id="7" name="Group 7"/>
            <p:cNvGrpSpPr/>
            <p:nvPr/>
          </p:nvGrpSpPr>
          <p:grpSpPr>
            <a:xfrm>
              <a:off x="1050226" y="2220589"/>
              <a:ext cx="125465" cy="716944"/>
              <a:chOff x="0" y="0"/>
              <a:chExt cx="328930" cy="1879600"/>
            </a:xfrm>
          </p:grpSpPr>
          <p:sp>
            <p:nvSpPr>
              <p:cNvPr id="8" name="Freeform 8"/>
              <p:cNvSpPr/>
              <p:nvPr/>
            </p:nvSpPr>
            <p:spPr>
              <a:xfrm>
                <a:off x="19050" y="48260"/>
                <a:ext cx="264160" cy="1781810"/>
              </a:xfrm>
              <a:custGeom>
                <a:avLst/>
                <a:gdLst/>
                <a:ahLst/>
                <a:cxnLst/>
                <a:rect l="l" t="t" r="r" b="b"/>
                <a:pathLst>
                  <a:path w="264160" h="1781810">
                    <a:moveTo>
                      <a:pt x="187960" y="78740"/>
                    </a:moveTo>
                    <a:cubicBezTo>
                      <a:pt x="196850" y="1181100"/>
                      <a:pt x="204470" y="1183640"/>
                      <a:pt x="208280" y="1219200"/>
                    </a:cubicBezTo>
                    <a:cubicBezTo>
                      <a:pt x="215900" y="1283970"/>
                      <a:pt x="205740" y="1412240"/>
                      <a:pt x="215900" y="1494790"/>
                    </a:cubicBezTo>
                    <a:cubicBezTo>
                      <a:pt x="224790" y="1565910"/>
                      <a:pt x="264160" y="1640840"/>
                      <a:pt x="259080" y="1689100"/>
                    </a:cubicBezTo>
                    <a:cubicBezTo>
                      <a:pt x="256540" y="1719580"/>
                      <a:pt x="243840" y="1746250"/>
                      <a:pt x="227330" y="1761490"/>
                    </a:cubicBezTo>
                    <a:cubicBezTo>
                      <a:pt x="214630" y="1774190"/>
                      <a:pt x="194310" y="1779270"/>
                      <a:pt x="176530" y="1779270"/>
                    </a:cubicBezTo>
                    <a:cubicBezTo>
                      <a:pt x="160020" y="1780540"/>
                      <a:pt x="139700" y="1775460"/>
                      <a:pt x="125730" y="1764030"/>
                    </a:cubicBezTo>
                    <a:cubicBezTo>
                      <a:pt x="109220" y="1748790"/>
                      <a:pt x="91440" y="1714500"/>
                      <a:pt x="91440" y="1692910"/>
                    </a:cubicBezTo>
                    <a:cubicBezTo>
                      <a:pt x="90170" y="1675130"/>
                      <a:pt x="97790" y="1654810"/>
                      <a:pt x="109220" y="1642110"/>
                    </a:cubicBezTo>
                    <a:cubicBezTo>
                      <a:pt x="124460" y="1626870"/>
                      <a:pt x="161290" y="1611630"/>
                      <a:pt x="182880" y="1611630"/>
                    </a:cubicBezTo>
                    <a:cubicBezTo>
                      <a:pt x="200660" y="1611630"/>
                      <a:pt x="219710" y="1619250"/>
                      <a:pt x="232410" y="1633220"/>
                    </a:cubicBezTo>
                    <a:cubicBezTo>
                      <a:pt x="246380" y="1648460"/>
                      <a:pt x="260350" y="1685290"/>
                      <a:pt x="259080" y="1706880"/>
                    </a:cubicBezTo>
                    <a:cubicBezTo>
                      <a:pt x="257810" y="1725930"/>
                      <a:pt x="246380" y="1743710"/>
                      <a:pt x="234950" y="1755140"/>
                    </a:cubicBezTo>
                    <a:cubicBezTo>
                      <a:pt x="222250" y="1767840"/>
                      <a:pt x="203200" y="1776730"/>
                      <a:pt x="185420" y="1779270"/>
                    </a:cubicBezTo>
                    <a:cubicBezTo>
                      <a:pt x="168910" y="1781810"/>
                      <a:pt x="147320" y="1776730"/>
                      <a:pt x="133350" y="1769110"/>
                    </a:cubicBezTo>
                    <a:cubicBezTo>
                      <a:pt x="118110" y="1760220"/>
                      <a:pt x="107950" y="1748790"/>
                      <a:pt x="97790" y="1728470"/>
                    </a:cubicBezTo>
                    <a:cubicBezTo>
                      <a:pt x="76200" y="1684020"/>
                      <a:pt x="58420" y="1578610"/>
                      <a:pt x="49530" y="1499870"/>
                    </a:cubicBezTo>
                    <a:cubicBezTo>
                      <a:pt x="41910" y="1417320"/>
                      <a:pt x="54610" y="1306830"/>
                      <a:pt x="49530" y="1240790"/>
                    </a:cubicBezTo>
                    <a:cubicBezTo>
                      <a:pt x="45720" y="1198880"/>
                      <a:pt x="36830" y="1191260"/>
                      <a:pt x="31750" y="1137920"/>
                    </a:cubicBezTo>
                    <a:cubicBezTo>
                      <a:pt x="19050" y="969010"/>
                      <a:pt x="0" y="180340"/>
                      <a:pt x="38100" y="59690"/>
                    </a:cubicBezTo>
                    <a:cubicBezTo>
                      <a:pt x="46990" y="33020"/>
                      <a:pt x="54610" y="25400"/>
                      <a:pt x="68580" y="15240"/>
                    </a:cubicBezTo>
                    <a:cubicBezTo>
                      <a:pt x="82550" y="6350"/>
                      <a:pt x="104140" y="0"/>
                      <a:pt x="121920" y="2540"/>
                    </a:cubicBezTo>
                    <a:cubicBezTo>
                      <a:pt x="138430" y="5080"/>
                      <a:pt x="157480" y="15240"/>
                      <a:pt x="168910" y="27940"/>
                    </a:cubicBezTo>
                    <a:cubicBezTo>
                      <a:pt x="180340" y="40640"/>
                      <a:pt x="187960" y="78740"/>
                      <a:pt x="187960" y="78740"/>
                    </a:cubicBezTo>
                  </a:path>
                </a:pathLst>
              </a:custGeom>
              <a:solidFill>
                <a:srgbClr val="FFFFFF"/>
              </a:solidFill>
              <a:ln cap="sq">
                <a:noFill/>
                <a:prstDash val="solid"/>
                <a:miter/>
              </a:ln>
            </p:spPr>
          </p:sp>
        </p:grpSp>
        <p:grpSp>
          <p:nvGrpSpPr>
            <p:cNvPr id="9" name="Group 9"/>
            <p:cNvGrpSpPr/>
            <p:nvPr/>
          </p:nvGrpSpPr>
          <p:grpSpPr>
            <a:xfrm>
              <a:off x="1483784" y="2251592"/>
              <a:ext cx="157437" cy="718397"/>
              <a:chOff x="0" y="0"/>
              <a:chExt cx="412750" cy="1883410"/>
            </a:xfrm>
          </p:grpSpPr>
          <p:sp>
            <p:nvSpPr>
              <p:cNvPr id="10" name="Freeform 10"/>
              <p:cNvSpPr/>
              <p:nvPr/>
            </p:nvSpPr>
            <p:spPr>
              <a:xfrm>
                <a:off x="45720" y="50800"/>
                <a:ext cx="318770" cy="1784350"/>
              </a:xfrm>
              <a:custGeom>
                <a:avLst/>
                <a:gdLst/>
                <a:ahLst/>
                <a:cxnLst/>
                <a:rect l="l" t="t" r="r" b="b"/>
                <a:pathLst>
                  <a:path w="318770" h="1784350">
                    <a:moveTo>
                      <a:pt x="156210" y="50800"/>
                    </a:moveTo>
                    <a:cubicBezTo>
                      <a:pt x="242570" y="388620"/>
                      <a:pt x="255270" y="556260"/>
                      <a:pt x="265430" y="730250"/>
                    </a:cubicBezTo>
                    <a:cubicBezTo>
                      <a:pt x="278130" y="952500"/>
                      <a:pt x="255270" y="1316990"/>
                      <a:pt x="273050" y="1489710"/>
                    </a:cubicBezTo>
                    <a:cubicBezTo>
                      <a:pt x="283210" y="1579880"/>
                      <a:pt x="318770" y="1648460"/>
                      <a:pt x="316230" y="1694180"/>
                    </a:cubicBezTo>
                    <a:cubicBezTo>
                      <a:pt x="314960" y="1717040"/>
                      <a:pt x="309880" y="1732280"/>
                      <a:pt x="299720" y="1746250"/>
                    </a:cubicBezTo>
                    <a:cubicBezTo>
                      <a:pt x="289560" y="1760220"/>
                      <a:pt x="273050" y="1774190"/>
                      <a:pt x="254000" y="1778000"/>
                    </a:cubicBezTo>
                    <a:cubicBezTo>
                      <a:pt x="232410" y="1783080"/>
                      <a:pt x="194310" y="1775460"/>
                      <a:pt x="175260" y="1762760"/>
                    </a:cubicBezTo>
                    <a:cubicBezTo>
                      <a:pt x="160020" y="1752600"/>
                      <a:pt x="149860" y="1732280"/>
                      <a:pt x="146050" y="1715770"/>
                    </a:cubicBezTo>
                    <a:cubicBezTo>
                      <a:pt x="142240" y="1699260"/>
                      <a:pt x="142240" y="1677670"/>
                      <a:pt x="151130" y="1661160"/>
                    </a:cubicBezTo>
                    <a:cubicBezTo>
                      <a:pt x="161290" y="1640840"/>
                      <a:pt x="193040" y="1616710"/>
                      <a:pt x="214630" y="1610360"/>
                    </a:cubicBezTo>
                    <a:cubicBezTo>
                      <a:pt x="232410" y="1605280"/>
                      <a:pt x="254000" y="1610360"/>
                      <a:pt x="269240" y="1617980"/>
                    </a:cubicBezTo>
                    <a:cubicBezTo>
                      <a:pt x="284480" y="1626870"/>
                      <a:pt x="300990" y="1640840"/>
                      <a:pt x="307340" y="1657350"/>
                    </a:cubicBezTo>
                    <a:cubicBezTo>
                      <a:pt x="316230" y="1678940"/>
                      <a:pt x="316230" y="1718310"/>
                      <a:pt x="304800" y="1738630"/>
                    </a:cubicBezTo>
                    <a:cubicBezTo>
                      <a:pt x="293370" y="1758950"/>
                      <a:pt x="257810" y="1778000"/>
                      <a:pt x="236220" y="1781810"/>
                    </a:cubicBezTo>
                    <a:cubicBezTo>
                      <a:pt x="218440" y="1784350"/>
                      <a:pt x="196850" y="1778000"/>
                      <a:pt x="182880" y="1767840"/>
                    </a:cubicBezTo>
                    <a:cubicBezTo>
                      <a:pt x="167640" y="1758950"/>
                      <a:pt x="158750" y="1746250"/>
                      <a:pt x="148590" y="1724660"/>
                    </a:cubicBezTo>
                    <a:cubicBezTo>
                      <a:pt x="128270" y="1678940"/>
                      <a:pt x="111760" y="1592580"/>
                      <a:pt x="102870" y="1492250"/>
                    </a:cubicBezTo>
                    <a:cubicBezTo>
                      <a:pt x="85090" y="1315720"/>
                      <a:pt x="114300" y="938530"/>
                      <a:pt x="102870" y="751840"/>
                    </a:cubicBezTo>
                    <a:cubicBezTo>
                      <a:pt x="95250" y="636270"/>
                      <a:pt x="72390" y="556260"/>
                      <a:pt x="66040" y="472440"/>
                    </a:cubicBezTo>
                    <a:cubicBezTo>
                      <a:pt x="60960" y="403860"/>
                      <a:pt x="73660" y="349250"/>
                      <a:pt x="64770" y="285750"/>
                    </a:cubicBezTo>
                    <a:cubicBezTo>
                      <a:pt x="54610" y="215900"/>
                      <a:pt x="0" y="114300"/>
                      <a:pt x="5080" y="68580"/>
                    </a:cubicBezTo>
                    <a:cubicBezTo>
                      <a:pt x="7620" y="45720"/>
                      <a:pt x="19050" y="31750"/>
                      <a:pt x="31750" y="20320"/>
                    </a:cubicBezTo>
                    <a:cubicBezTo>
                      <a:pt x="44450" y="8890"/>
                      <a:pt x="67310" y="1270"/>
                      <a:pt x="83820" y="0"/>
                    </a:cubicBezTo>
                    <a:cubicBezTo>
                      <a:pt x="96520" y="0"/>
                      <a:pt x="107950" y="2540"/>
                      <a:pt x="119380" y="10160"/>
                    </a:cubicBezTo>
                    <a:cubicBezTo>
                      <a:pt x="133350" y="17780"/>
                      <a:pt x="156210" y="50800"/>
                      <a:pt x="156210" y="50800"/>
                    </a:cubicBezTo>
                  </a:path>
                </a:pathLst>
              </a:custGeom>
              <a:solidFill>
                <a:srgbClr val="FFFFFF"/>
              </a:solidFill>
              <a:ln cap="sq">
                <a:noFill/>
                <a:prstDash val="solid"/>
                <a:miter/>
              </a:ln>
            </p:spPr>
          </p:sp>
        </p:grpSp>
        <p:grpSp>
          <p:nvGrpSpPr>
            <p:cNvPr id="11" name="Group 11"/>
            <p:cNvGrpSpPr/>
            <p:nvPr/>
          </p:nvGrpSpPr>
          <p:grpSpPr>
            <a:xfrm>
              <a:off x="416118" y="967875"/>
              <a:ext cx="455841" cy="399648"/>
              <a:chOff x="0" y="0"/>
              <a:chExt cx="1195070" cy="1047750"/>
            </a:xfrm>
          </p:grpSpPr>
          <p:sp>
            <p:nvSpPr>
              <p:cNvPr id="12" name="Freeform 12"/>
              <p:cNvSpPr/>
              <p:nvPr/>
            </p:nvSpPr>
            <p:spPr>
              <a:xfrm>
                <a:off x="50800" y="45720"/>
                <a:ext cx="1097280" cy="953770"/>
              </a:xfrm>
              <a:custGeom>
                <a:avLst/>
                <a:gdLst/>
                <a:ahLst/>
                <a:cxnLst/>
                <a:rect l="l" t="t" r="r" b="b"/>
                <a:pathLst>
                  <a:path w="1097280" h="953770">
                    <a:moveTo>
                      <a:pt x="0" y="565150"/>
                    </a:moveTo>
                    <a:cubicBezTo>
                      <a:pt x="1270" y="440690"/>
                      <a:pt x="1270" y="410210"/>
                      <a:pt x="5080" y="382270"/>
                    </a:cubicBezTo>
                    <a:cubicBezTo>
                      <a:pt x="10160" y="353060"/>
                      <a:pt x="17780" y="327660"/>
                      <a:pt x="27940" y="298450"/>
                    </a:cubicBezTo>
                    <a:cubicBezTo>
                      <a:pt x="38100" y="264160"/>
                      <a:pt x="46990" y="224790"/>
                      <a:pt x="66040" y="191770"/>
                    </a:cubicBezTo>
                    <a:cubicBezTo>
                      <a:pt x="86360" y="160020"/>
                      <a:pt x="116840" y="129540"/>
                      <a:pt x="146050" y="104140"/>
                    </a:cubicBezTo>
                    <a:cubicBezTo>
                      <a:pt x="175260" y="80010"/>
                      <a:pt x="207010" y="59690"/>
                      <a:pt x="242570" y="43180"/>
                    </a:cubicBezTo>
                    <a:cubicBezTo>
                      <a:pt x="280670" y="25400"/>
                      <a:pt x="328930" y="11430"/>
                      <a:pt x="369570" y="5080"/>
                    </a:cubicBezTo>
                    <a:cubicBezTo>
                      <a:pt x="403860" y="0"/>
                      <a:pt x="435610" y="5080"/>
                      <a:pt x="467360" y="5080"/>
                    </a:cubicBezTo>
                    <a:cubicBezTo>
                      <a:pt x="499110" y="5080"/>
                      <a:pt x="530860" y="5080"/>
                      <a:pt x="561340" y="5080"/>
                    </a:cubicBezTo>
                    <a:cubicBezTo>
                      <a:pt x="588010" y="5080"/>
                      <a:pt x="612140" y="5080"/>
                      <a:pt x="640080" y="6350"/>
                    </a:cubicBezTo>
                    <a:cubicBezTo>
                      <a:pt x="673100" y="7620"/>
                      <a:pt x="715010" y="8890"/>
                      <a:pt x="746760" y="12700"/>
                    </a:cubicBezTo>
                    <a:cubicBezTo>
                      <a:pt x="774700" y="16510"/>
                      <a:pt x="814070" y="25400"/>
                      <a:pt x="824230" y="29210"/>
                    </a:cubicBezTo>
                    <a:cubicBezTo>
                      <a:pt x="826770" y="30480"/>
                      <a:pt x="826770" y="31750"/>
                      <a:pt x="829310" y="31750"/>
                    </a:cubicBezTo>
                    <a:cubicBezTo>
                      <a:pt x="836930" y="34290"/>
                      <a:pt x="857250" y="31750"/>
                      <a:pt x="875030" y="34290"/>
                    </a:cubicBezTo>
                    <a:cubicBezTo>
                      <a:pt x="901700" y="38100"/>
                      <a:pt x="947420" y="45720"/>
                      <a:pt x="976630" y="54610"/>
                    </a:cubicBezTo>
                    <a:cubicBezTo>
                      <a:pt x="999490" y="60960"/>
                      <a:pt x="1023620" y="72390"/>
                      <a:pt x="1036320" y="78740"/>
                    </a:cubicBezTo>
                    <a:cubicBezTo>
                      <a:pt x="1043940" y="82550"/>
                      <a:pt x="1049020" y="83820"/>
                      <a:pt x="1054100" y="87630"/>
                    </a:cubicBezTo>
                    <a:cubicBezTo>
                      <a:pt x="1059180" y="91440"/>
                      <a:pt x="1062990" y="96520"/>
                      <a:pt x="1068070" y="100330"/>
                    </a:cubicBezTo>
                    <a:cubicBezTo>
                      <a:pt x="1071880" y="105410"/>
                      <a:pt x="1075690" y="110490"/>
                      <a:pt x="1078230" y="116840"/>
                    </a:cubicBezTo>
                    <a:cubicBezTo>
                      <a:pt x="1080770" y="121920"/>
                      <a:pt x="1083310" y="128270"/>
                      <a:pt x="1084580" y="134620"/>
                    </a:cubicBezTo>
                    <a:cubicBezTo>
                      <a:pt x="1085850" y="140970"/>
                      <a:pt x="1085850" y="147320"/>
                      <a:pt x="1085850" y="153670"/>
                    </a:cubicBezTo>
                    <a:cubicBezTo>
                      <a:pt x="1085850" y="160020"/>
                      <a:pt x="1085850" y="166370"/>
                      <a:pt x="1083310" y="171450"/>
                    </a:cubicBezTo>
                    <a:cubicBezTo>
                      <a:pt x="1082040" y="177800"/>
                      <a:pt x="1079500" y="184150"/>
                      <a:pt x="1076960" y="189230"/>
                    </a:cubicBezTo>
                    <a:cubicBezTo>
                      <a:pt x="1073150" y="195580"/>
                      <a:pt x="1069340" y="200660"/>
                      <a:pt x="1065530" y="204470"/>
                    </a:cubicBezTo>
                    <a:cubicBezTo>
                      <a:pt x="1062990" y="207010"/>
                      <a:pt x="1060450" y="207010"/>
                      <a:pt x="1059180" y="210820"/>
                    </a:cubicBezTo>
                    <a:cubicBezTo>
                      <a:pt x="1055370" y="223520"/>
                      <a:pt x="1087120" y="283210"/>
                      <a:pt x="1092200" y="318770"/>
                    </a:cubicBezTo>
                    <a:cubicBezTo>
                      <a:pt x="1097280" y="354330"/>
                      <a:pt x="1092200" y="388620"/>
                      <a:pt x="1092200" y="422910"/>
                    </a:cubicBezTo>
                    <a:cubicBezTo>
                      <a:pt x="1092200" y="454660"/>
                      <a:pt x="1093470" y="486410"/>
                      <a:pt x="1092200" y="518160"/>
                    </a:cubicBezTo>
                    <a:cubicBezTo>
                      <a:pt x="1090930" y="552450"/>
                      <a:pt x="1090930" y="591820"/>
                      <a:pt x="1085850" y="623570"/>
                    </a:cubicBezTo>
                    <a:cubicBezTo>
                      <a:pt x="1082040" y="652780"/>
                      <a:pt x="1079500" y="675640"/>
                      <a:pt x="1068070" y="702310"/>
                    </a:cubicBezTo>
                    <a:cubicBezTo>
                      <a:pt x="1052830" y="736600"/>
                      <a:pt x="1022350" y="775970"/>
                      <a:pt x="996950" y="810260"/>
                    </a:cubicBezTo>
                    <a:cubicBezTo>
                      <a:pt x="970280" y="843280"/>
                      <a:pt x="939800" y="883920"/>
                      <a:pt x="909320" y="905510"/>
                    </a:cubicBezTo>
                    <a:cubicBezTo>
                      <a:pt x="882650" y="922020"/>
                      <a:pt x="857250" y="928370"/>
                      <a:pt x="826770" y="935990"/>
                    </a:cubicBezTo>
                    <a:cubicBezTo>
                      <a:pt x="791210" y="944880"/>
                      <a:pt x="745490" y="949960"/>
                      <a:pt x="708660" y="951230"/>
                    </a:cubicBezTo>
                    <a:cubicBezTo>
                      <a:pt x="675640" y="952500"/>
                      <a:pt x="646430" y="953770"/>
                      <a:pt x="613410" y="947420"/>
                    </a:cubicBezTo>
                    <a:cubicBezTo>
                      <a:pt x="575310" y="939800"/>
                      <a:pt x="500380" y="910590"/>
                      <a:pt x="494030" y="904240"/>
                    </a:cubicBezTo>
                    <a:cubicBezTo>
                      <a:pt x="492760" y="904240"/>
                      <a:pt x="494030" y="904240"/>
                      <a:pt x="492760" y="902970"/>
                    </a:cubicBezTo>
                    <a:cubicBezTo>
                      <a:pt x="490220" y="900430"/>
                      <a:pt x="471170" y="896620"/>
                      <a:pt x="457200" y="892810"/>
                    </a:cubicBezTo>
                    <a:cubicBezTo>
                      <a:pt x="434340" y="886460"/>
                      <a:pt x="398780" y="881380"/>
                      <a:pt x="372110" y="873760"/>
                    </a:cubicBezTo>
                    <a:cubicBezTo>
                      <a:pt x="346710" y="866140"/>
                      <a:pt x="327660" y="854710"/>
                      <a:pt x="300990" y="844550"/>
                    </a:cubicBezTo>
                    <a:cubicBezTo>
                      <a:pt x="262890" y="829310"/>
                      <a:pt x="207010" y="810260"/>
                      <a:pt x="168910" y="796290"/>
                    </a:cubicBezTo>
                    <a:cubicBezTo>
                      <a:pt x="140970" y="786130"/>
                      <a:pt x="118110" y="782320"/>
                      <a:pt x="95250" y="767080"/>
                    </a:cubicBezTo>
                    <a:cubicBezTo>
                      <a:pt x="68580" y="749300"/>
                      <a:pt x="36830" y="726440"/>
                      <a:pt x="20320" y="695960"/>
                    </a:cubicBezTo>
                    <a:cubicBezTo>
                      <a:pt x="2540" y="661670"/>
                      <a:pt x="0" y="565150"/>
                      <a:pt x="0" y="565150"/>
                    </a:cubicBezTo>
                    <a:moveTo>
                      <a:pt x="637540" y="758190"/>
                    </a:moveTo>
                    <a:cubicBezTo>
                      <a:pt x="645160" y="762000"/>
                      <a:pt x="646430" y="763270"/>
                      <a:pt x="647700" y="762000"/>
                    </a:cubicBezTo>
                    <a:cubicBezTo>
                      <a:pt x="650240" y="760730"/>
                      <a:pt x="655320" y="754380"/>
                      <a:pt x="654050" y="753110"/>
                    </a:cubicBezTo>
                    <a:cubicBezTo>
                      <a:pt x="652780" y="751840"/>
                      <a:pt x="637540" y="758190"/>
                      <a:pt x="637540" y="758190"/>
                    </a:cubicBezTo>
                    <a:moveTo>
                      <a:pt x="740410" y="251460"/>
                    </a:moveTo>
                    <a:cubicBezTo>
                      <a:pt x="750570" y="260350"/>
                      <a:pt x="750570" y="254000"/>
                      <a:pt x="749300" y="252730"/>
                    </a:cubicBezTo>
                    <a:cubicBezTo>
                      <a:pt x="748030" y="250190"/>
                      <a:pt x="740410" y="251460"/>
                      <a:pt x="740410" y="251460"/>
                    </a:cubicBezTo>
                    <a:moveTo>
                      <a:pt x="922020" y="317500"/>
                    </a:moveTo>
                    <a:cubicBezTo>
                      <a:pt x="923290" y="330200"/>
                      <a:pt x="923290" y="321310"/>
                      <a:pt x="923290" y="318770"/>
                    </a:cubicBezTo>
                    <a:cubicBezTo>
                      <a:pt x="923290" y="318770"/>
                      <a:pt x="922020" y="317500"/>
                      <a:pt x="922020" y="317500"/>
                    </a:cubicBezTo>
                  </a:path>
                </a:pathLst>
              </a:custGeom>
              <a:solidFill>
                <a:srgbClr val="843E49"/>
              </a:solidFill>
              <a:ln cap="sq">
                <a:noFill/>
                <a:prstDash val="solid"/>
                <a:miter/>
              </a:ln>
            </p:spPr>
          </p:sp>
        </p:grpSp>
        <p:grpSp>
          <p:nvGrpSpPr>
            <p:cNvPr id="13" name="Group 13"/>
            <p:cNvGrpSpPr/>
            <p:nvPr/>
          </p:nvGrpSpPr>
          <p:grpSpPr>
            <a:xfrm>
              <a:off x="1330222" y="929605"/>
              <a:ext cx="533833" cy="411274"/>
              <a:chOff x="0" y="0"/>
              <a:chExt cx="1399540" cy="1078230"/>
            </a:xfrm>
          </p:grpSpPr>
          <p:sp>
            <p:nvSpPr>
              <p:cNvPr id="14" name="Freeform 14"/>
              <p:cNvSpPr/>
              <p:nvPr/>
            </p:nvSpPr>
            <p:spPr>
              <a:xfrm>
                <a:off x="50800" y="48260"/>
                <a:ext cx="1301750" cy="980440"/>
              </a:xfrm>
              <a:custGeom>
                <a:avLst/>
                <a:gdLst/>
                <a:ahLst/>
                <a:cxnLst/>
                <a:rect l="l" t="t" r="r" b="b"/>
                <a:pathLst>
                  <a:path w="1301750" h="980440">
                    <a:moveTo>
                      <a:pt x="0" y="678180"/>
                    </a:moveTo>
                    <a:cubicBezTo>
                      <a:pt x="1270" y="666750"/>
                      <a:pt x="1270" y="661670"/>
                      <a:pt x="1270" y="661670"/>
                    </a:cubicBezTo>
                    <a:cubicBezTo>
                      <a:pt x="1270" y="661670"/>
                      <a:pt x="2540" y="656590"/>
                      <a:pt x="2540" y="654050"/>
                    </a:cubicBezTo>
                    <a:cubicBezTo>
                      <a:pt x="3810" y="651510"/>
                      <a:pt x="5080" y="646430"/>
                      <a:pt x="5080" y="646430"/>
                    </a:cubicBezTo>
                    <a:cubicBezTo>
                      <a:pt x="5080" y="646430"/>
                      <a:pt x="7620" y="641350"/>
                      <a:pt x="8890" y="640080"/>
                    </a:cubicBezTo>
                    <a:cubicBezTo>
                      <a:pt x="10160" y="637540"/>
                      <a:pt x="12700" y="632460"/>
                      <a:pt x="12700" y="632460"/>
                    </a:cubicBezTo>
                    <a:cubicBezTo>
                      <a:pt x="12700" y="632460"/>
                      <a:pt x="16510" y="628650"/>
                      <a:pt x="17780" y="626110"/>
                    </a:cubicBezTo>
                    <a:cubicBezTo>
                      <a:pt x="19050" y="624840"/>
                      <a:pt x="22860" y="621030"/>
                      <a:pt x="22860" y="621030"/>
                    </a:cubicBezTo>
                    <a:cubicBezTo>
                      <a:pt x="22860" y="621030"/>
                      <a:pt x="27940" y="618490"/>
                      <a:pt x="29210" y="615950"/>
                    </a:cubicBezTo>
                    <a:cubicBezTo>
                      <a:pt x="31750" y="614680"/>
                      <a:pt x="35560" y="612140"/>
                      <a:pt x="36830" y="612140"/>
                    </a:cubicBezTo>
                    <a:cubicBezTo>
                      <a:pt x="36830" y="612140"/>
                      <a:pt x="40640" y="609600"/>
                      <a:pt x="43180" y="609600"/>
                    </a:cubicBezTo>
                    <a:cubicBezTo>
                      <a:pt x="45720" y="608330"/>
                      <a:pt x="50800" y="607060"/>
                      <a:pt x="50800" y="607060"/>
                    </a:cubicBezTo>
                    <a:cubicBezTo>
                      <a:pt x="50800" y="607060"/>
                      <a:pt x="55880" y="605790"/>
                      <a:pt x="59690" y="605790"/>
                    </a:cubicBezTo>
                    <a:cubicBezTo>
                      <a:pt x="62230" y="605790"/>
                      <a:pt x="63500" y="604520"/>
                      <a:pt x="67310" y="604520"/>
                    </a:cubicBezTo>
                    <a:cubicBezTo>
                      <a:pt x="73660" y="604520"/>
                      <a:pt x="90170" y="607060"/>
                      <a:pt x="92710" y="604520"/>
                    </a:cubicBezTo>
                    <a:cubicBezTo>
                      <a:pt x="92710" y="604520"/>
                      <a:pt x="92710" y="603250"/>
                      <a:pt x="91440" y="601980"/>
                    </a:cubicBezTo>
                    <a:cubicBezTo>
                      <a:pt x="88900" y="594360"/>
                      <a:pt x="55880" y="548640"/>
                      <a:pt x="49530" y="520700"/>
                    </a:cubicBezTo>
                    <a:cubicBezTo>
                      <a:pt x="44450" y="495300"/>
                      <a:pt x="49530" y="469900"/>
                      <a:pt x="54610" y="441960"/>
                    </a:cubicBezTo>
                    <a:cubicBezTo>
                      <a:pt x="59690" y="410210"/>
                      <a:pt x="67310" y="375920"/>
                      <a:pt x="81280" y="344170"/>
                    </a:cubicBezTo>
                    <a:cubicBezTo>
                      <a:pt x="96520" y="309880"/>
                      <a:pt x="123190" y="261620"/>
                      <a:pt x="144780" y="245110"/>
                    </a:cubicBezTo>
                    <a:cubicBezTo>
                      <a:pt x="158750" y="234950"/>
                      <a:pt x="175260" y="241300"/>
                      <a:pt x="186690" y="233680"/>
                    </a:cubicBezTo>
                    <a:cubicBezTo>
                      <a:pt x="198120" y="226060"/>
                      <a:pt x="201930" y="212090"/>
                      <a:pt x="214630" y="199390"/>
                    </a:cubicBezTo>
                    <a:cubicBezTo>
                      <a:pt x="234950" y="177800"/>
                      <a:pt x="274320" y="140970"/>
                      <a:pt x="306070" y="119380"/>
                    </a:cubicBezTo>
                    <a:cubicBezTo>
                      <a:pt x="334010" y="99060"/>
                      <a:pt x="360680" y="86360"/>
                      <a:pt x="393700" y="69850"/>
                    </a:cubicBezTo>
                    <a:cubicBezTo>
                      <a:pt x="434340" y="50800"/>
                      <a:pt x="486410" y="25400"/>
                      <a:pt x="529590" y="13970"/>
                    </a:cubicBezTo>
                    <a:cubicBezTo>
                      <a:pt x="567690" y="5080"/>
                      <a:pt x="603250" y="0"/>
                      <a:pt x="637540" y="2540"/>
                    </a:cubicBezTo>
                    <a:cubicBezTo>
                      <a:pt x="670560" y="5080"/>
                      <a:pt x="699770" y="20320"/>
                      <a:pt x="732790" y="26670"/>
                    </a:cubicBezTo>
                    <a:cubicBezTo>
                      <a:pt x="767080" y="35560"/>
                      <a:pt x="805180" y="39370"/>
                      <a:pt x="838200" y="48260"/>
                    </a:cubicBezTo>
                    <a:cubicBezTo>
                      <a:pt x="868680" y="55880"/>
                      <a:pt x="897890" y="66040"/>
                      <a:pt x="927100" y="77470"/>
                    </a:cubicBezTo>
                    <a:cubicBezTo>
                      <a:pt x="957580" y="90170"/>
                      <a:pt x="988060" y="104140"/>
                      <a:pt x="1017270" y="121920"/>
                    </a:cubicBezTo>
                    <a:cubicBezTo>
                      <a:pt x="1046480" y="140970"/>
                      <a:pt x="1075690" y="165100"/>
                      <a:pt x="1102360" y="186690"/>
                    </a:cubicBezTo>
                    <a:cubicBezTo>
                      <a:pt x="1126490" y="207010"/>
                      <a:pt x="1146810" y="223520"/>
                      <a:pt x="1170940" y="248920"/>
                    </a:cubicBezTo>
                    <a:cubicBezTo>
                      <a:pt x="1200150" y="281940"/>
                      <a:pt x="1242060" y="326390"/>
                      <a:pt x="1263650" y="369570"/>
                    </a:cubicBezTo>
                    <a:cubicBezTo>
                      <a:pt x="1283970" y="410210"/>
                      <a:pt x="1292860" y="459740"/>
                      <a:pt x="1297940" y="502920"/>
                    </a:cubicBezTo>
                    <a:cubicBezTo>
                      <a:pt x="1301750" y="541020"/>
                      <a:pt x="1296670" y="580390"/>
                      <a:pt x="1295400" y="614680"/>
                    </a:cubicBezTo>
                    <a:cubicBezTo>
                      <a:pt x="1292860" y="643890"/>
                      <a:pt x="1295400" y="668020"/>
                      <a:pt x="1286510" y="695960"/>
                    </a:cubicBezTo>
                    <a:cubicBezTo>
                      <a:pt x="1276350" y="726440"/>
                      <a:pt x="1254760" y="762000"/>
                      <a:pt x="1234440" y="787400"/>
                    </a:cubicBezTo>
                    <a:cubicBezTo>
                      <a:pt x="1217930" y="808990"/>
                      <a:pt x="1200150" y="821690"/>
                      <a:pt x="1179830" y="840740"/>
                    </a:cubicBezTo>
                    <a:cubicBezTo>
                      <a:pt x="1154430" y="863600"/>
                      <a:pt x="1125220" y="891540"/>
                      <a:pt x="1097280" y="913130"/>
                    </a:cubicBezTo>
                    <a:cubicBezTo>
                      <a:pt x="1070610" y="933450"/>
                      <a:pt x="1046480" y="955040"/>
                      <a:pt x="1014730" y="966470"/>
                    </a:cubicBezTo>
                    <a:cubicBezTo>
                      <a:pt x="977900" y="979170"/>
                      <a:pt x="925830" y="980440"/>
                      <a:pt x="885190" y="979170"/>
                    </a:cubicBezTo>
                    <a:cubicBezTo>
                      <a:pt x="848360" y="977900"/>
                      <a:pt x="814070" y="966470"/>
                      <a:pt x="781050" y="960120"/>
                    </a:cubicBezTo>
                    <a:cubicBezTo>
                      <a:pt x="749300" y="953770"/>
                      <a:pt x="723900" y="944880"/>
                      <a:pt x="689610" y="941070"/>
                    </a:cubicBezTo>
                    <a:cubicBezTo>
                      <a:pt x="646430" y="935990"/>
                      <a:pt x="589280" y="944880"/>
                      <a:pt x="542290" y="941070"/>
                    </a:cubicBezTo>
                    <a:cubicBezTo>
                      <a:pt x="497840" y="935990"/>
                      <a:pt x="425450" y="920750"/>
                      <a:pt x="415290" y="915670"/>
                    </a:cubicBezTo>
                    <a:cubicBezTo>
                      <a:pt x="412750" y="915670"/>
                      <a:pt x="414020" y="914400"/>
                      <a:pt x="411480" y="914400"/>
                    </a:cubicBezTo>
                    <a:cubicBezTo>
                      <a:pt x="405130" y="911860"/>
                      <a:pt x="382270" y="915670"/>
                      <a:pt x="364490" y="910590"/>
                    </a:cubicBezTo>
                    <a:cubicBezTo>
                      <a:pt x="337820" y="902970"/>
                      <a:pt x="303530" y="882650"/>
                      <a:pt x="271780" y="863600"/>
                    </a:cubicBezTo>
                    <a:cubicBezTo>
                      <a:pt x="232410" y="838200"/>
                      <a:pt x="166370" y="793750"/>
                      <a:pt x="147320" y="769620"/>
                    </a:cubicBezTo>
                    <a:cubicBezTo>
                      <a:pt x="138430" y="758190"/>
                      <a:pt x="144780" y="745490"/>
                      <a:pt x="135890" y="739140"/>
                    </a:cubicBezTo>
                    <a:cubicBezTo>
                      <a:pt x="121920" y="730250"/>
                      <a:pt x="77470" y="737870"/>
                      <a:pt x="64770" y="736600"/>
                    </a:cubicBezTo>
                    <a:cubicBezTo>
                      <a:pt x="60960" y="736600"/>
                      <a:pt x="59690" y="736600"/>
                      <a:pt x="57150" y="735330"/>
                    </a:cubicBezTo>
                    <a:cubicBezTo>
                      <a:pt x="54610" y="735330"/>
                      <a:pt x="49530" y="734060"/>
                      <a:pt x="49530" y="734060"/>
                    </a:cubicBezTo>
                    <a:cubicBezTo>
                      <a:pt x="49530" y="734060"/>
                      <a:pt x="44450" y="732790"/>
                      <a:pt x="41910" y="731520"/>
                    </a:cubicBezTo>
                    <a:cubicBezTo>
                      <a:pt x="39370" y="730250"/>
                      <a:pt x="34290" y="728980"/>
                      <a:pt x="34290" y="728980"/>
                    </a:cubicBezTo>
                    <a:cubicBezTo>
                      <a:pt x="34290" y="728980"/>
                      <a:pt x="30480" y="725170"/>
                      <a:pt x="27940" y="723900"/>
                    </a:cubicBezTo>
                    <a:cubicBezTo>
                      <a:pt x="25400" y="722630"/>
                      <a:pt x="21590" y="720090"/>
                      <a:pt x="21590" y="720090"/>
                    </a:cubicBezTo>
                    <a:cubicBezTo>
                      <a:pt x="21590" y="718820"/>
                      <a:pt x="17780" y="715010"/>
                      <a:pt x="16510" y="713740"/>
                    </a:cubicBezTo>
                    <a:cubicBezTo>
                      <a:pt x="15240" y="711200"/>
                      <a:pt x="11430" y="707390"/>
                      <a:pt x="11430" y="707390"/>
                    </a:cubicBezTo>
                    <a:cubicBezTo>
                      <a:pt x="11430" y="707390"/>
                      <a:pt x="8890" y="702310"/>
                      <a:pt x="7620" y="699770"/>
                    </a:cubicBezTo>
                    <a:cubicBezTo>
                      <a:pt x="6350" y="698500"/>
                      <a:pt x="3810" y="693420"/>
                      <a:pt x="3810" y="693420"/>
                    </a:cubicBezTo>
                    <a:cubicBezTo>
                      <a:pt x="3810" y="693420"/>
                      <a:pt x="2540" y="688340"/>
                      <a:pt x="2540" y="685800"/>
                    </a:cubicBezTo>
                    <a:cubicBezTo>
                      <a:pt x="1270" y="683260"/>
                      <a:pt x="0" y="678180"/>
                      <a:pt x="0" y="678180"/>
                    </a:cubicBezTo>
                    <a:moveTo>
                      <a:pt x="982980" y="431800"/>
                    </a:moveTo>
                    <a:cubicBezTo>
                      <a:pt x="995680" y="443230"/>
                      <a:pt x="999490" y="436880"/>
                      <a:pt x="998220" y="434340"/>
                    </a:cubicBezTo>
                    <a:cubicBezTo>
                      <a:pt x="996950" y="431800"/>
                      <a:pt x="982980" y="431800"/>
                      <a:pt x="982980" y="431800"/>
                    </a:cubicBezTo>
                    <a:moveTo>
                      <a:pt x="1031240" y="723900"/>
                    </a:moveTo>
                    <a:cubicBezTo>
                      <a:pt x="1041400" y="718820"/>
                      <a:pt x="1038860" y="716280"/>
                      <a:pt x="1038860" y="716280"/>
                    </a:cubicBezTo>
                    <a:cubicBezTo>
                      <a:pt x="1038860" y="716280"/>
                      <a:pt x="1038860" y="708660"/>
                      <a:pt x="1038860" y="706120"/>
                    </a:cubicBezTo>
                    <a:cubicBezTo>
                      <a:pt x="1038860" y="702310"/>
                      <a:pt x="1038860" y="695960"/>
                      <a:pt x="1038860" y="695960"/>
                    </a:cubicBezTo>
                    <a:cubicBezTo>
                      <a:pt x="1038860" y="694690"/>
                      <a:pt x="1040130" y="688340"/>
                      <a:pt x="1041400" y="685800"/>
                    </a:cubicBezTo>
                    <a:cubicBezTo>
                      <a:pt x="1041400" y="683260"/>
                      <a:pt x="1042670" y="680720"/>
                      <a:pt x="1042670" y="680720"/>
                    </a:cubicBezTo>
                    <a:cubicBezTo>
                      <a:pt x="1041400" y="680720"/>
                      <a:pt x="1041400" y="680720"/>
                      <a:pt x="1041400" y="681990"/>
                    </a:cubicBezTo>
                    <a:cubicBezTo>
                      <a:pt x="1041400" y="681990"/>
                      <a:pt x="1040130" y="681990"/>
                      <a:pt x="1040130" y="681990"/>
                    </a:cubicBezTo>
                    <a:cubicBezTo>
                      <a:pt x="1038860" y="683260"/>
                      <a:pt x="1031240" y="723900"/>
                      <a:pt x="1031240" y="723900"/>
                    </a:cubicBezTo>
                  </a:path>
                </a:pathLst>
              </a:custGeom>
              <a:solidFill>
                <a:srgbClr val="843E49"/>
              </a:solidFill>
              <a:ln cap="sq">
                <a:noFill/>
                <a:prstDash val="solid"/>
                <a:miter/>
              </a:ln>
            </p:spPr>
          </p:sp>
        </p:grpSp>
      </p:grpSp>
      <p:grpSp>
        <p:nvGrpSpPr>
          <p:cNvPr id="15" name="Group 15"/>
          <p:cNvGrpSpPr/>
          <p:nvPr/>
        </p:nvGrpSpPr>
        <p:grpSpPr>
          <a:xfrm>
            <a:off x="1496048" y="3010443"/>
            <a:ext cx="4632209" cy="3025435"/>
            <a:chOff x="0" y="0"/>
            <a:chExt cx="6176279" cy="4033913"/>
          </a:xfrm>
        </p:grpSpPr>
        <p:grpSp>
          <p:nvGrpSpPr>
            <p:cNvPr id="16" name="Group 16"/>
            <p:cNvGrpSpPr/>
            <p:nvPr/>
          </p:nvGrpSpPr>
          <p:grpSpPr>
            <a:xfrm>
              <a:off x="614821" y="0"/>
              <a:ext cx="1530261" cy="1679665"/>
              <a:chOff x="0" y="0"/>
              <a:chExt cx="2146300" cy="2355850"/>
            </a:xfrm>
          </p:grpSpPr>
          <p:sp>
            <p:nvSpPr>
              <p:cNvPr id="17" name="Freeform 17"/>
              <p:cNvSpPr/>
              <p:nvPr/>
            </p:nvSpPr>
            <p:spPr>
              <a:xfrm>
                <a:off x="45720" y="25400"/>
                <a:ext cx="2054860" cy="2289810"/>
              </a:xfrm>
              <a:custGeom>
                <a:avLst/>
                <a:gdLst/>
                <a:ahLst/>
                <a:cxnLst/>
                <a:rect l="l" t="t" r="r" b="b"/>
                <a:pathLst>
                  <a:path w="2054860" h="2289810">
                    <a:moveTo>
                      <a:pt x="313690" y="1977390"/>
                    </a:moveTo>
                    <a:cubicBezTo>
                      <a:pt x="283210" y="1868170"/>
                      <a:pt x="170180" y="1696720"/>
                      <a:pt x="147320" y="1628140"/>
                    </a:cubicBezTo>
                    <a:cubicBezTo>
                      <a:pt x="135890" y="1595120"/>
                      <a:pt x="140970" y="1576070"/>
                      <a:pt x="133350" y="1550670"/>
                    </a:cubicBezTo>
                    <a:cubicBezTo>
                      <a:pt x="123190" y="1524000"/>
                      <a:pt x="100330" y="1498600"/>
                      <a:pt x="92710" y="1469390"/>
                    </a:cubicBezTo>
                    <a:cubicBezTo>
                      <a:pt x="83820" y="1441450"/>
                      <a:pt x="92710" y="1409700"/>
                      <a:pt x="82550" y="1381760"/>
                    </a:cubicBezTo>
                    <a:cubicBezTo>
                      <a:pt x="72390" y="1351280"/>
                      <a:pt x="41910" y="1333500"/>
                      <a:pt x="29210" y="1294130"/>
                    </a:cubicBezTo>
                    <a:cubicBezTo>
                      <a:pt x="7620" y="1229360"/>
                      <a:pt x="8890" y="1109980"/>
                      <a:pt x="5080" y="1017270"/>
                    </a:cubicBezTo>
                    <a:cubicBezTo>
                      <a:pt x="1270" y="923290"/>
                      <a:pt x="0" y="807720"/>
                      <a:pt x="5080" y="734060"/>
                    </a:cubicBezTo>
                    <a:cubicBezTo>
                      <a:pt x="7620" y="687070"/>
                      <a:pt x="10160" y="654050"/>
                      <a:pt x="17780" y="619760"/>
                    </a:cubicBezTo>
                    <a:cubicBezTo>
                      <a:pt x="25400" y="589280"/>
                      <a:pt x="35560" y="567690"/>
                      <a:pt x="48260" y="534670"/>
                    </a:cubicBezTo>
                    <a:cubicBezTo>
                      <a:pt x="67310" y="490220"/>
                      <a:pt x="91440" y="429260"/>
                      <a:pt x="124460" y="378460"/>
                    </a:cubicBezTo>
                    <a:cubicBezTo>
                      <a:pt x="160020" y="323850"/>
                      <a:pt x="205740" y="267970"/>
                      <a:pt x="259080" y="222250"/>
                    </a:cubicBezTo>
                    <a:cubicBezTo>
                      <a:pt x="316230" y="173990"/>
                      <a:pt x="387350" y="133350"/>
                      <a:pt x="461010" y="101600"/>
                    </a:cubicBezTo>
                    <a:cubicBezTo>
                      <a:pt x="537210" y="67310"/>
                      <a:pt x="618490" y="41910"/>
                      <a:pt x="712470" y="27940"/>
                    </a:cubicBezTo>
                    <a:cubicBezTo>
                      <a:pt x="828040" y="11430"/>
                      <a:pt x="1004570" y="0"/>
                      <a:pt x="1107440" y="25400"/>
                    </a:cubicBezTo>
                    <a:cubicBezTo>
                      <a:pt x="1181100" y="44450"/>
                      <a:pt x="1243330" y="90170"/>
                      <a:pt x="1283970" y="119380"/>
                    </a:cubicBezTo>
                    <a:cubicBezTo>
                      <a:pt x="1309370" y="138430"/>
                      <a:pt x="1319530" y="151130"/>
                      <a:pt x="1339850" y="173990"/>
                    </a:cubicBezTo>
                    <a:cubicBezTo>
                      <a:pt x="1370330" y="208280"/>
                      <a:pt x="1412240" y="266700"/>
                      <a:pt x="1440180" y="309880"/>
                    </a:cubicBezTo>
                    <a:cubicBezTo>
                      <a:pt x="1461770" y="345440"/>
                      <a:pt x="1471930" y="368300"/>
                      <a:pt x="1493520" y="411480"/>
                    </a:cubicBezTo>
                    <a:cubicBezTo>
                      <a:pt x="1530350" y="486410"/>
                      <a:pt x="1598930" y="605790"/>
                      <a:pt x="1634490" y="721360"/>
                    </a:cubicBezTo>
                    <a:cubicBezTo>
                      <a:pt x="1675130" y="854710"/>
                      <a:pt x="1699260" y="1042670"/>
                      <a:pt x="1710690" y="1172210"/>
                    </a:cubicBezTo>
                    <a:cubicBezTo>
                      <a:pt x="1719580" y="1270000"/>
                      <a:pt x="1722120" y="1367790"/>
                      <a:pt x="1713230" y="1432560"/>
                    </a:cubicBezTo>
                    <a:cubicBezTo>
                      <a:pt x="1708150" y="1470660"/>
                      <a:pt x="1700530" y="1485900"/>
                      <a:pt x="1686560" y="1524000"/>
                    </a:cubicBezTo>
                    <a:cubicBezTo>
                      <a:pt x="1661160" y="1595120"/>
                      <a:pt x="1609090" y="1738630"/>
                      <a:pt x="1559560" y="1816100"/>
                    </a:cubicBezTo>
                    <a:cubicBezTo>
                      <a:pt x="1520190" y="1878330"/>
                      <a:pt x="1460500" y="1921510"/>
                      <a:pt x="1427480" y="1965960"/>
                    </a:cubicBezTo>
                    <a:cubicBezTo>
                      <a:pt x="1403350" y="1997710"/>
                      <a:pt x="1380490" y="2021840"/>
                      <a:pt x="1372870" y="2052320"/>
                    </a:cubicBezTo>
                    <a:cubicBezTo>
                      <a:pt x="1365250" y="2081530"/>
                      <a:pt x="1365250" y="2136140"/>
                      <a:pt x="1380490" y="2143760"/>
                    </a:cubicBezTo>
                    <a:cubicBezTo>
                      <a:pt x="1393190" y="2150110"/>
                      <a:pt x="1424940" y="2110740"/>
                      <a:pt x="1451610" y="2103120"/>
                    </a:cubicBezTo>
                    <a:cubicBezTo>
                      <a:pt x="1482090" y="2095500"/>
                      <a:pt x="1520190" y="2109470"/>
                      <a:pt x="1551940" y="2104390"/>
                    </a:cubicBezTo>
                    <a:cubicBezTo>
                      <a:pt x="1582420" y="2098040"/>
                      <a:pt x="1607820" y="2077720"/>
                      <a:pt x="1637030" y="2071370"/>
                    </a:cubicBezTo>
                    <a:cubicBezTo>
                      <a:pt x="1663700" y="2066290"/>
                      <a:pt x="1681480" y="2068830"/>
                      <a:pt x="1715770" y="2068830"/>
                    </a:cubicBezTo>
                    <a:cubicBezTo>
                      <a:pt x="1780540" y="2067560"/>
                      <a:pt x="1936750" y="2048510"/>
                      <a:pt x="1991360" y="2072640"/>
                    </a:cubicBezTo>
                    <a:cubicBezTo>
                      <a:pt x="2021840" y="2085340"/>
                      <a:pt x="2040890" y="2110740"/>
                      <a:pt x="2048510" y="2132330"/>
                    </a:cubicBezTo>
                    <a:cubicBezTo>
                      <a:pt x="2054860" y="2150110"/>
                      <a:pt x="2052320" y="2172970"/>
                      <a:pt x="2045970" y="2189480"/>
                    </a:cubicBezTo>
                    <a:cubicBezTo>
                      <a:pt x="2038350" y="2205990"/>
                      <a:pt x="2025650" y="2223770"/>
                      <a:pt x="2009140" y="2232660"/>
                    </a:cubicBezTo>
                    <a:cubicBezTo>
                      <a:pt x="1987550" y="2242820"/>
                      <a:pt x="1948180" y="2247900"/>
                      <a:pt x="1925320" y="2237740"/>
                    </a:cubicBezTo>
                    <a:cubicBezTo>
                      <a:pt x="1903730" y="2227580"/>
                      <a:pt x="1880870" y="2193290"/>
                      <a:pt x="1875790" y="2170430"/>
                    </a:cubicBezTo>
                    <a:cubicBezTo>
                      <a:pt x="1870710" y="2152650"/>
                      <a:pt x="1875790" y="2131060"/>
                      <a:pt x="1884680" y="2114550"/>
                    </a:cubicBezTo>
                    <a:cubicBezTo>
                      <a:pt x="1892300" y="2099310"/>
                      <a:pt x="1907540" y="2082800"/>
                      <a:pt x="1925320" y="2076450"/>
                    </a:cubicBezTo>
                    <a:cubicBezTo>
                      <a:pt x="1946910" y="2067560"/>
                      <a:pt x="1987550" y="2070100"/>
                      <a:pt x="2009140" y="2080260"/>
                    </a:cubicBezTo>
                    <a:cubicBezTo>
                      <a:pt x="2025650" y="2089150"/>
                      <a:pt x="2038350" y="2106930"/>
                      <a:pt x="2045970" y="2123440"/>
                    </a:cubicBezTo>
                    <a:cubicBezTo>
                      <a:pt x="2052320" y="2139950"/>
                      <a:pt x="2053590" y="2162810"/>
                      <a:pt x="2048510" y="2180590"/>
                    </a:cubicBezTo>
                    <a:cubicBezTo>
                      <a:pt x="2043430" y="2197100"/>
                      <a:pt x="2030730" y="2216150"/>
                      <a:pt x="2016760" y="2227580"/>
                    </a:cubicBezTo>
                    <a:cubicBezTo>
                      <a:pt x="2002790" y="2237740"/>
                      <a:pt x="1988820" y="2241550"/>
                      <a:pt x="1963420" y="2245360"/>
                    </a:cubicBezTo>
                    <a:cubicBezTo>
                      <a:pt x="1902460" y="2255520"/>
                      <a:pt x="1728470" y="2230120"/>
                      <a:pt x="1654810" y="2242820"/>
                    </a:cubicBezTo>
                    <a:cubicBezTo>
                      <a:pt x="1610360" y="2250440"/>
                      <a:pt x="1593850" y="2273300"/>
                      <a:pt x="1554480" y="2279650"/>
                    </a:cubicBezTo>
                    <a:cubicBezTo>
                      <a:pt x="1499870" y="2289810"/>
                      <a:pt x="1407160" y="2283460"/>
                      <a:pt x="1355090" y="2279650"/>
                    </a:cubicBezTo>
                    <a:cubicBezTo>
                      <a:pt x="1323340" y="2275840"/>
                      <a:pt x="1299210" y="2279650"/>
                      <a:pt x="1276350" y="2265680"/>
                    </a:cubicBezTo>
                    <a:cubicBezTo>
                      <a:pt x="1248410" y="2246630"/>
                      <a:pt x="1216660" y="2207260"/>
                      <a:pt x="1205230" y="2166620"/>
                    </a:cubicBezTo>
                    <a:cubicBezTo>
                      <a:pt x="1191260" y="2119630"/>
                      <a:pt x="1196340" y="2047240"/>
                      <a:pt x="1212850" y="1993900"/>
                    </a:cubicBezTo>
                    <a:cubicBezTo>
                      <a:pt x="1228090" y="1940560"/>
                      <a:pt x="1270000" y="1885950"/>
                      <a:pt x="1300480" y="1847850"/>
                    </a:cubicBezTo>
                    <a:cubicBezTo>
                      <a:pt x="1324610" y="1817370"/>
                      <a:pt x="1350010" y="1808480"/>
                      <a:pt x="1376680" y="1774190"/>
                    </a:cubicBezTo>
                    <a:cubicBezTo>
                      <a:pt x="1421130" y="1715770"/>
                      <a:pt x="1501140" y="1578610"/>
                      <a:pt x="1525270" y="1515110"/>
                    </a:cubicBezTo>
                    <a:cubicBezTo>
                      <a:pt x="1537970" y="1480820"/>
                      <a:pt x="1537970" y="1466850"/>
                      <a:pt x="1541780" y="1432560"/>
                    </a:cubicBezTo>
                    <a:cubicBezTo>
                      <a:pt x="1548130" y="1371600"/>
                      <a:pt x="1546860" y="1270000"/>
                      <a:pt x="1541780" y="1183640"/>
                    </a:cubicBezTo>
                    <a:cubicBezTo>
                      <a:pt x="1534160" y="1085850"/>
                      <a:pt x="1524000" y="972820"/>
                      <a:pt x="1499870" y="876300"/>
                    </a:cubicBezTo>
                    <a:cubicBezTo>
                      <a:pt x="1477010" y="784860"/>
                      <a:pt x="1437640" y="694690"/>
                      <a:pt x="1404620" y="614680"/>
                    </a:cubicBezTo>
                    <a:cubicBezTo>
                      <a:pt x="1374140" y="543560"/>
                      <a:pt x="1347470" y="480060"/>
                      <a:pt x="1311910" y="420370"/>
                    </a:cubicBezTo>
                    <a:cubicBezTo>
                      <a:pt x="1277620" y="363220"/>
                      <a:pt x="1236980" y="300990"/>
                      <a:pt x="1196340" y="260350"/>
                    </a:cubicBezTo>
                    <a:cubicBezTo>
                      <a:pt x="1164590" y="228600"/>
                      <a:pt x="1144270" y="204470"/>
                      <a:pt x="1097280" y="190500"/>
                    </a:cubicBezTo>
                    <a:cubicBezTo>
                      <a:pt x="1012190" y="165100"/>
                      <a:pt x="811530" y="184150"/>
                      <a:pt x="707390" y="200660"/>
                    </a:cubicBezTo>
                    <a:cubicBezTo>
                      <a:pt x="636270" y="212090"/>
                      <a:pt x="584200" y="229870"/>
                      <a:pt x="528320" y="255270"/>
                    </a:cubicBezTo>
                    <a:cubicBezTo>
                      <a:pt x="471170" y="280670"/>
                      <a:pt x="414020" y="312420"/>
                      <a:pt x="368300" y="353060"/>
                    </a:cubicBezTo>
                    <a:cubicBezTo>
                      <a:pt x="323850" y="392430"/>
                      <a:pt x="285750" y="448310"/>
                      <a:pt x="257810" y="494030"/>
                    </a:cubicBezTo>
                    <a:cubicBezTo>
                      <a:pt x="234950" y="532130"/>
                      <a:pt x="220980" y="570230"/>
                      <a:pt x="207010" y="603250"/>
                    </a:cubicBezTo>
                    <a:cubicBezTo>
                      <a:pt x="195580" y="631190"/>
                      <a:pt x="184150" y="643890"/>
                      <a:pt x="177800" y="679450"/>
                    </a:cubicBezTo>
                    <a:cubicBezTo>
                      <a:pt x="162560" y="759460"/>
                      <a:pt x="173990" y="967740"/>
                      <a:pt x="181610" y="1079500"/>
                    </a:cubicBezTo>
                    <a:cubicBezTo>
                      <a:pt x="186690" y="1160780"/>
                      <a:pt x="189230" y="1212850"/>
                      <a:pt x="207010" y="1289050"/>
                    </a:cubicBezTo>
                    <a:cubicBezTo>
                      <a:pt x="227330" y="1381760"/>
                      <a:pt x="271780" y="1506220"/>
                      <a:pt x="311150" y="1595120"/>
                    </a:cubicBezTo>
                    <a:cubicBezTo>
                      <a:pt x="342900" y="1670050"/>
                      <a:pt x="388620" y="1729740"/>
                      <a:pt x="415290" y="1793240"/>
                    </a:cubicBezTo>
                    <a:cubicBezTo>
                      <a:pt x="438150" y="1846580"/>
                      <a:pt x="464820" y="1908810"/>
                      <a:pt x="468630" y="1946910"/>
                    </a:cubicBezTo>
                    <a:cubicBezTo>
                      <a:pt x="469900" y="1969770"/>
                      <a:pt x="468630" y="1986280"/>
                      <a:pt x="458470" y="2001520"/>
                    </a:cubicBezTo>
                    <a:cubicBezTo>
                      <a:pt x="447040" y="2019300"/>
                      <a:pt x="417830" y="2038350"/>
                      <a:pt x="397510" y="2040890"/>
                    </a:cubicBezTo>
                    <a:cubicBezTo>
                      <a:pt x="379730" y="2043430"/>
                      <a:pt x="358140" y="2035810"/>
                      <a:pt x="344170" y="2024380"/>
                    </a:cubicBezTo>
                    <a:cubicBezTo>
                      <a:pt x="330200" y="2014220"/>
                      <a:pt x="313690" y="1977390"/>
                      <a:pt x="313690" y="1977390"/>
                    </a:cubicBezTo>
                  </a:path>
                </a:pathLst>
              </a:custGeom>
              <a:solidFill>
                <a:srgbClr val="FFFFFF"/>
              </a:solidFill>
              <a:ln cap="sq">
                <a:noFill/>
                <a:prstDash val="solid"/>
                <a:miter/>
              </a:ln>
            </p:spPr>
          </p:sp>
        </p:grpSp>
        <p:grpSp>
          <p:nvGrpSpPr>
            <p:cNvPr id="18" name="Group 18"/>
            <p:cNvGrpSpPr/>
            <p:nvPr/>
          </p:nvGrpSpPr>
          <p:grpSpPr>
            <a:xfrm>
              <a:off x="335933" y="1365464"/>
              <a:ext cx="2262794" cy="2668450"/>
              <a:chOff x="0" y="0"/>
              <a:chExt cx="3173730" cy="3742690"/>
            </a:xfrm>
          </p:grpSpPr>
          <p:sp>
            <p:nvSpPr>
              <p:cNvPr id="19" name="Freeform 19"/>
              <p:cNvSpPr/>
              <p:nvPr/>
            </p:nvSpPr>
            <p:spPr>
              <a:xfrm>
                <a:off x="45720" y="44450"/>
                <a:ext cx="3106420" cy="3649980"/>
              </a:xfrm>
              <a:custGeom>
                <a:avLst/>
                <a:gdLst/>
                <a:ahLst/>
                <a:cxnLst/>
                <a:rect l="l" t="t" r="r" b="b"/>
                <a:pathLst>
                  <a:path w="3106420" h="3649980">
                    <a:moveTo>
                      <a:pt x="864870" y="17780"/>
                    </a:moveTo>
                    <a:cubicBezTo>
                      <a:pt x="924560" y="68580"/>
                      <a:pt x="946150" y="95250"/>
                      <a:pt x="957580" y="127000"/>
                    </a:cubicBezTo>
                    <a:cubicBezTo>
                      <a:pt x="972820" y="170180"/>
                      <a:pt x="971550" y="241300"/>
                      <a:pt x="970280" y="288290"/>
                    </a:cubicBezTo>
                    <a:cubicBezTo>
                      <a:pt x="969010" y="326390"/>
                      <a:pt x="967740" y="356870"/>
                      <a:pt x="956310" y="388620"/>
                    </a:cubicBezTo>
                    <a:cubicBezTo>
                      <a:pt x="942340" y="421640"/>
                      <a:pt x="925830" y="445770"/>
                      <a:pt x="890270" y="480060"/>
                    </a:cubicBezTo>
                    <a:cubicBezTo>
                      <a:pt x="820420" y="548640"/>
                      <a:pt x="622300" y="650240"/>
                      <a:pt x="521970" y="732790"/>
                    </a:cubicBezTo>
                    <a:cubicBezTo>
                      <a:pt x="444500" y="796290"/>
                      <a:pt x="378460" y="882650"/>
                      <a:pt x="328930" y="920750"/>
                    </a:cubicBezTo>
                    <a:cubicBezTo>
                      <a:pt x="302260" y="941070"/>
                      <a:pt x="283210" y="942340"/>
                      <a:pt x="261620" y="958850"/>
                    </a:cubicBezTo>
                    <a:cubicBezTo>
                      <a:pt x="233680" y="979170"/>
                      <a:pt x="194310" y="1000760"/>
                      <a:pt x="179070" y="1036320"/>
                    </a:cubicBezTo>
                    <a:cubicBezTo>
                      <a:pt x="160020" y="1083310"/>
                      <a:pt x="176530" y="1165860"/>
                      <a:pt x="181610" y="1230630"/>
                    </a:cubicBezTo>
                    <a:cubicBezTo>
                      <a:pt x="187960" y="1296670"/>
                      <a:pt x="194310" y="1379220"/>
                      <a:pt x="214630" y="1431290"/>
                    </a:cubicBezTo>
                    <a:cubicBezTo>
                      <a:pt x="229870" y="1468120"/>
                      <a:pt x="257810" y="1484630"/>
                      <a:pt x="275590" y="1518920"/>
                    </a:cubicBezTo>
                    <a:cubicBezTo>
                      <a:pt x="297180" y="1559560"/>
                      <a:pt x="307340" y="1606550"/>
                      <a:pt x="332740" y="1659890"/>
                    </a:cubicBezTo>
                    <a:cubicBezTo>
                      <a:pt x="370840" y="1739900"/>
                      <a:pt x="422910" y="1833880"/>
                      <a:pt x="494030" y="1941830"/>
                    </a:cubicBezTo>
                    <a:cubicBezTo>
                      <a:pt x="599440" y="2100580"/>
                      <a:pt x="798830" y="2316480"/>
                      <a:pt x="929640" y="2506980"/>
                    </a:cubicBezTo>
                    <a:cubicBezTo>
                      <a:pt x="1052830" y="2688590"/>
                      <a:pt x="1165860" y="2913380"/>
                      <a:pt x="1262380" y="3058160"/>
                    </a:cubicBezTo>
                    <a:cubicBezTo>
                      <a:pt x="1327150" y="3157220"/>
                      <a:pt x="1371600" y="3228340"/>
                      <a:pt x="1435100" y="3299460"/>
                    </a:cubicBezTo>
                    <a:cubicBezTo>
                      <a:pt x="1494790" y="3365500"/>
                      <a:pt x="1573530" y="3459480"/>
                      <a:pt x="1630680" y="3473450"/>
                    </a:cubicBezTo>
                    <a:cubicBezTo>
                      <a:pt x="1666240" y="3481070"/>
                      <a:pt x="1695450" y="3464560"/>
                      <a:pt x="1727200" y="3448050"/>
                    </a:cubicBezTo>
                    <a:cubicBezTo>
                      <a:pt x="1764030" y="3430270"/>
                      <a:pt x="1799590" y="3399790"/>
                      <a:pt x="1833880" y="3357880"/>
                    </a:cubicBezTo>
                    <a:cubicBezTo>
                      <a:pt x="1882140" y="3298190"/>
                      <a:pt x="1943100" y="3183890"/>
                      <a:pt x="1969770" y="3105150"/>
                    </a:cubicBezTo>
                    <a:cubicBezTo>
                      <a:pt x="1992630" y="3041650"/>
                      <a:pt x="1988820" y="2976880"/>
                      <a:pt x="2001520" y="2926080"/>
                    </a:cubicBezTo>
                    <a:cubicBezTo>
                      <a:pt x="2010410" y="2886710"/>
                      <a:pt x="2019300" y="2853690"/>
                      <a:pt x="2034540" y="2823210"/>
                    </a:cubicBezTo>
                    <a:cubicBezTo>
                      <a:pt x="2048510" y="2794000"/>
                      <a:pt x="2067560" y="2788920"/>
                      <a:pt x="2087880" y="2745740"/>
                    </a:cubicBezTo>
                    <a:cubicBezTo>
                      <a:pt x="2156460" y="2595880"/>
                      <a:pt x="2296160" y="1856740"/>
                      <a:pt x="2391410" y="1667510"/>
                    </a:cubicBezTo>
                    <a:cubicBezTo>
                      <a:pt x="2429510" y="1591310"/>
                      <a:pt x="2454910" y="1568450"/>
                      <a:pt x="2504440" y="1521460"/>
                    </a:cubicBezTo>
                    <a:cubicBezTo>
                      <a:pt x="2567940" y="1460500"/>
                      <a:pt x="2694940" y="1405890"/>
                      <a:pt x="2755900" y="1342390"/>
                    </a:cubicBezTo>
                    <a:cubicBezTo>
                      <a:pt x="2802890" y="1292860"/>
                      <a:pt x="2830830" y="1243330"/>
                      <a:pt x="2854960" y="1186180"/>
                    </a:cubicBezTo>
                    <a:cubicBezTo>
                      <a:pt x="2880360" y="1127760"/>
                      <a:pt x="2894330" y="1056640"/>
                      <a:pt x="2900680" y="995680"/>
                    </a:cubicBezTo>
                    <a:cubicBezTo>
                      <a:pt x="2908300" y="941070"/>
                      <a:pt x="2907030" y="883920"/>
                      <a:pt x="2900680" y="838200"/>
                    </a:cubicBezTo>
                    <a:cubicBezTo>
                      <a:pt x="2895600" y="801370"/>
                      <a:pt x="2896870" y="763270"/>
                      <a:pt x="2874010" y="740410"/>
                    </a:cubicBezTo>
                    <a:cubicBezTo>
                      <a:pt x="2843530" y="711200"/>
                      <a:pt x="2766060" y="703580"/>
                      <a:pt x="2717800" y="699770"/>
                    </a:cubicBezTo>
                    <a:cubicBezTo>
                      <a:pt x="2677160" y="697230"/>
                      <a:pt x="2644140" y="701040"/>
                      <a:pt x="2603500" y="712470"/>
                    </a:cubicBezTo>
                    <a:cubicBezTo>
                      <a:pt x="2551430" y="728980"/>
                      <a:pt x="2480310" y="770890"/>
                      <a:pt x="2437130" y="797560"/>
                    </a:cubicBezTo>
                    <a:cubicBezTo>
                      <a:pt x="2405380" y="816610"/>
                      <a:pt x="2373630" y="829310"/>
                      <a:pt x="2359660" y="854710"/>
                    </a:cubicBezTo>
                    <a:cubicBezTo>
                      <a:pt x="2346960" y="877570"/>
                      <a:pt x="2362200" y="906780"/>
                      <a:pt x="2353310" y="939800"/>
                    </a:cubicBezTo>
                    <a:cubicBezTo>
                      <a:pt x="2340610" y="990600"/>
                      <a:pt x="2293620" y="1052830"/>
                      <a:pt x="2270760" y="1122680"/>
                    </a:cubicBezTo>
                    <a:cubicBezTo>
                      <a:pt x="2244090" y="1209040"/>
                      <a:pt x="2225040" y="1336040"/>
                      <a:pt x="2213610" y="1422400"/>
                    </a:cubicBezTo>
                    <a:cubicBezTo>
                      <a:pt x="2204720" y="1487170"/>
                      <a:pt x="2208530" y="1534160"/>
                      <a:pt x="2199640" y="1593850"/>
                    </a:cubicBezTo>
                    <a:cubicBezTo>
                      <a:pt x="2188210" y="1661160"/>
                      <a:pt x="2155190" y="1748790"/>
                      <a:pt x="2147570" y="1805940"/>
                    </a:cubicBezTo>
                    <a:cubicBezTo>
                      <a:pt x="2141220" y="1842770"/>
                      <a:pt x="2148840" y="1858010"/>
                      <a:pt x="2141220" y="1901190"/>
                    </a:cubicBezTo>
                    <a:cubicBezTo>
                      <a:pt x="2127250" y="1991360"/>
                      <a:pt x="2058670" y="2232660"/>
                      <a:pt x="2023110" y="2315210"/>
                    </a:cubicBezTo>
                    <a:cubicBezTo>
                      <a:pt x="2007870" y="2353310"/>
                      <a:pt x="1987550" y="2367280"/>
                      <a:pt x="1977390" y="2393950"/>
                    </a:cubicBezTo>
                    <a:cubicBezTo>
                      <a:pt x="1968500" y="2419350"/>
                      <a:pt x="1978660" y="2444750"/>
                      <a:pt x="1967230" y="2472690"/>
                    </a:cubicBezTo>
                    <a:cubicBezTo>
                      <a:pt x="1950720" y="2515870"/>
                      <a:pt x="1901190" y="2578100"/>
                      <a:pt x="1868170" y="2617470"/>
                    </a:cubicBezTo>
                    <a:cubicBezTo>
                      <a:pt x="1840230" y="2650490"/>
                      <a:pt x="1816100" y="2682240"/>
                      <a:pt x="1784350" y="2697480"/>
                    </a:cubicBezTo>
                    <a:cubicBezTo>
                      <a:pt x="1757680" y="2711450"/>
                      <a:pt x="1727200" y="2712720"/>
                      <a:pt x="1695450" y="2711450"/>
                    </a:cubicBezTo>
                    <a:cubicBezTo>
                      <a:pt x="1658620" y="2710180"/>
                      <a:pt x="1612900" y="2696210"/>
                      <a:pt x="1577340" y="2682240"/>
                    </a:cubicBezTo>
                    <a:cubicBezTo>
                      <a:pt x="1541780" y="2668270"/>
                      <a:pt x="1516380" y="2650490"/>
                      <a:pt x="1480820" y="2625090"/>
                    </a:cubicBezTo>
                    <a:cubicBezTo>
                      <a:pt x="1432560" y="2590800"/>
                      <a:pt x="1361440" y="2529840"/>
                      <a:pt x="1320800" y="2487930"/>
                    </a:cubicBezTo>
                    <a:cubicBezTo>
                      <a:pt x="1291590" y="2458720"/>
                      <a:pt x="1277620" y="2442210"/>
                      <a:pt x="1250950" y="2405380"/>
                    </a:cubicBezTo>
                    <a:cubicBezTo>
                      <a:pt x="1205230" y="2343150"/>
                      <a:pt x="1135380" y="2226310"/>
                      <a:pt x="1084580" y="2136140"/>
                    </a:cubicBezTo>
                    <a:cubicBezTo>
                      <a:pt x="1033780" y="2048510"/>
                      <a:pt x="981710" y="1925320"/>
                      <a:pt x="943610" y="1870710"/>
                    </a:cubicBezTo>
                    <a:cubicBezTo>
                      <a:pt x="923290" y="1841500"/>
                      <a:pt x="906780" y="1837690"/>
                      <a:pt x="889000" y="1811020"/>
                    </a:cubicBezTo>
                    <a:cubicBezTo>
                      <a:pt x="862330" y="1771650"/>
                      <a:pt x="820420" y="1690370"/>
                      <a:pt x="808990" y="1649730"/>
                    </a:cubicBezTo>
                    <a:cubicBezTo>
                      <a:pt x="802640" y="1626870"/>
                      <a:pt x="801370" y="1611630"/>
                      <a:pt x="806450" y="1595120"/>
                    </a:cubicBezTo>
                    <a:cubicBezTo>
                      <a:pt x="810260" y="1578610"/>
                      <a:pt x="822960" y="1560830"/>
                      <a:pt x="835660" y="1549400"/>
                    </a:cubicBezTo>
                    <a:cubicBezTo>
                      <a:pt x="849630" y="1539240"/>
                      <a:pt x="869950" y="1530350"/>
                      <a:pt x="887730" y="1531620"/>
                    </a:cubicBezTo>
                    <a:cubicBezTo>
                      <a:pt x="910590" y="1534160"/>
                      <a:pt x="944880" y="1549400"/>
                      <a:pt x="958850" y="1569720"/>
                    </a:cubicBezTo>
                    <a:cubicBezTo>
                      <a:pt x="971550" y="1588770"/>
                      <a:pt x="976630" y="1626870"/>
                      <a:pt x="967740" y="1648460"/>
                    </a:cubicBezTo>
                    <a:cubicBezTo>
                      <a:pt x="958850" y="1671320"/>
                      <a:pt x="928370" y="1694180"/>
                      <a:pt x="906780" y="1700530"/>
                    </a:cubicBezTo>
                    <a:cubicBezTo>
                      <a:pt x="889000" y="1706880"/>
                      <a:pt x="868680" y="1701800"/>
                      <a:pt x="853440" y="1695450"/>
                    </a:cubicBezTo>
                    <a:cubicBezTo>
                      <a:pt x="836930" y="1687830"/>
                      <a:pt x="820420" y="1675130"/>
                      <a:pt x="812800" y="1657350"/>
                    </a:cubicBezTo>
                    <a:cubicBezTo>
                      <a:pt x="803910" y="1637030"/>
                      <a:pt x="801370" y="1598930"/>
                      <a:pt x="812800" y="1577340"/>
                    </a:cubicBezTo>
                    <a:cubicBezTo>
                      <a:pt x="824230" y="1557020"/>
                      <a:pt x="854710" y="1535430"/>
                      <a:pt x="878840" y="1532890"/>
                    </a:cubicBezTo>
                    <a:cubicBezTo>
                      <a:pt x="901700" y="1530350"/>
                      <a:pt x="923290" y="1536700"/>
                      <a:pt x="952500" y="1562100"/>
                    </a:cubicBezTo>
                    <a:cubicBezTo>
                      <a:pt x="1050290" y="1644650"/>
                      <a:pt x="1245870" y="2137410"/>
                      <a:pt x="1393190" y="2313940"/>
                    </a:cubicBezTo>
                    <a:cubicBezTo>
                      <a:pt x="1490980" y="2432050"/>
                      <a:pt x="1624330" y="2570480"/>
                      <a:pt x="1686560" y="2567940"/>
                    </a:cubicBezTo>
                    <a:cubicBezTo>
                      <a:pt x="1717040" y="2566670"/>
                      <a:pt x="1733550" y="2526030"/>
                      <a:pt x="1752600" y="2501900"/>
                    </a:cubicBezTo>
                    <a:cubicBezTo>
                      <a:pt x="1772920" y="2475230"/>
                      <a:pt x="1791970" y="2442210"/>
                      <a:pt x="1803400" y="2413000"/>
                    </a:cubicBezTo>
                    <a:cubicBezTo>
                      <a:pt x="1812290" y="2386330"/>
                      <a:pt x="1808480" y="2368550"/>
                      <a:pt x="1817370" y="2332990"/>
                    </a:cubicBezTo>
                    <a:cubicBezTo>
                      <a:pt x="1837690" y="2263140"/>
                      <a:pt x="1902460" y="2133600"/>
                      <a:pt x="1935480" y="2021840"/>
                    </a:cubicBezTo>
                    <a:cubicBezTo>
                      <a:pt x="1972310" y="1898650"/>
                      <a:pt x="2002790" y="1744980"/>
                      <a:pt x="2020570" y="1624330"/>
                    </a:cubicBezTo>
                    <a:cubicBezTo>
                      <a:pt x="2034540" y="1524000"/>
                      <a:pt x="2029460" y="1440180"/>
                      <a:pt x="2043430" y="1348740"/>
                    </a:cubicBezTo>
                    <a:cubicBezTo>
                      <a:pt x="2057400" y="1253490"/>
                      <a:pt x="2080260" y="1145540"/>
                      <a:pt x="2104390" y="1064260"/>
                    </a:cubicBezTo>
                    <a:cubicBezTo>
                      <a:pt x="2124710" y="1000760"/>
                      <a:pt x="2150110" y="941070"/>
                      <a:pt x="2171700" y="899160"/>
                    </a:cubicBezTo>
                    <a:cubicBezTo>
                      <a:pt x="2185670" y="871220"/>
                      <a:pt x="2204720" y="857250"/>
                      <a:pt x="2213610" y="833120"/>
                    </a:cubicBezTo>
                    <a:cubicBezTo>
                      <a:pt x="2223770" y="808990"/>
                      <a:pt x="2212340" y="781050"/>
                      <a:pt x="2228850" y="753110"/>
                    </a:cubicBezTo>
                    <a:cubicBezTo>
                      <a:pt x="2254250" y="708660"/>
                      <a:pt x="2341880" y="650240"/>
                      <a:pt x="2391410" y="615950"/>
                    </a:cubicBezTo>
                    <a:cubicBezTo>
                      <a:pt x="2429510" y="590550"/>
                      <a:pt x="2454910" y="572770"/>
                      <a:pt x="2496820" y="557530"/>
                    </a:cubicBezTo>
                    <a:cubicBezTo>
                      <a:pt x="2550160" y="538480"/>
                      <a:pt x="2642870" y="525780"/>
                      <a:pt x="2693670" y="521970"/>
                    </a:cubicBezTo>
                    <a:cubicBezTo>
                      <a:pt x="2724150" y="520700"/>
                      <a:pt x="2739390" y="520700"/>
                      <a:pt x="2769870" y="525780"/>
                    </a:cubicBezTo>
                    <a:cubicBezTo>
                      <a:pt x="2818130" y="534670"/>
                      <a:pt x="2900680" y="547370"/>
                      <a:pt x="2950210" y="584200"/>
                    </a:cubicBezTo>
                    <a:cubicBezTo>
                      <a:pt x="3004820" y="623570"/>
                      <a:pt x="3054350" y="687070"/>
                      <a:pt x="3077210" y="759460"/>
                    </a:cubicBezTo>
                    <a:cubicBezTo>
                      <a:pt x="3106420" y="849630"/>
                      <a:pt x="3100070" y="1032510"/>
                      <a:pt x="3074670" y="1097280"/>
                    </a:cubicBezTo>
                    <a:cubicBezTo>
                      <a:pt x="3061970" y="1130300"/>
                      <a:pt x="3031490" y="1137920"/>
                      <a:pt x="3020060" y="1162050"/>
                    </a:cubicBezTo>
                    <a:cubicBezTo>
                      <a:pt x="3007360" y="1184910"/>
                      <a:pt x="3012440" y="1209040"/>
                      <a:pt x="3002280" y="1240790"/>
                    </a:cubicBezTo>
                    <a:cubicBezTo>
                      <a:pt x="2987040" y="1289050"/>
                      <a:pt x="2955290" y="1374140"/>
                      <a:pt x="2923540" y="1422400"/>
                    </a:cubicBezTo>
                    <a:cubicBezTo>
                      <a:pt x="2898140" y="1459230"/>
                      <a:pt x="2871470" y="1485900"/>
                      <a:pt x="2838450" y="1511300"/>
                    </a:cubicBezTo>
                    <a:cubicBezTo>
                      <a:pt x="2802890" y="1539240"/>
                      <a:pt x="2758440" y="1551940"/>
                      <a:pt x="2715260" y="1582420"/>
                    </a:cubicBezTo>
                    <a:cubicBezTo>
                      <a:pt x="2661920" y="1621790"/>
                      <a:pt x="2569210" y="1684020"/>
                      <a:pt x="2546350" y="1731010"/>
                    </a:cubicBezTo>
                    <a:cubicBezTo>
                      <a:pt x="2532380" y="1760220"/>
                      <a:pt x="2548890" y="1781810"/>
                      <a:pt x="2542540" y="1813560"/>
                    </a:cubicBezTo>
                    <a:cubicBezTo>
                      <a:pt x="2531110" y="1861820"/>
                      <a:pt x="2485390" y="1943100"/>
                      <a:pt x="2472690" y="1992630"/>
                    </a:cubicBezTo>
                    <a:cubicBezTo>
                      <a:pt x="2465070" y="2026920"/>
                      <a:pt x="2471420" y="2038350"/>
                      <a:pt x="2462530" y="2080260"/>
                    </a:cubicBezTo>
                    <a:cubicBezTo>
                      <a:pt x="2437130" y="2204720"/>
                      <a:pt x="2307590" y="2668270"/>
                      <a:pt x="2252980" y="2795270"/>
                    </a:cubicBezTo>
                    <a:cubicBezTo>
                      <a:pt x="2232660" y="2844800"/>
                      <a:pt x="2214880" y="2848610"/>
                      <a:pt x="2195830" y="2891790"/>
                    </a:cubicBezTo>
                    <a:cubicBezTo>
                      <a:pt x="2165350" y="2967990"/>
                      <a:pt x="2142490" y="3153410"/>
                      <a:pt x="2110740" y="3219450"/>
                    </a:cubicBezTo>
                    <a:cubicBezTo>
                      <a:pt x="2095500" y="3252470"/>
                      <a:pt x="2076450" y="3262630"/>
                      <a:pt x="2063750" y="3286760"/>
                    </a:cubicBezTo>
                    <a:cubicBezTo>
                      <a:pt x="2049780" y="3313430"/>
                      <a:pt x="2045970" y="3346450"/>
                      <a:pt x="2034540" y="3373120"/>
                    </a:cubicBezTo>
                    <a:cubicBezTo>
                      <a:pt x="2021840" y="3398520"/>
                      <a:pt x="2009140" y="3422650"/>
                      <a:pt x="1991360" y="3442970"/>
                    </a:cubicBezTo>
                    <a:cubicBezTo>
                      <a:pt x="1974850" y="3464560"/>
                      <a:pt x="1958340" y="3478530"/>
                      <a:pt x="1931670" y="3498850"/>
                    </a:cubicBezTo>
                    <a:cubicBezTo>
                      <a:pt x="1888490" y="3530600"/>
                      <a:pt x="1803400" y="3585210"/>
                      <a:pt x="1750060" y="3610610"/>
                    </a:cubicBezTo>
                    <a:cubicBezTo>
                      <a:pt x="1713230" y="3629660"/>
                      <a:pt x="1681480" y="3643630"/>
                      <a:pt x="1649730" y="3646170"/>
                    </a:cubicBezTo>
                    <a:cubicBezTo>
                      <a:pt x="1620520" y="3649980"/>
                      <a:pt x="1590040" y="3646170"/>
                      <a:pt x="1567180" y="3634740"/>
                    </a:cubicBezTo>
                    <a:cubicBezTo>
                      <a:pt x="1543050" y="3623310"/>
                      <a:pt x="1529080" y="3592830"/>
                      <a:pt x="1507490" y="3577590"/>
                    </a:cubicBezTo>
                    <a:cubicBezTo>
                      <a:pt x="1485900" y="3562350"/>
                      <a:pt x="1459230" y="3561080"/>
                      <a:pt x="1435100" y="3540760"/>
                    </a:cubicBezTo>
                    <a:cubicBezTo>
                      <a:pt x="1402080" y="3514090"/>
                      <a:pt x="1369060" y="3450590"/>
                      <a:pt x="1337310" y="3418840"/>
                    </a:cubicBezTo>
                    <a:cubicBezTo>
                      <a:pt x="1314450" y="3395980"/>
                      <a:pt x="1287780" y="3387090"/>
                      <a:pt x="1268730" y="3364230"/>
                    </a:cubicBezTo>
                    <a:cubicBezTo>
                      <a:pt x="1248410" y="3337560"/>
                      <a:pt x="1243330" y="3298190"/>
                      <a:pt x="1223010" y="3266440"/>
                    </a:cubicBezTo>
                    <a:cubicBezTo>
                      <a:pt x="1201420" y="3232150"/>
                      <a:pt x="1174750" y="3213100"/>
                      <a:pt x="1141730" y="3164840"/>
                    </a:cubicBezTo>
                    <a:cubicBezTo>
                      <a:pt x="1071880" y="3065780"/>
                      <a:pt x="937260" y="2813050"/>
                      <a:pt x="850900" y="2680970"/>
                    </a:cubicBezTo>
                    <a:cubicBezTo>
                      <a:pt x="788670" y="2585720"/>
                      <a:pt x="749300" y="2529840"/>
                      <a:pt x="680720" y="2439670"/>
                    </a:cubicBezTo>
                    <a:cubicBezTo>
                      <a:pt x="588010" y="2317750"/>
                      <a:pt x="397510" y="2115820"/>
                      <a:pt x="339090" y="2021840"/>
                    </a:cubicBezTo>
                    <a:cubicBezTo>
                      <a:pt x="312420" y="1978660"/>
                      <a:pt x="313690" y="1958340"/>
                      <a:pt x="294640" y="1921510"/>
                    </a:cubicBezTo>
                    <a:cubicBezTo>
                      <a:pt x="266700" y="1869440"/>
                      <a:pt x="209550" y="1797050"/>
                      <a:pt x="181610" y="1742440"/>
                    </a:cubicBezTo>
                    <a:cubicBezTo>
                      <a:pt x="161290" y="1699260"/>
                      <a:pt x="157480" y="1666240"/>
                      <a:pt x="137160" y="1623060"/>
                    </a:cubicBezTo>
                    <a:cubicBezTo>
                      <a:pt x="113030" y="1568450"/>
                      <a:pt x="60960" y="1508760"/>
                      <a:pt x="39370" y="1446530"/>
                    </a:cubicBezTo>
                    <a:cubicBezTo>
                      <a:pt x="17780" y="1384300"/>
                      <a:pt x="10160" y="1313180"/>
                      <a:pt x="5080" y="1249680"/>
                    </a:cubicBezTo>
                    <a:cubicBezTo>
                      <a:pt x="0" y="1192530"/>
                      <a:pt x="1270" y="1130300"/>
                      <a:pt x="6350" y="1082040"/>
                    </a:cubicBezTo>
                    <a:cubicBezTo>
                      <a:pt x="10160" y="1045210"/>
                      <a:pt x="17780" y="1017270"/>
                      <a:pt x="27940" y="986790"/>
                    </a:cubicBezTo>
                    <a:cubicBezTo>
                      <a:pt x="38100" y="958850"/>
                      <a:pt x="41910" y="937260"/>
                      <a:pt x="64770" y="908050"/>
                    </a:cubicBezTo>
                    <a:cubicBezTo>
                      <a:pt x="107950" y="853440"/>
                      <a:pt x="256540" y="765810"/>
                      <a:pt x="308610" y="713740"/>
                    </a:cubicBezTo>
                    <a:cubicBezTo>
                      <a:pt x="339090" y="685800"/>
                      <a:pt x="339090" y="668020"/>
                      <a:pt x="370840" y="640080"/>
                    </a:cubicBezTo>
                    <a:cubicBezTo>
                      <a:pt x="436880" y="580390"/>
                      <a:pt x="637540" y="466090"/>
                      <a:pt x="711200" y="408940"/>
                    </a:cubicBezTo>
                    <a:cubicBezTo>
                      <a:pt x="749300" y="379730"/>
                      <a:pt x="775970" y="370840"/>
                      <a:pt x="793750" y="337820"/>
                    </a:cubicBezTo>
                    <a:cubicBezTo>
                      <a:pt x="815340" y="297180"/>
                      <a:pt x="825500" y="213360"/>
                      <a:pt x="810260" y="173990"/>
                    </a:cubicBezTo>
                    <a:cubicBezTo>
                      <a:pt x="800100" y="146050"/>
                      <a:pt x="756920" y="135890"/>
                      <a:pt x="746760" y="114300"/>
                    </a:cubicBezTo>
                    <a:cubicBezTo>
                      <a:pt x="737870" y="97790"/>
                      <a:pt x="736600" y="76200"/>
                      <a:pt x="741680" y="59690"/>
                    </a:cubicBezTo>
                    <a:cubicBezTo>
                      <a:pt x="749300" y="39370"/>
                      <a:pt x="772160" y="13970"/>
                      <a:pt x="792480" y="6350"/>
                    </a:cubicBezTo>
                    <a:cubicBezTo>
                      <a:pt x="812800" y="0"/>
                      <a:pt x="864870" y="17780"/>
                      <a:pt x="864870" y="17780"/>
                    </a:cubicBezTo>
                  </a:path>
                </a:pathLst>
              </a:custGeom>
              <a:solidFill>
                <a:srgbClr val="FFFFFF"/>
              </a:solidFill>
              <a:ln cap="sq">
                <a:noFill/>
                <a:prstDash val="solid"/>
                <a:miter/>
              </a:ln>
            </p:spPr>
          </p:sp>
        </p:grpSp>
        <p:grpSp>
          <p:nvGrpSpPr>
            <p:cNvPr id="20" name="Group 20"/>
            <p:cNvGrpSpPr/>
            <p:nvPr/>
          </p:nvGrpSpPr>
          <p:grpSpPr>
            <a:xfrm>
              <a:off x="3667194" y="1303891"/>
              <a:ext cx="2509085" cy="1849896"/>
              <a:chOff x="0" y="0"/>
              <a:chExt cx="3519170" cy="2594610"/>
            </a:xfrm>
          </p:grpSpPr>
          <p:sp>
            <p:nvSpPr>
              <p:cNvPr id="21" name="Freeform 21"/>
              <p:cNvSpPr/>
              <p:nvPr/>
            </p:nvSpPr>
            <p:spPr>
              <a:xfrm>
                <a:off x="43180" y="43180"/>
                <a:ext cx="3458210" cy="2506980"/>
              </a:xfrm>
              <a:custGeom>
                <a:avLst/>
                <a:gdLst/>
                <a:ahLst/>
                <a:cxnLst/>
                <a:rect l="l" t="t" r="r" b="b"/>
                <a:pathLst>
                  <a:path w="3458210" h="2506980">
                    <a:moveTo>
                      <a:pt x="165100" y="80010"/>
                    </a:moveTo>
                    <a:cubicBezTo>
                      <a:pt x="180340" y="267970"/>
                      <a:pt x="194310" y="285750"/>
                      <a:pt x="199390" y="320040"/>
                    </a:cubicBezTo>
                    <a:cubicBezTo>
                      <a:pt x="207010" y="369570"/>
                      <a:pt x="195580" y="455930"/>
                      <a:pt x="203200" y="505460"/>
                    </a:cubicBezTo>
                    <a:cubicBezTo>
                      <a:pt x="208280" y="539750"/>
                      <a:pt x="218440" y="549910"/>
                      <a:pt x="227330" y="591820"/>
                    </a:cubicBezTo>
                    <a:cubicBezTo>
                      <a:pt x="251460" y="699770"/>
                      <a:pt x="288290" y="1062990"/>
                      <a:pt x="312420" y="1186180"/>
                    </a:cubicBezTo>
                    <a:cubicBezTo>
                      <a:pt x="323850" y="1243330"/>
                      <a:pt x="334010" y="1259840"/>
                      <a:pt x="342900" y="1309370"/>
                    </a:cubicBezTo>
                    <a:cubicBezTo>
                      <a:pt x="354330" y="1381760"/>
                      <a:pt x="354330" y="1489710"/>
                      <a:pt x="367030" y="1583690"/>
                    </a:cubicBezTo>
                    <a:cubicBezTo>
                      <a:pt x="379730" y="1684020"/>
                      <a:pt x="392430" y="1824990"/>
                      <a:pt x="417830" y="1891030"/>
                    </a:cubicBezTo>
                    <a:cubicBezTo>
                      <a:pt x="431800" y="1925320"/>
                      <a:pt x="445770" y="1948180"/>
                      <a:pt x="467360" y="1963420"/>
                    </a:cubicBezTo>
                    <a:cubicBezTo>
                      <a:pt x="490220" y="1979930"/>
                      <a:pt x="516890" y="1979930"/>
                      <a:pt x="554990" y="1987550"/>
                    </a:cubicBezTo>
                    <a:cubicBezTo>
                      <a:pt x="621030" y="2000250"/>
                      <a:pt x="767080" y="2000250"/>
                      <a:pt x="836930" y="2020570"/>
                    </a:cubicBezTo>
                    <a:cubicBezTo>
                      <a:pt x="882650" y="2034540"/>
                      <a:pt x="906780" y="2048510"/>
                      <a:pt x="944880" y="2071370"/>
                    </a:cubicBezTo>
                    <a:cubicBezTo>
                      <a:pt x="993140" y="2100580"/>
                      <a:pt x="1050290" y="2164080"/>
                      <a:pt x="1098550" y="2184400"/>
                    </a:cubicBezTo>
                    <a:cubicBezTo>
                      <a:pt x="1132840" y="2199640"/>
                      <a:pt x="1158240" y="2192020"/>
                      <a:pt x="1195070" y="2203450"/>
                    </a:cubicBezTo>
                    <a:cubicBezTo>
                      <a:pt x="1245870" y="2219960"/>
                      <a:pt x="1287780" y="2268220"/>
                      <a:pt x="1371600" y="2287270"/>
                    </a:cubicBezTo>
                    <a:cubicBezTo>
                      <a:pt x="1548130" y="2326640"/>
                      <a:pt x="2015490" y="2277110"/>
                      <a:pt x="2227580" y="2289810"/>
                    </a:cubicBezTo>
                    <a:cubicBezTo>
                      <a:pt x="2355850" y="2297430"/>
                      <a:pt x="2413000" y="2317750"/>
                      <a:pt x="2532380" y="2325370"/>
                    </a:cubicBezTo>
                    <a:cubicBezTo>
                      <a:pt x="2703830" y="2334260"/>
                      <a:pt x="3051810" y="2372360"/>
                      <a:pt x="3155950" y="2324100"/>
                    </a:cubicBezTo>
                    <a:cubicBezTo>
                      <a:pt x="3201670" y="2303780"/>
                      <a:pt x="3218180" y="2266950"/>
                      <a:pt x="3232150" y="2235200"/>
                    </a:cubicBezTo>
                    <a:cubicBezTo>
                      <a:pt x="3246120" y="2207260"/>
                      <a:pt x="3243580" y="2193290"/>
                      <a:pt x="3247390" y="2145030"/>
                    </a:cubicBezTo>
                    <a:cubicBezTo>
                      <a:pt x="3261360" y="1964690"/>
                      <a:pt x="3274060" y="1031240"/>
                      <a:pt x="3247390" y="838200"/>
                    </a:cubicBezTo>
                    <a:cubicBezTo>
                      <a:pt x="3239770" y="782320"/>
                      <a:pt x="3243580" y="755650"/>
                      <a:pt x="3216910" y="732790"/>
                    </a:cubicBezTo>
                    <a:cubicBezTo>
                      <a:pt x="3181350" y="701040"/>
                      <a:pt x="3114040" y="709930"/>
                      <a:pt x="3021330" y="703580"/>
                    </a:cubicBezTo>
                    <a:cubicBezTo>
                      <a:pt x="2797810" y="685800"/>
                      <a:pt x="2096770" y="717550"/>
                      <a:pt x="1877060" y="697230"/>
                    </a:cubicBezTo>
                    <a:cubicBezTo>
                      <a:pt x="1785620" y="688340"/>
                      <a:pt x="1755140" y="666750"/>
                      <a:pt x="1686560" y="662940"/>
                    </a:cubicBezTo>
                    <a:cubicBezTo>
                      <a:pt x="1606550" y="657860"/>
                      <a:pt x="1478280" y="641350"/>
                      <a:pt x="1424940" y="680720"/>
                    </a:cubicBezTo>
                    <a:cubicBezTo>
                      <a:pt x="1380490" y="712470"/>
                      <a:pt x="1374140" y="786130"/>
                      <a:pt x="1360170" y="843280"/>
                    </a:cubicBezTo>
                    <a:cubicBezTo>
                      <a:pt x="1346200" y="900430"/>
                      <a:pt x="1339850" y="971550"/>
                      <a:pt x="1341120" y="1023620"/>
                    </a:cubicBezTo>
                    <a:cubicBezTo>
                      <a:pt x="1341120" y="1060450"/>
                      <a:pt x="1347470" y="1089660"/>
                      <a:pt x="1352550" y="1121410"/>
                    </a:cubicBezTo>
                    <a:cubicBezTo>
                      <a:pt x="1357630" y="1153160"/>
                      <a:pt x="1361440" y="1184910"/>
                      <a:pt x="1371600" y="1214120"/>
                    </a:cubicBezTo>
                    <a:cubicBezTo>
                      <a:pt x="1380490" y="1242060"/>
                      <a:pt x="1402080" y="1266190"/>
                      <a:pt x="1410970" y="1294130"/>
                    </a:cubicBezTo>
                    <a:cubicBezTo>
                      <a:pt x="1419860" y="1322070"/>
                      <a:pt x="1416050" y="1352550"/>
                      <a:pt x="1426210" y="1381760"/>
                    </a:cubicBezTo>
                    <a:cubicBezTo>
                      <a:pt x="1436370" y="1412240"/>
                      <a:pt x="1457960" y="1433830"/>
                      <a:pt x="1473200" y="1473200"/>
                    </a:cubicBezTo>
                    <a:cubicBezTo>
                      <a:pt x="1498600" y="1537970"/>
                      <a:pt x="1539240" y="1675130"/>
                      <a:pt x="1548130" y="1741170"/>
                    </a:cubicBezTo>
                    <a:cubicBezTo>
                      <a:pt x="1551940" y="1776730"/>
                      <a:pt x="1535430" y="1811020"/>
                      <a:pt x="1545590" y="1826260"/>
                    </a:cubicBezTo>
                    <a:cubicBezTo>
                      <a:pt x="1553210" y="1836420"/>
                      <a:pt x="1570990" y="1830070"/>
                      <a:pt x="1581150" y="1838960"/>
                    </a:cubicBezTo>
                    <a:cubicBezTo>
                      <a:pt x="1592580" y="1849120"/>
                      <a:pt x="1604010" y="1870710"/>
                      <a:pt x="1605280" y="1889760"/>
                    </a:cubicBezTo>
                    <a:cubicBezTo>
                      <a:pt x="1605280" y="1912620"/>
                      <a:pt x="1590040" y="1950720"/>
                      <a:pt x="1573530" y="1967230"/>
                    </a:cubicBezTo>
                    <a:cubicBezTo>
                      <a:pt x="1560830" y="1979930"/>
                      <a:pt x="1539240" y="1987550"/>
                      <a:pt x="1521460" y="1987550"/>
                    </a:cubicBezTo>
                    <a:cubicBezTo>
                      <a:pt x="1503680" y="1988820"/>
                      <a:pt x="1482090" y="1985010"/>
                      <a:pt x="1466850" y="1972310"/>
                    </a:cubicBezTo>
                    <a:cubicBezTo>
                      <a:pt x="1449070" y="1958340"/>
                      <a:pt x="1427480" y="1924050"/>
                      <a:pt x="1427480" y="1899920"/>
                    </a:cubicBezTo>
                    <a:cubicBezTo>
                      <a:pt x="1427480" y="1874520"/>
                      <a:pt x="1446530" y="1840230"/>
                      <a:pt x="1466850" y="1826260"/>
                    </a:cubicBezTo>
                    <a:cubicBezTo>
                      <a:pt x="1487170" y="1812290"/>
                      <a:pt x="1526540" y="1808480"/>
                      <a:pt x="1549400" y="1817370"/>
                    </a:cubicBezTo>
                    <a:cubicBezTo>
                      <a:pt x="1572260" y="1826260"/>
                      <a:pt x="1597660" y="1856740"/>
                      <a:pt x="1602740" y="1880870"/>
                    </a:cubicBezTo>
                    <a:cubicBezTo>
                      <a:pt x="1607820" y="1903730"/>
                      <a:pt x="1597660" y="1943100"/>
                      <a:pt x="1581150" y="1960880"/>
                    </a:cubicBezTo>
                    <a:cubicBezTo>
                      <a:pt x="1564640" y="1978660"/>
                      <a:pt x="1525270" y="1988820"/>
                      <a:pt x="1502410" y="1987550"/>
                    </a:cubicBezTo>
                    <a:cubicBezTo>
                      <a:pt x="1483360" y="1985010"/>
                      <a:pt x="1468120" y="1977390"/>
                      <a:pt x="1451610" y="1960880"/>
                    </a:cubicBezTo>
                    <a:cubicBezTo>
                      <a:pt x="1422400" y="1929130"/>
                      <a:pt x="1394460" y="1846580"/>
                      <a:pt x="1374140" y="1785620"/>
                    </a:cubicBezTo>
                    <a:cubicBezTo>
                      <a:pt x="1351280" y="1722120"/>
                      <a:pt x="1346200" y="1661160"/>
                      <a:pt x="1323340" y="1586230"/>
                    </a:cubicBezTo>
                    <a:cubicBezTo>
                      <a:pt x="1292860" y="1485900"/>
                      <a:pt x="1226820" y="1334770"/>
                      <a:pt x="1198880" y="1238250"/>
                    </a:cubicBezTo>
                    <a:cubicBezTo>
                      <a:pt x="1181100" y="1170940"/>
                      <a:pt x="1167130" y="1130300"/>
                      <a:pt x="1163320" y="1064260"/>
                    </a:cubicBezTo>
                    <a:cubicBezTo>
                      <a:pt x="1159510" y="980440"/>
                      <a:pt x="1167130" y="857250"/>
                      <a:pt x="1192530" y="770890"/>
                    </a:cubicBezTo>
                    <a:cubicBezTo>
                      <a:pt x="1215390" y="694690"/>
                      <a:pt x="1256030" y="612140"/>
                      <a:pt x="1295400" y="568960"/>
                    </a:cubicBezTo>
                    <a:cubicBezTo>
                      <a:pt x="1322070" y="539750"/>
                      <a:pt x="1347470" y="528320"/>
                      <a:pt x="1383030" y="514350"/>
                    </a:cubicBezTo>
                    <a:cubicBezTo>
                      <a:pt x="1432560" y="496570"/>
                      <a:pt x="1511300" y="491490"/>
                      <a:pt x="1573530" y="487680"/>
                    </a:cubicBezTo>
                    <a:cubicBezTo>
                      <a:pt x="1634490" y="483870"/>
                      <a:pt x="1697990" y="486410"/>
                      <a:pt x="1751330" y="494030"/>
                    </a:cubicBezTo>
                    <a:cubicBezTo>
                      <a:pt x="1797050" y="500380"/>
                      <a:pt x="1812290" y="515620"/>
                      <a:pt x="1877060" y="523240"/>
                    </a:cubicBezTo>
                    <a:cubicBezTo>
                      <a:pt x="2070100" y="546100"/>
                      <a:pt x="2846070" y="509270"/>
                      <a:pt x="3069590" y="533400"/>
                    </a:cubicBezTo>
                    <a:cubicBezTo>
                      <a:pt x="3157220" y="542290"/>
                      <a:pt x="3202940" y="554990"/>
                      <a:pt x="3251200" y="571500"/>
                    </a:cubicBezTo>
                    <a:cubicBezTo>
                      <a:pt x="3286760" y="584200"/>
                      <a:pt x="3317240" y="594360"/>
                      <a:pt x="3340100" y="614680"/>
                    </a:cubicBezTo>
                    <a:cubicBezTo>
                      <a:pt x="3361690" y="635000"/>
                      <a:pt x="3373120" y="664210"/>
                      <a:pt x="3387090" y="692150"/>
                    </a:cubicBezTo>
                    <a:cubicBezTo>
                      <a:pt x="3402330" y="725170"/>
                      <a:pt x="3415030" y="742950"/>
                      <a:pt x="3423920" y="800100"/>
                    </a:cubicBezTo>
                    <a:cubicBezTo>
                      <a:pt x="3458210" y="1000760"/>
                      <a:pt x="3444240" y="1992630"/>
                      <a:pt x="3421380" y="2179320"/>
                    </a:cubicBezTo>
                    <a:cubicBezTo>
                      <a:pt x="3416300" y="2227580"/>
                      <a:pt x="3411220" y="2241550"/>
                      <a:pt x="3399790" y="2269490"/>
                    </a:cubicBezTo>
                    <a:cubicBezTo>
                      <a:pt x="3389630" y="2298700"/>
                      <a:pt x="3373120" y="2326640"/>
                      <a:pt x="3357880" y="2352040"/>
                    </a:cubicBezTo>
                    <a:cubicBezTo>
                      <a:pt x="3345180" y="2376170"/>
                      <a:pt x="3332480" y="2397760"/>
                      <a:pt x="3314700" y="2419350"/>
                    </a:cubicBezTo>
                    <a:cubicBezTo>
                      <a:pt x="3294380" y="2442210"/>
                      <a:pt x="3270250" y="2472690"/>
                      <a:pt x="3243580" y="2485390"/>
                    </a:cubicBezTo>
                    <a:cubicBezTo>
                      <a:pt x="3216910" y="2498090"/>
                      <a:pt x="3197860" y="2495550"/>
                      <a:pt x="3155950" y="2499360"/>
                    </a:cubicBezTo>
                    <a:cubicBezTo>
                      <a:pt x="3053080" y="2506980"/>
                      <a:pt x="2776220" y="2504440"/>
                      <a:pt x="2611120" y="2496820"/>
                    </a:cubicBezTo>
                    <a:cubicBezTo>
                      <a:pt x="2471420" y="2490470"/>
                      <a:pt x="2381250" y="2470150"/>
                      <a:pt x="2227580" y="2463800"/>
                    </a:cubicBezTo>
                    <a:cubicBezTo>
                      <a:pt x="1996440" y="2452370"/>
                      <a:pt x="1570990" y="2498090"/>
                      <a:pt x="1356360" y="2459990"/>
                    </a:cubicBezTo>
                    <a:cubicBezTo>
                      <a:pt x="1225550" y="2437130"/>
                      <a:pt x="1132840" y="2395220"/>
                      <a:pt x="1050290" y="2349500"/>
                    </a:cubicBezTo>
                    <a:cubicBezTo>
                      <a:pt x="984250" y="2312670"/>
                      <a:pt x="934720" y="2250440"/>
                      <a:pt x="889000" y="2225040"/>
                    </a:cubicBezTo>
                    <a:cubicBezTo>
                      <a:pt x="858520" y="2207260"/>
                      <a:pt x="847090" y="2203450"/>
                      <a:pt x="810260" y="2194560"/>
                    </a:cubicBezTo>
                    <a:cubicBezTo>
                      <a:pt x="732790" y="2172970"/>
                      <a:pt x="513080" y="2166620"/>
                      <a:pt x="431800" y="2137410"/>
                    </a:cubicBezTo>
                    <a:cubicBezTo>
                      <a:pt x="387350" y="2122170"/>
                      <a:pt x="364490" y="2105660"/>
                      <a:pt x="339090" y="2084070"/>
                    </a:cubicBezTo>
                    <a:cubicBezTo>
                      <a:pt x="314960" y="2063750"/>
                      <a:pt x="297180" y="2040890"/>
                      <a:pt x="283210" y="2014220"/>
                    </a:cubicBezTo>
                    <a:cubicBezTo>
                      <a:pt x="265430" y="1981200"/>
                      <a:pt x="255270" y="1948180"/>
                      <a:pt x="243840" y="1899920"/>
                    </a:cubicBezTo>
                    <a:cubicBezTo>
                      <a:pt x="224790" y="1822450"/>
                      <a:pt x="198120" y="1657350"/>
                      <a:pt x="194310" y="1584960"/>
                    </a:cubicBezTo>
                    <a:cubicBezTo>
                      <a:pt x="190500" y="1546860"/>
                      <a:pt x="198120" y="1536700"/>
                      <a:pt x="195580" y="1497330"/>
                    </a:cubicBezTo>
                    <a:cubicBezTo>
                      <a:pt x="189230" y="1410970"/>
                      <a:pt x="148590" y="1252220"/>
                      <a:pt x="124460" y="1088390"/>
                    </a:cubicBezTo>
                    <a:cubicBezTo>
                      <a:pt x="87630" y="839470"/>
                      <a:pt x="15240" y="299720"/>
                      <a:pt x="7620" y="151130"/>
                    </a:cubicBezTo>
                    <a:cubicBezTo>
                      <a:pt x="5080" y="105410"/>
                      <a:pt x="0" y="86360"/>
                      <a:pt x="10160" y="62230"/>
                    </a:cubicBezTo>
                    <a:cubicBezTo>
                      <a:pt x="19050" y="39370"/>
                      <a:pt x="38100" y="15240"/>
                      <a:pt x="58420" y="7620"/>
                    </a:cubicBezTo>
                    <a:cubicBezTo>
                      <a:pt x="78740" y="0"/>
                      <a:pt x="113030" y="3810"/>
                      <a:pt x="130810" y="16510"/>
                    </a:cubicBezTo>
                    <a:cubicBezTo>
                      <a:pt x="148590" y="27940"/>
                      <a:pt x="165100" y="80010"/>
                      <a:pt x="165100" y="80010"/>
                    </a:cubicBezTo>
                  </a:path>
                </a:pathLst>
              </a:custGeom>
              <a:solidFill>
                <a:srgbClr val="FFFFFF"/>
              </a:solidFill>
              <a:ln cap="sq">
                <a:noFill/>
                <a:prstDash val="solid"/>
                <a:miter/>
              </a:ln>
            </p:spPr>
          </p:sp>
        </p:grpSp>
        <p:grpSp>
          <p:nvGrpSpPr>
            <p:cNvPr id="22" name="Group 22"/>
            <p:cNvGrpSpPr/>
            <p:nvPr/>
          </p:nvGrpSpPr>
          <p:grpSpPr>
            <a:xfrm>
              <a:off x="3680776" y="1234169"/>
              <a:ext cx="2292675" cy="610294"/>
              <a:chOff x="0" y="0"/>
              <a:chExt cx="3215640" cy="855980"/>
            </a:xfrm>
          </p:grpSpPr>
          <p:sp>
            <p:nvSpPr>
              <p:cNvPr id="23" name="Freeform 23"/>
              <p:cNvSpPr/>
              <p:nvPr/>
            </p:nvSpPr>
            <p:spPr>
              <a:xfrm>
                <a:off x="48260" y="15240"/>
                <a:ext cx="3120390" cy="791210"/>
              </a:xfrm>
              <a:custGeom>
                <a:avLst/>
                <a:gdLst/>
                <a:ahLst/>
                <a:cxnLst/>
                <a:rect l="l" t="t" r="r" b="b"/>
                <a:pathLst>
                  <a:path w="3120390" h="791210">
                    <a:moveTo>
                      <a:pt x="80010" y="128270"/>
                    </a:moveTo>
                    <a:cubicBezTo>
                      <a:pt x="1153160" y="111760"/>
                      <a:pt x="1239520" y="81280"/>
                      <a:pt x="1314450" y="73660"/>
                    </a:cubicBezTo>
                    <a:cubicBezTo>
                      <a:pt x="1362710" y="68580"/>
                      <a:pt x="1400810" y="77470"/>
                      <a:pt x="1436370" y="71120"/>
                    </a:cubicBezTo>
                    <a:cubicBezTo>
                      <a:pt x="1466850" y="66040"/>
                      <a:pt x="1489710" y="49530"/>
                      <a:pt x="1516380" y="43180"/>
                    </a:cubicBezTo>
                    <a:cubicBezTo>
                      <a:pt x="1544320" y="38100"/>
                      <a:pt x="1558290" y="38100"/>
                      <a:pt x="1604010" y="35560"/>
                    </a:cubicBezTo>
                    <a:cubicBezTo>
                      <a:pt x="1757680" y="29210"/>
                      <a:pt x="2490470" y="0"/>
                      <a:pt x="2626360" y="39370"/>
                    </a:cubicBezTo>
                    <a:cubicBezTo>
                      <a:pt x="2664460" y="50800"/>
                      <a:pt x="2669540" y="57150"/>
                      <a:pt x="2692400" y="81280"/>
                    </a:cubicBezTo>
                    <a:cubicBezTo>
                      <a:pt x="2734310" y="128270"/>
                      <a:pt x="2771140" y="257810"/>
                      <a:pt x="2823210" y="339090"/>
                    </a:cubicBezTo>
                    <a:cubicBezTo>
                      <a:pt x="2877820" y="424180"/>
                      <a:pt x="2961640" y="532130"/>
                      <a:pt x="3011170" y="580390"/>
                    </a:cubicBezTo>
                    <a:cubicBezTo>
                      <a:pt x="3037840" y="604520"/>
                      <a:pt x="3060700" y="609600"/>
                      <a:pt x="3078480" y="627380"/>
                    </a:cubicBezTo>
                    <a:cubicBezTo>
                      <a:pt x="3092450" y="641350"/>
                      <a:pt x="3107690" y="654050"/>
                      <a:pt x="3112770" y="671830"/>
                    </a:cubicBezTo>
                    <a:cubicBezTo>
                      <a:pt x="3117850" y="694690"/>
                      <a:pt x="3114040" y="734060"/>
                      <a:pt x="3100070" y="754380"/>
                    </a:cubicBezTo>
                    <a:cubicBezTo>
                      <a:pt x="3084830" y="773430"/>
                      <a:pt x="3049270" y="789940"/>
                      <a:pt x="3023870" y="788670"/>
                    </a:cubicBezTo>
                    <a:cubicBezTo>
                      <a:pt x="2999740" y="787400"/>
                      <a:pt x="2965450" y="767080"/>
                      <a:pt x="2952750" y="746760"/>
                    </a:cubicBezTo>
                    <a:cubicBezTo>
                      <a:pt x="2940050" y="725170"/>
                      <a:pt x="2938780" y="685800"/>
                      <a:pt x="2948940" y="664210"/>
                    </a:cubicBezTo>
                    <a:cubicBezTo>
                      <a:pt x="2959100" y="641350"/>
                      <a:pt x="2989580" y="617220"/>
                      <a:pt x="3013710" y="613410"/>
                    </a:cubicBezTo>
                    <a:cubicBezTo>
                      <a:pt x="3037840" y="609600"/>
                      <a:pt x="3075940" y="622300"/>
                      <a:pt x="3092450" y="640080"/>
                    </a:cubicBezTo>
                    <a:cubicBezTo>
                      <a:pt x="3110230" y="656590"/>
                      <a:pt x="3120390" y="695960"/>
                      <a:pt x="3115310" y="718820"/>
                    </a:cubicBezTo>
                    <a:cubicBezTo>
                      <a:pt x="3110230" y="742950"/>
                      <a:pt x="3082290" y="772160"/>
                      <a:pt x="3061970" y="782320"/>
                    </a:cubicBezTo>
                    <a:cubicBezTo>
                      <a:pt x="3045460" y="791210"/>
                      <a:pt x="3025140" y="791210"/>
                      <a:pt x="3006090" y="786130"/>
                    </a:cubicBezTo>
                    <a:cubicBezTo>
                      <a:pt x="2978150" y="778510"/>
                      <a:pt x="2937510" y="749300"/>
                      <a:pt x="2914650" y="725170"/>
                    </a:cubicBezTo>
                    <a:cubicBezTo>
                      <a:pt x="2894330" y="703580"/>
                      <a:pt x="2891790" y="681990"/>
                      <a:pt x="2870200" y="652780"/>
                    </a:cubicBezTo>
                    <a:cubicBezTo>
                      <a:pt x="2829560" y="598170"/>
                      <a:pt x="2727960" y="505460"/>
                      <a:pt x="2682240" y="436880"/>
                    </a:cubicBezTo>
                    <a:cubicBezTo>
                      <a:pt x="2647950" y="383540"/>
                      <a:pt x="2633980" y="326390"/>
                      <a:pt x="2607310" y="284480"/>
                    </a:cubicBezTo>
                    <a:cubicBezTo>
                      <a:pt x="2585720" y="251460"/>
                      <a:pt x="2580640" y="224790"/>
                      <a:pt x="2536190" y="204470"/>
                    </a:cubicBezTo>
                    <a:cubicBezTo>
                      <a:pt x="2406650" y="144780"/>
                      <a:pt x="1883410" y="182880"/>
                      <a:pt x="1611630" y="201930"/>
                    </a:cubicBezTo>
                    <a:cubicBezTo>
                      <a:pt x="1394460" y="218440"/>
                      <a:pt x="1249680" y="274320"/>
                      <a:pt x="1031240" y="289560"/>
                    </a:cubicBezTo>
                    <a:cubicBezTo>
                      <a:pt x="754380" y="309880"/>
                      <a:pt x="199390" y="306070"/>
                      <a:pt x="80010" y="284480"/>
                    </a:cubicBezTo>
                    <a:cubicBezTo>
                      <a:pt x="50800" y="279400"/>
                      <a:pt x="40640" y="275590"/>
                      <a:pt x="27940" y="264160"/>
                    </a:cubicBezTo>
                    <a:cubicBezTo>
                      <a:pt x="15240" y="252730"/>
                      <a:pt x="3810" y="232410"/>
                      <a:pt x="2540" y="215900"/>
                    </a:cubicBezTo>
                    <a:cubicBezTo>
                      <a:pt x="0" y="198120"/>
                      <a:pt x="3810" y="176530"/>
                      <a:pt x="15240" y="161290"/>
                    </a:cubicBezTo>
                    <a:cubicBezTo>
                      <a:pt x="27940" y="146050"/>
                      <a:pt x="80010" y="128270"/>
                      <a:pt x="80010" y="128270"/>
                    </a:cubicBezTo>
                  </a:path>
                </a:pathLst>
              </a:custGeom>
              <a:solidFill>
                <a:srgbClr val="FFFFFF"/>
              </a:solidFill>
              <a:ln cap="sq">
                <a:noFill/>
                <a:prstDash val="solid"/>
                <a:miter/>
              </a:ln>
            </p:spPr>
          </p:sp>
        </p:grpSp>
        <p:grpSp>
          <p:nvGrpSpPr>
            <p:cNvPr id="24" name="Group 24"/>
            <p:cNvGrpSpPr/>
            <p:nvPr/>
          </p:nvGrpSpPr>
          <p:grpSpPr>
            <a:xfrm>
              <a:off x="3436297" y="1215154"/>
              <a:ext cx="1089292" cy="1887020"/>
              <a:chOff x="0" y="0"/>
              <a:chExt cx="1527810" cy="2646680"/>
            </a:xfrm>
          </p:grpSpPr>
          <p:sp>
            <p:nvSpPr>
              <p:cNvPr id="25" name="Freeform 25"/>
              <p:cNvSpPr/>
              <p:nvPr/>
            </p:nvSpPr>
            <p:spPr>
              <a:xfrm>
                <a:off x="49530" y="45720"/>
                <a:ext cx="1428750" cy="2561590"/>
              </a:xfrm>
              <a:custGeom>
                <a:avLst/>
                <a:gdLst/>
                <a:ahLst/>
                <a:cxnLst/>
                <a:rect l="l" t="t" r="r" b="b"/>
                <a:pathLst>
                  <a:path w="1428750" h="2561590">
                    <a:moveTo>
                      <a:pt x="162560" y="85090"/>
                    </a:moveTo>
                    <a:cubicBezTo>
                      <a:pt x="149860" y="245110"/>
                      <a:pt x="157480" y="307340"/>
                      <a:pt x="167640" y="355600"/>
                    </a:cubicBezTo>
                    <a:cubicBezTo>
                      <a:pt x="176530" y="400050"/>
                      <a:pt x="186690" y="444500"/>
                      <a:pt x="201930" y="477520"/>
                    </a:cubicBezTo>
                    <a:cubicBezTo>
                      <a:pt x="214630" y="504190"/>
                      <a:pt x="231140" y="514350"/>
                      <a:pt x="246380" y="542290"/>
                    </a:cubicBezTo>
                    <a:cubicBezTo>
                      <a:pt x="270510" y="588010"/>
                      <a:pt x="309880" y="681990"/>
                      <a:pt x="321310" y="734060"/>
                    </a:cubicBezTo>
                    <a:cubicBezTo>
                      <a:pt x="327660" y="767080"/>
                      <a:pt x="318770" y="792480"/>
                      <a:pt x="325120" y="819150"/>
                    </a:cubicBezTo>
                    <a:cubicBezTo>
                      <a:pt x="330200" y="845820"/>
                      <a:pt x="344170" y="858520"/>
                      <a:pt x="353060" y="896620"/>
                    </a:cubicBezTo>
                    <a:cubicBezTo>
                      <a:pt x="375920" y="988060"/>
                      <a:pt x="391160" y="1240790"/>
                      <a:pt x="414020" y="1380490"/>
                    </a:cubicBezTo>
                    <a:cubicBezTo>
                      <a:pt x="430530" y="1488440"/>
                      <a:pt x="454660" y="1569720"/>
                      <a:pt x="467360" y="1666240"/>
                    </a:cubicBezTo>
                    <a:cubicBezTo>
                      <a:pt x="480060" y="1762760"/>
                      <a:pt x="477520" y="1888490"/>
                      <a:pt x="490220" y="1960880"/>
                    </a:cubicBezTo>
                    <a:cubicBezTo>
                      <a:pt x="496570" y="2004060"/>
                      <a:pt x="510540" y="2020570"/>
                      <a:pt x="516890" y="2063750"/>
                    </a:cubicBezTo>
                    <a:cubicBezTo>
                      <a:pt x="525780" y="2129790"/>
                      <a:pt x="494030" y="2288540"/>
                      <a:pt x="525780" y="2324100"/>
                    </a:cubicBezTo>
                    <a:cubicBezTo>
                      <a:pt x="542290" y="2343150"/>
                      <a:pt x="576580" y="2329180"/>
                      <a:pt x="601980" y="2336800"/>
                    </a:cubicBezTo>
                    <a:cubicBezTo>
                      <a:pt x="629920" y="2345690"/>
                      <a:pt x="646430" y="2364740"/>
                      <a:pt x="689610" y="2373630"/>
                    </a:cubicBezTo>
                    <a:cubicBezTo>
                      <a:pt x="796290" y="2396490"/>
                      <a:pt x="1172210" y="2388870"/>
                      <a:pt x="1271270" y="2376170"/>
                    </a:cubicBezTo>
                    <a:cubicBezTo>
                      <a:pt x="1304290" y="2372360"/>
                      <a:pt x="1316990" y="2357120"/>
                      <a:pt x="1338580" y="2358390"/>
                    </a:cubicBezTo>
                    <a:cubicBezTo>
                      <a:pt x="1356360" y="2358390"/>
                      <a:pt x="1376680" y="2363470"/>
                      <a:pt x="1390650" y="2374900"/>
                    </a:cubicBezTo>
                    <a:cubicBezTo>
                      <a:pt x="1408430" y="2390140"/>
                      <a:pt x="1427480" y="2424430"/>
                      <a:pt x="1426210" y="2448560"/>
                    </a:cubicBezTo>
                    <a:cubicBezTo>
                      <a:pt x="1426210" y="2472690"/>
                      <a:pt x="1403350" y="2505710"/>
                      <a:pt x="1385570" y="2518410"/>
                    </a:cubicBezTo>
                    <a:cubicBezTo>
                      <a:pt x="1370330" y="2529840"/>
                      <a:pt x="1348740" y="2533650"/>
                      <a:pt x="1332230" y="2532380"/>
                    </a:cubicBezTo>
                    <a:cubicBezTo>
                      <a:pt x="1314450" y="2529840"/>
                      <a:pt x="1294130" y="2523490"/>
                      <a:pt x="1281430" y="2509520"/>
                    </a:cubicBezTo>
                    <a:cubicBezTo>
                      <a:pt x="1264920" y="2493010"/>
                      <a:pt x="1252220" y="2454910"/>
                      <a:pt x="1253490" y="2432050"/>
                    </a:cubicBezTo>
                    <a:cubicBezTo>
                      <a:pt x="1254760" y="2414270"/>
                      <a:pt x="1266190" y="2395220"/>
                      <a:pt x="1278890" y="2382520"/>
                    </a:cubicBezTo>
                    <a:cubicBezTo>
                      <a:pt x="1291590" y="2371090"/>
                      <a:pt x="1311910" y="2360930"/>
                      <a:pt x="1328420" y="2358390"/>
                    </a:cubicBezTo>
                    <a:cubicBezTo>
                      <a:pt x="1346200" y="2357120"/>
                      <a:pt x="1367790" y="2359660"/>
                      <a:pt x="1383030" y="2369820"/>
                    </a:cubicBezTo>
                    <a:cubicBezTo>
                      <a:pt x="1402080" y="2382520"/>
                      <a:pt x="1422400" y="2416810"/>
                      <a:pt x="1426210" y="2438400"/>
                    </a:cubicBezTo>
                    <a:cubicBezTo>
                      <a:pt x="1428750" y="2457450"/>
                      <a:pt x="1422400" y="2477770"/>
                      <a:pt x="1412240" y="2493010"/>
                    </a:cubicBezTo>
                    <a:cubicBezTo>
                      <a:pt x="1403350" y="2506980"/>
                      <a:pt x="1386840" y="2518410"/>
                      <a:pt x="1369060" y="2527300"/>
                    </a:cubicBezTo>
                    <a:cubicBezTo>
                      <a:pt x="1343660" y="2538730"/>
                      <a:pt x="1316990" y="2545080"/>
                      <a:pt x="1271270" y="2550160"/>
                    </a:cubicBezTo>
                    <a:cubicBezTo>
                      <a:pt x="1159510" y="2561590"/>
                      <a:pt x="800100" y="2553970"/>
                      <a:pt x="695960" y="2547620"/>
                    </a:cubicBezTo>
                    <a:cubicBezTo>
                      <a:pt x="657860" y="2545080"/>
                      <a:pt x="646430" y="2545080"/>
                      <a:pt x="615950" y="2537460"/>
                    </a:cubicBezTo>
                    <a:cubicBezTo>
                      <a:pt x="571500" y="2524760"/>
                      <a:pt x="499110" y="2495550"/>
                      <a:pt x="455930" y="2471420"/>
                    </a:cubicBezTo>
                    <a:cubicBezTo>
                      <a:pt x="424180" y="2453640"/>
                      <a:pt x="396240" y="2442210"/>
                      <a:pt x="379730" y="2414270"/>
                    </a:cubicBezTo>
                    <a:cubicBezTo>
                      <a:pt x="358140" y="2381250"/>
                      <a:pt x="358140" y="2329180"/>
                      <a:pt x="351790" y="2280920"/>
                    </a:cubicBezTo>
                    <a:cubicBezTo>
                      <a:pt x="346710" y="2223770"/>
                      <a:pt x="359410" y="2139950"/>
                      <a:pt x="349250" y="2092960"/>
                    </a:cubicBezTo>
                    <a:cubicBezTo>
                      <a:pt x="342900" y="2063750"/>
                      <a:pt x="325120" y="2053590"/>
                      <a:pt x="318770" y="2023110"/>
                    </a:cubicBezTo>
                    <a:cubicBezTo>
                      <a:pt x="308610" y="1974850"/>
                      <a:pt x="322580" y="1897380"/>
                      <a:pt x="317500" y="1826260"/>
                    </a:cubicBezTo>
                    <a:cubicBezTo>
                      <a:pt x="312420" y="1739900"/>
                      <a:pt x="298450" y="1656080"/>
                      <a:pt x="283210" y="1543050"/>
                    </a:cubicBezTo>
                    <a:cubicBezTo>
                      <a:pt x="260350" y="1371600"/>
                      <a:pt x="215900" y="1012190"/>
                      <a:pt x="189230" y="902970"/>
                    </a:cubicBezTo>
                    <a:cubicBezTo>
                      <a:pt x="180340" y="864870"/>
                      <a:pt x="167640" y="853440"/>
                      <a:pt x="163830" y="826770"/>
                    </a:cubicBezTo>
                    <a:cubicBezTo>
                      <a:pt x="158750" y="798830"/>
                      <a:pt x="171450" y="775970"/>
                      <a:pt x="163830" y="739140"/>
                    </a:cubicBezTo>
                    <a:cubicBezTo>
                      <a:pt x="149860" y="671830"/>
                      <a:pt x="68580" y="544830"/>
                      <a:pt x="41910" y="461010"/>
                    </a:cubicBezTo>
                    <a:cubicBezTo>
                      <a:pt x="21590" y="396240"/>
                      <a:pt x="13970" y="334010"/>
                      <a:pt x="6350" y="283210"/>
                    </a:cubicBezTo>
                    <a:cubicBezTo>
                      <a:pt x="2540" y="245110"/>
                      <a:pt x="0" y="219710"/>
                      <a:pt x="1270" y="184150"/>
                    </a:cubicBezTo>
                    <a:cubicBezTo>
                      <a:pt x="2540" y="139700"/>
                      <a:pt x="3810" y="66040"/>
                      <a:pt x="21590" y="36830"/>
                    </a:cubicBezTo>
                    <a:cubicBezTo>
                      <a:pt x="31750" y="19050"/>
                      <a:pt x="48260" y="8890"/>
                      <a:pt x="64770" y="5080"/>
                    </a:cubicBezTo>
                    <a:cubicBezTo>
                      <a:pt x="81280" y="0"/>
                      <a:pt x="104140" y="2540"/>
                      <a:pt x="119380" y="10160"/>
                    </a:cubicBezTo>
                    <a:cubicBezTo>
                      <a:pt x="134620" y="16510"/>
                      <a:pt x="149860" y="35560"/>
                      <a:pt x="156210" y="49530"/>
                    </a:cubicBezTo>
                    <a:cubicBezTo>
                      <a:pt x="162560" y="60960"/>
                      <a:pt x="162560" y="85090"/>
                      <a:pt x="162560" y="85090"/>
                    </a:cubicBezTo>
                  </a:path>
                </a:pathLst>
              </a:custGeom>
              <a:solidFill>
                <a:srgbClr val="FFFFFF"/>
              </a:solidFill>
              <a:ln cap="sq">
                <a:noFill/>
                <a:prstDash val="solid"/>
                <a:miter/>
              </a:ln>
            </p:spPr>
          </p:sp>
        </p:grpSp>
        <p:grpSp>
          <p:nvGrpSpPr>
            <p:cNvPr id="26" name="Group 26"/>
            <p:cNvGrpSpPr/>
            <p:nvPr/>
          </p:nvGrpSpPr>
          <p:grpSpPr>
            <a:xfrm>
              <a:off x="3479760" y="1018665"/>
              <a:ext cx="2557075" cy="812216"/>
              <a:chOff x="0" y="0"/>
              <a:chExt cx="3586480" cy="1139190"/>
            </a:xfrm>
          </p:grpSpPr>
          <p:sp>
            <p:nvSpPr>
              <p:cNvPr id="27" name="Freeform 27"/>
              <p:cNvSpPr/>
              <p:nvPr/>
            </p:nvSpPr>
            <p:spPr>
              <a:xfrm>
                <a:off x="49530" y="27940"/>
                <a:ext cx="3488690" cy="1061720"/>
              </a:xfrm>
              <a:custGeom>
                <a:avLst/>
                <a:gdLst/>
                <a:ahLst/>
                <a:cxnLst/>
                <a:rect l="l" t="t" r="r" b="b"/>
                <a:pathLst>
                  <a:path w="3488690" h="1061720">
                    <a:moveTo>
                      <a:pt x="69850" y="242570"/>
                    </a:moveTo>
                    <a:cubicBezTo>
                      <a:pt x="1108710" y="157480"/>
                      <a:pt x="1249680" y="163830"/>
                      <a:pt x="1362710" y="148590"/>
                    </a:cubicBezTo>
                    <a:cubicBezTo>
                      <a:pt x="1440180" y="138430"/>
                      <a:pt x="1489710" y="116840"/>
                      <a:pt x="1555750" y="106680"/>
                    </a:cubicBezTo>
                    <a:cubicBezTo>
                      <a:pt x="1626870" y="95250"/>
                      <a:pt x="1701800" y="95250"/>
                      <a:pt x="1772920" y="82550"/>
                    </a:cubicBezTo>
                    <a:cubicBezTo>
                      <a:pt x="1844040" y="68580"/>
                      <a:pt x="1885950" y="39370"/>
                      <a:pt x="1982470" y="26670"/>
                    </a:cubicBezTo>
                    <a:cubicBezTo>
                      <a:pt x="2186940" y="0"/>
                      <a:pt x="2792730" y="13970"/>
                      <a:pt x="2954020" y="22860"/>
                    </a:cubicBezTo>
                    <a:cubicBezTo>
                      <a:pt x="3006090" y="25400"/>
                      <a:pt x="3027680" y="21590"/>
                      <a:pt x="3058160" y="35560"/>
                    </a:cubicBezTo>
                    <a:cubicBezTo>
                      <a:pt x="3091180" y="50800"/>
                      <a:pt x="3117850" y="85090"/>
                      <a:pt x="3141980" y="114300"/>
                    </a:cubicBezTo>
                    <a:cubicBezTo>
                      <a:pt x="3163570" y="140970"/>
                      <a:pt x="3176270" y="161290"/>
                      <a:pt x="3195320" y="201930"/>
                    </a:cubicBezTo>
                    <a:cubicBezTo>
                      <a:pt x="3235960" y="283210"/>
                      <a:pt x="3298190" y="508000"/>
                      <a:pt x="3337560" y="579120"/>
                    </a:cubicBezTo>
                    <a:cubicBezTo>
                      <a:pt x="3354070" y="610870"/>
                      <a:pt x="3374390" y="617220"/>
                      <a:pt x="3384550" y="642620"/>
                    </a:cubicBezTo>
                    <a:cubicBezTo>
                      <a:pt x="3395980" y="671830"/>
                      <a:pt x="3387090" y="709930"/>
                      <a:pt x="3395980" y="748030"/>
                    </a:cubicBezTo>
                    <a:cubicBezTo>
                      <a:pt x="3407410" y="795020"/>
                      <a:pt x="3430270" y="866140"/>
                      <a:pt x="3448050" y="901700"/>
                    </a:cubicBezTo>
                    <a:cubicBezTo>
                      <a:pt x="3459480" y="922020"/>
                      <a:pt x="3475990" y="929640"/>
                      <a:pt x="3481070" y="946150"/>
                    </a:cubicBezTo>
                    <a:cubicBezTo>
                      <a:pt x="3486150" y="962660"/>
                      <a:pt x="3486150" y="985520"/>
                      <a:pt x="3479800" y="1002030"/>
                    </a:cubicBezTo>
                    <a:cubicBezTo>
                      <a:pt x="3474720" y="1018540"/>
                      <a:pt x="3460750" y="1036320"/>
                      <a:pt x="3445510" y="1046480"/>
                    </a:cubicBezTo>
                    <a:cubicBezTo>
                      <a:pt x="3430270" y="1055370"/>
                      <a:pt x="3408680" y="1061720"/>
                      <a:pt x="3390900" y="1060450"/>
                    </a:cubicBezTo>
                    <a:cubicBezTo>
                      <a:pt x="3374390" y="1059180"/>
                      <a:pt x="3352800" y="1050290"/>
                      <a:pt x="3340100" y="1037590"/>
                    </a:cubicBezTo>
                    <a:cubicBezTo>
                      <a:pt x="3326130" y="1026160"/>
                      <a:pt x="3314700" y="1008380"/>
                      <a:pt x="3312160" y="989330"/>
                    </a:cubicBezTo>
                    <a:cubicBezTo>
                      <a:pt x="3309620" y="967740"/>
                      <a:pt x="3321050" y="928370"/>
                      <a:pt x="3335020" y="910590"/>
                    </a:cubicBezTo>
                    <a:cubicBezTo>
                      <a:pt x="3347720" y="896620"/>
                      <a:pt x="3368040" y="889000"/>
                      <a:pt x="3385820" y="886460"/>
                    </a:cubicBezTo>
                    <a:cubicBezTo>
                      <a:pt x="3402330" y="883920"/>
                      <a:pt x="3425190" y="885190"/>
                      <a:pt x="3440430" y="896620"/>
                    </a:cubicBezTo>
                    <a:cubicBezTo>
                      <a:pt x="3459480" y="908050"/>
                      <a:pt x="3481070" y="942340"/>
                      <a:pt x="3484880" y="965200"/>
                    </a:cubicBezTo>
                    <a:cubicBezTo>
                      <a:pt x="3488690" y="982980"/>
                      <a:pt x="3483610" y="1004570"/>
                      <a:pt x="3472180" y="1019810"/>
                    </a:cubicBezTo>
                    <a:cubicBezTo>
                      <a:pt x="3458210" y="1037590"/>
                      <a:pt x="3423920" y="1057910"/>
                      <a:pt x="3401060" y="1060450"/>
                    </a:cubicBezTo>
                    <a:cubicBezTo>
                      <a:pt x="3382010" y="1061720"/>
                      <a:pt x="3362960" y="1055370"/>
                      <a:pt x="3347720" y="1043940"/>
                    </a:cubicBezTo>
                    <a:cubicBezTo>
                      <a:pt x="3326130" y="1028700"/>
                      <a:pt x="3310890" y="995680"/>
                      <a:pt x="3294380" y="963930"/>
                    </a:cubicBezTo>
                    <a:cubicBezTo>
                      <a:pt x="3272790" y="920750"/>
                      <a:pt x="3246120" y="857250"/>
                      <a:pt x="3235960" y="810260"/>
                    </a:cubicBezTo>
                    <a:cubicBezTo>
                      <a:pt x="3227070" y="773430"/>
                      <a:pt x="3237230" y="741680"/>
                      <a:pt x="3227070" y="708660"/>
                    </a:cubicBezTo>
                    <a:cubicBezTo>
                      <a:pt x="3216910" y="675640"/>
                      <a:pt x="3190240" y="652780"/>
                      <a:pt x="3172460" y="613410"/>
                    </a:cubicBezTo>
                    <a:cubicBezTo>
                      <a:pt x="3148330" y="561340"/>
                      <a:pt x="3128010" y="481330"/>
                      <a:pt x="3101340" y="416560"/>
                    </a:cubicBezTo>
                    <a:cubicBezTo>
                      <a:pt x="3075940" y="354330"/>
                      <a:pt x="3050540" y="270510"/>
                      <a:pt x="3017520" y="232410"/>
                    </a:cubicBezTo>
                    <a:cubicBezTo>
                      <a:pt x="2998470" y="209550"/>
                      <a:pt x="2989580" y="201930"/>
                      <a:pt x="2954020" y="191770"/>
                    </a:cubicBezTo>
                    <a:cubicBezTo>
                      <a:pt x="2820670" y="152400"/>
                      <a:pt x="2108200" y="156210"/>
                      <a:pt x="1954530" y="189230"/>
                    </a:cubicBezTo>
                    <a:cubicBezTo>
                      <a:pt x="1905000" y="200660"/>
                      <a:pt x="1906270" y="218440"/>
                      <a:pt x="1861820" y="231140"/>
                    </a:cubicBezTo>
                    <a:cubicBezTo>
                      <a:pt x="1756410" y="262890"/>
                      <a:pt x="1532890" y="289560"/>
                      <a:pt x="1313180" y="313690"/>
                    </a:cubicBezTo>
                    <a:cubicBezTo>
                      <a:pt x="986790" y="349250"/>
                      <a:pt x="238760" y="420370"/>
                      <a:pt x="85090" y="394970"/>
                    </a:cubicBezTo>
                    <a:cubicBezTo>
                      <a:pt x="48260" y="389890"/>
                      <a:pt x="33020" y="383540"/>
                      <a:pt x="19050" y="368300"/>
                    </a:cubicBezTo>
                    <a:cubicBezTo>
                      <a:pt x="7620" y="355600"/>
                      <a:pt x="0" y="334010"/>
                      <a:pt x="1270" y="317500"/>
                    </a:cubicBezTo>
                    <a:cubicBezTo>
                      <a:pt x="1270" y="300990"/>
                      <a:pt x="10160" y="279400"/>
                      <a:pt x="21590" y="266700"/>
                    </a:cubicBezTo>
                    <a:cubicBezTo>
                      <a:pt x="33020" y="254000"/>
                      <a:pt x="69850" y="242570"/>
                      <a:pt x="69850" y="242570"/>
                    </a:cubicBezTo>
                  </a:path>
                </a:pathLst>
              </a:custGeom>
              <a:solidFill>
                <a:srgbClr val="FFFFFF"/>
              </a:solidFill>
              <a:ln cap="sq">
                <a:noFill/>
                <a:prstDash val="solid"/>
                <a:miter/>
              </a:ln>
            </p:spPr>
          </p:sp>
        </p:grpSp>
        <p:grpSp>
          <p:nvGrpSpPr>
            <p:cNvPr id="28" name="Group 28"/>
            <p:cNvGrpSpPr/>
            <p:nvPr/>
          </p:nvGrpSpPr>
          <p:grpSpPr>
            <a:xfrm>
              <a:off x="4669560" y="3003477"/>
              <a:ext cx="293376" cy="689070"/>
              <a:chOff x="0" y="0"/>
              <a:chExt cx="411480" cy="966470"/>
            </a:xfrm>
          </p:grpSpPr>
          <p:sp>
            <p:nvSpPr>
              <p:cNvPr id="29" name="Freeform 29"/>
              <p:cNvSpPr/>
              <p:nvPr/>
            </p:nvSpPr>
            <p:spPr>
              <a:xfrm>
                <a:off x="50800" y="44450"/>
                <a:ext cx="304800" cy="875030"/>
              </a:xfrm>
              <a:custGeom>
                <a:avLst/>
                <a:gdLst/>
                <a:ahLst/>
                <a:cxnLst/>
                <a:rect l="l" t="t" r="r" b="b"/>
                <a:pathLst>
                  <a:path w="304800" h="875030">
                    <a:moveTo>
                      <a:pt x="304800" y="80010"/>
                    </a:moveTo>
                    <a:cubicBezTo>
                      <a:pt x="295910" y="591820"/>
                      <a:pt x="267970" y="670560"/>
                      <a:pt x="234950" y="731520"/>
                    </a:cubicBezTo>
                    <a:cubicBezTo>
                      <a:pt x="210820" y="778510"/>
                      <a:pt x="175260" y="820420"/>
                      <a:pt x="148590" y="843280"/>
                    </a:cubicBezTo>
                    <a:cubicBezTo>
                      <a:pt x="132080" y="858520"/>
                      <a:pt x="118110" y="867410"/>
                      <a:pt x="100330" y="869950"/>
                    </a:cubicBezTo>
                    <a:cubicBezTo>
                      <a:pt x="83820" y="873760"/>
                      <a:pt x="62230" y="869950"/>
                      <a:pt x="46990" y="862330"/>
                    </a:cubicBezTo>
                    <a:cubicBezTo>
                      <a:pt x="31750" y="854710"/>
                      <a:pt x="15240" y="840740"/>
                      <a:pt x="8890" y="822960"/>
                    </a:cubicBezTo>
                    <a:cubicBezTo>
                      <a:pt x="0" y="802640"/>
                      <a:pt x="0" y="763270"/>
                      <a:pt x="11430" y="742950"/>
                    </a:cubicBezTo>
                    <a:cubicBezTo>
                      <a:pt x="22860" y="722630"/>
                      <a:pt x="55880" y="702310"/>
                      <a:pt x="78740" y="701040"/>
                    </a:cubicBezTo>
                    <a:cubicBezTo>
                      <a:pt x="102870" y="698500"/>
                      <a:pt x="138430" y="713740"/>
                      <a:pt x="152400" y="732790"/>
                    </a:cubicBezTo>
                    <a:cubicBezTo>
                      <a:pt x="167640" y="751840"/>
                      <a:pt x="173990" y="789940"/>
                      <a:pt x="167640" y="811530"/>
                    </a:cubicBezTo>
                    <a:cubicBezTo>
                      <a:pt x="160020" y="834390"/>
                      <a:pt x="132080" y="861060"/>
                      <a:pt x="109220" y="868680"/>
                    </a:cubicBezTo>
                    <a:cubicBezTo>
                      <a:pt x="87630" y="875030"/>
                      <a:pt x="49530" y="867410"/>
                      <a:pt x="30480" y="852170"/>
                    </a:cubicBezTo>
                    <a:cubicBezTo>
                      <a:pt x="12700" y="836930"/>
                      <a:pt x="0" y="800100"/>
                      <a:pt x="0" y="778510"/>
                    </a:cubicBezTo>
                    <a:cubicBezTo>
                      <a:pt x="0" y="759460"/>
                      <a:pt x="11430" y="744220"/>
                      <a:pt x="21590" y="727710"/>
                    </a:cubicBezTo>
                    <a:cubicBezTo>
                      <a:pt x="35560" y="707390"/>
                      <a:pt x="60960" y="695960"/>
                      <a:pt x="77470" y="669290"/>
                    </a:cubicBezTo>
                    <a:cubicBezTo>
                      <a:pt x="102870" y="628650"/>
                      <a:pt x="129540" y="572770"/>
                      <a:pt x="143510" y="501650"/>
                    </a:cubicBezTo>
                    <a:cubicBezTo>
                      <a:pt x="167640" y="388620"/>
                      <a:pt x="127000" y="109220"/>
                      <a:pt x="157480" y="43180"/>
                    </a:cubicBezTo>
                    <a:cubicBezTo>
                      <a:pt x="167640" y="20320"/>
                      <a:pt x="182880" y="12700"/>
                      <a:pt x="199390" y="6350"/>
                    </a:cubicBezTo>
                    <a:cubicBezTo>
                      <a:pt x="214630" y="0"/>
                      <a:pt x="238760" y="1270"/>
                      <a:pt x="254000" y="6350"/>
                    </a:cubicBezTo>
                    <a:cubicBezTo>
                      <a:pt x="266700" y="10160"/>
                      <a:pt x="276860" y="17780"/>
                      <a:pt x="285750" y="27940"/>
                    </a:cubicBezTo>
                    <a:cubicBezTo>
                      <a:pt x="294640" y="40640"/>
                      <a:pt x="304800" y="80010"/>
                      <a:pt x="304800" y="80010"/>
                    </a:cubicBezTo>
                  </a:path>
                </a:pathLst>
              </a:custGeom>
              <a:solidFill>
                <a:srgbClr val="FFFFFF"/>
              </a:solidFill>
              <a:ln cap="sq">
                <a:noFill/>
                <a:prstDash val="solid"/>
                <a:miter/>
              </a:ln>
            </p:spPr>
          </p:sp>
        </p:grpSp>
        <p:grpSp>
          <p:nvGrpSpPr>
            <p:cNvPr id="30" name="Group 30"/>
            <p:cNvGrpSpPr/>
            <p:nvPr/>
          </p:nvGrpSpPr>
          <p:grpSpPr>
            <a:xfrm>
              <a:off x="4155248" y="3252484"/>
              <a:ext cx="1647974" cy="678205"/>
              <a:chOff x="0" y="0"/>
              <a:chExt cx="2311400" cy="951230"/>
            </a:xfrm>
          </p:grpSpPr>
          <p:sp>
            <p:nvSpPr>
              <p:cNvPr id="31" name="Freeform 31"/>
              <p:cNvSpPr/>
              <p:nvPr/>
            </p:nvSpPr>
            <p:spPr>
              <a:xfrm>
                <a:off x="50800" y="48260"/>
                <a:ext cx="2214880" cy="857250"/>
              </a:xfrm>
              <a:custGeom>
                <a:avLst/>
                <a:gdLst/>
                <a:ahLst/>
                <a:cxnLst/>
                <a:rect l="l" t="t" r="r" b="b"/>
                <a:pathLst>
                  <a:path w="2214880" h="857250">
                    <a:moveTo>
                      <a:pt x="848360" y="156210"/>
                    </a:moveTo>
                    <a:cubicBezTo>
                      <a:pt x="556260" y="201930"/>
                      <a:pt x="416560" y="261620"/>
                      <a:pt x="337820" y="314960"/>
                    </a:cubicBezTo>
                    <a:cubicBezTo>
                      <a:pt x="280670" y="353060"/>
                      <a:pt x="234950" y="402590"/>
                      <a:pt x="207010" y="441960"/>
                    </a:cubicBezTo>
                    <a:cubicBezTo>
                      <a:pt x="187960" y="467360"/>
                      <a:pt x="176530" y="488950"/>
                      <a:pt x="171450" y="514350"/>
                    </a:cubicBezTo>
                    <a:cubicBezTo>
                      <a:pt x="165100" y="542290"/>
                      <a:pt x="153670" y="580390"/>
                      <a:pt x="173990" y="603250"/>
                    </a:cubicBezTo>
                    <a:cubicBezTo>
                      <a:pt x="218440" y="650240"/>
                      <a:pt x="448310" y="638810"/>
                      <a:pt x="577850" y="646430"/>
                    </a:cubicBezTo>
                    <a:cubicBezTo>
                      <a:pt x="695960" y="654050"/>
                      <a:pt x="826770" y="641350"/>
                      <a:pt x="920750" y="650240"/>
                    </a:cubicBezTo>
                    <a:cubicBezTo>
                      <a:pt x="988060" y="657860"/>
                      <a:pt x="1023620" y="679450"/>
                      <a:pt x="1090930" y="683260"/>
                    </a:cubicBezTo>
                    <a:cubicBezTo>
                      <a:pt x="1188720" y="689610"/>
                      <a:pt x="1351280" y="669290"/>
                      <a:pt x="1452880" y="655320"/>
                    </a:cubicBezTo>
                    <a:cubicBezTo>
                      <a:pt x="1527810" y="645160"/>
                      <a:pt x="1570990" y="640080"/>
                      <a:pt x="1645920" y="617220"/>
                    </a:cubicBezTo>
                    <a:cubicBezTo>
                      <a:pt x="1758950" y="580390"/>
                      <a:pt x="2061210" y="448310"/>
                      <a:pt x="2057400" y="433070"/>
                    </a:cubicBezTo>
                    <a:cubicBezTo>
                      <a:pt x="2056130" y="425450"/>
                      <a:pt x="1987550" y="444500"/>
                      <a:pt x="1954530" y="441960"/>
                    </a:cubicBezTo>
                    <a:cubicBezTo>
                      <a:pt x="1922780" y="438150"/>
                      <a:pt x="1892300" y="420370"/>
                      <a:pt x="1859280" y="415290"/>
                    </a:cubicBezTo>
                    <a:cubicBezTo>
                      <a:pt x="1827530" y="410210"/>
                      <a:pt x="1794510" y="417830"/>
                      <a:pt x="1761490" y="411480"/>
                    </a:cubicBezTo>
                    <a:cubicBezTo>
                      <a:pt x="1727200" y="405130"/>
                      <a:pt x="1678940" y="393700"/>
                      <a:pt x="1656080" y="377190"/>
                    </a:cubicBezTo>
                    <a:cubicBezTo>
                      <a:pt x="1639570" y="364490"/>
                      <a:pt x="1630680" y="347980"/>
                      <a:pt x="1625600" y="331470"/>
                    </a:cubicBezTo>
                    <a:cubicBezTo>
                      <a:pt x="1621790" y="314960"/>
                      <a:pt x="1621790" y="293370"/>
                      <a:pt x="1628140" y="278130"/>
                    </a:cubicBezTo>
                    <a:cubicBezTo>
                      <a:pt x="1634490" y="261620"/>
                      <a:pt x="1648460" y="245110"/>
                      <a:pt x="1663700" y="236220"/>
                    </a:cubicBezTo>
                    <a:cubicBezTo>
                      <a:pt x="1678940" y="227330"/>
                      <a:pt x="1699260" y="223520"/>
                      <a:pt x="1717040" y="224790"/>
                    </a:cubicBezTo>
                    <a:cubicBezTo>
                      <a:pt x="1733550" y="227330"/>
                      <a:pt x="1753870" y="233680"/>
                      <a:pt x="1765300" y="247650"/>
                    </a:cubicBezTo>
                    <a:cubicBezTo>
                      <a:pt x="1780540" y="264160"/>
                      <a:pt x="1794510" y="299720"/>
                      <a:pt x="1790700" y="322580"/>
                    </a:cubicBezTo>
                    <a:cubicBezTo>
                      <a:pt x="1786890" y="345440"/>
                      <a:pt x="1764030" y="375920"/>
                      <a:pt x="1742440" y="386080"/>
                    </a:cubicBezTo>
                    <a:cubicBezTo>
                      <a:pt x="1722120" y="396240"/>
                      <a:pt x="1684020" y="391160"/>
                      <a:pt x="1663700" y="382270"/>
                    </a:cubicBezTo>
                    <a:cubicBezTo>
                      <a:pt x="1647190" y="373380"/>
                      <a:pt x="1634490" y="356870"/>
                      <a:pt x="1628140" y="340360"/>
                    </a:cubicBezTo>
                    <a:cubicBezTo>
                      <a:pt x="1621790" y="325120"/>
                      <a:pt x="1619250" y="303530"/>
                      <a:pt x="1625600" y="287020"/>
                    </a:cubicBezTo>
                    <a:cubicBezTo>
                      <a:pt x="1633220" y="265430"/>
                      <a:pt x="1653540" y="238760"/>
                      <a:pt x="1680210" y="228600"/>
                    </a:cubicBezTo>
                    <a:cubicBezTo>
                      <a:pt x="1720850" y="213360"/>
                      <a:pt x="1790700" y="231140"/>
                      <a:pt x="1856740" y="245110"/>
                    </a:cubicBezTo>
                    <a:cubicBezTo>
                      <a:pt x="1946910" y="264160"/>
                      <a:pt x="2113280" y="292100"/>
                      <a:pt x="2166620" y="347980"/>
                    </a:cubicBezTo>
                    <a:cubicBezTo>
                      <a:pt x="2203450" y="384810"/>
                      <a:pt x="2214880" y="447040"/>
                      <a:pt x="2209800" y="486410"/>
                    </a:cubicBezTo>
                    <a:cubicBezTo>
                      <a:pt x="2204720" y="518160"/>
                      <a:pt x="2189480" y="539750"/>
                      <a:pt x="2156460" y="567690"/>
                    </a:cubicBezTo>
                    <a:cubicBezTo>
                      <a:pt x="2086610" y="629920"/>
                      <a:pt x="1880870" y="713740"/>
                      <a:pt x="1732280" y="760730"/>
                    </a:cubicBezTo>
                    <a:cubicBezTo>
                      <a:pt x="1577340" y="808990"/>
                      <a:pt x="1374140" y="842010"/>
                      <a:pt x="1242060" y="850900"/>
                    </a:cubicBezTo>
                    <a:cubicBezTo>
                      <a:pt x="1153160" y="857250"/>
                      <a:pt x="1083310" y="850900"/>
                      <a:pt x="1018540" y="843280"/>
                    </a:cubicBezTo>
                    <a:cubicBezTo>
                      <a:pt x="966470" y="836930"/>
                      <a:pt x="935990" y="821690"/>
                      <a:pt x="880110" y="815340"/>
                    </a:cubicBezTo>
                    <a:cubicBezTo>
                      <a:pt x="796290" y="806450"/>
                      <a:pt x="676910" y="819150"/>
                      <a:pt x="563880" y="812800"/>
                    </a:cubicBezTo>
                    <a:cubicBezTo>
                      <a:pt x="430530" y="803910"/>
                      <a:pt x="213360" y="796290"/>
                      <a:pt x="133350" y="763270"/>
                    </a:cubicBezTo>
                    <a:cubicBezTo>
                      <a:pt x="96520" y="749300"/>
                      <a:pt x="82550" y="732790"/>
                      <a:pt x="63500" y="711200"/>
                    </a:cubicBezTo>
                    <a:cubicBezTo>
                      <a:pt x="43180" y="688340"/>
                      <a:pt x="24130" y="660400"/>
                      <a:pt x="13970" y="632460"/>
                    </a:cubicBezTo>
                    <a:cubicBezTo>
                      <a:pt x="3810" y="607060"/>
                      <a:pt x="1270" y="577850"/>
                      <a:pt x="0" y="551180"/>
                    </a:cubicBezTo>
                    <a:cubicBezTo>
                      <a:pt x="0" y="524510"/>
                      <a:pt x="3810" y="500380"/>
                      <a:pt x="11430" y="474980"/>
                    </a:cubicBezTo>
                    <a:cubicBezTo>
                      <a:pt x="19050" y="447040"/>
                      <a:pt x="27940" y="417830"/>
                      <a:pt x="45720" y="389890"/>
                    </a:cubicBezTo>
                    <a:cubicBezTo>
                      <a:pt x="67310" y="354330"/>
                      <a:pt x="101600" y="317500"/>
                      <a:pt x="137160" y="281940"/>
                    </a:cubicBezTo>
                    <a:cubicBezTo>
                      <a:pt x="175260" y="243840"/>
                      <a:pt x="210820" y="207010"/>
                      <a:pt x="269240" y="171450"/>
                    </a:cubicBezTo>
                    <a:cubicBezTo>
                      <a:pt x="356870" y="120650"/>
                      <a:pt x="520700" y="58420"/>
                      <a:pt x="624840" y="30480"/>
                    </a:cubicBezTo>
                    <a:cubicBezTo>
                      <a:pt x="703580" y="10160"/>
                      <a:pt x="788670" y="0"/>
                      <a:pt x="835660" y="2540"/>
                    </a:cubicBezTo>
                    <a:cubicBezTo>
                      <a:pt x="859790" y="5080"/>
                      <a:pt x="875030" y="7620"/>
                      <a:pt x="887730" y="17780"/>
                    </a:cubicBezTo>
                    <a:cubicBezTo>
                      <a:pt x="901700" y="27940"/>
                      <a:pt x="914400" y="46990"/>
                      <a:pt x="916940" y="63500"/>
                    </a:cubicBezTo>
                    <a:cubicBezTo>
                      <a:pt x="920750" y="81280"/>
                      <a:pt x="918210" y="102870"/>
                      <a:pt x="909320" y="118110"/>
                    </a:cubicBezTo>
                    <a:cubicBezTo>
                      <a:pt x="897890" y="134620"/>
                      <a:pt x="848360" y="156210"/>
                      <a:pt x="848360" y="156210"/>
                    </a:cubicBezTo>
                  </a:path>
                </a:pathLst>
              </a:custGeom>
              <a:solidFill>
                <a:srgbClr val="FFFFFF"/>
              </a:solidFill>
              <a:ln cap="sq">
                <a:noFill/>
                <a:prstDash val="solid"/>
                <a:miter/>
              </a:ln>
            </p:spPr>
          </p:sp>
        </p:grpSp>
        <p:grpSp>
          <p:nvGrpSpPr>
            <p:cNvPr id="32" name="Group 32"/>
            <p:cNvGrpSpPr/>
            <p:nvPr/>
          </p:nvGrpSpPr>
          <p:grpSpPr>
            <a:xfrm>
              <a:off x="5149465" y="2961825"/>
              <a:ext cx="370341" cy="730722"/>
              <a:chOff x="0" y="0"/>
              <a:chExt cx="519430" cy="1024890"/>
            </a:xfrm>
          </p:grpSpPr>
          <p:sp>
            <p:nvSpPr>
              <p:cNvPr id="33" name="Freeform 33"/>
              <p:cNvSpPr/>
              <p:nvPr/>
            </p:nvSpPr>
            <p:spPr>
              <a:xfrm>
                <a:off x="34290" y="49530"/>
                <a:ext cx="435610" cy="928370"/>
              </a:xfrm>
              <a:custGeom>
                <a:avLst/>
                <a:gdLst/>
                <a:ahLst/>
                <a:cxnLst/>
                <a:rect l="l" t="t" r="r" b="b"/>
                <a:pathLst>
                  <a:path w="435610" h="928370">
                    <a:moveTo>
                      <a:pt x="177800" y="80010"/>
                    </a:moveTo>
                    <a:cubicBezTo>
                      <a:pt x="194310" y="577850"/>
                      <a:pt x="205740" y="586740"/>
                      <a:pt x="228600" y="613410"/>
                    </a:cubicBezTo>
                    <a:cubicBezTo>
                      <a:pt x="267970" y="660400"/>
                      <a:pt x="377190" y="736600"/>
                      <a:pt x="407670" y="778510"/>
                    </a:cubicBezTo>
                    <a:cubicBezTo>
                      <a:pt x="422910" y="797560"/>
                      <a:pt x="430530" y="810260"/>
                      <a:pt x="433070" y="828040"/>
                    </a:cubicBezTo>
                    <a:cubicBezTo>
                      <a:pt x="434340" y="844550"/>
                      <a:pt x="433070" y="866140"/>
                      <a:pt x="421640" y="881380"/>
                    </a:cubicBezTo>
                    <a:cubicBezTo>
                      <a:pt x="410210" y="900430"/>
                      <a:pt x="375920" y="922020"/>
                      <a:pt x="354330" y="924560"/>
                    </a:cubicBezTo>
                    <a:cubicBezTo>
                      <a:pt x="335280" y="928370"/>
                      <a:pt x="314960" y="920750"/>
                      <a:pt x="300990" y="911860"/>
                    </a:cubicBezTo>
                    <a:cubicBezTo>
                      <a:pt x="285750" y="902970"/>
                      <a:pt x="270510" y="886460"/>
                      <a:pt x="266700" y="868680"/>
                    </a:cubicBezTo>
                    <a:cubicBezTo>
                      <a:pt x="260350" y="847090"/>
                      <a:pt x="265430" y="807720"/>
                      <a:pt x="276860" y="788670"/>
                    </a:cubicBezTo>
                    <a:cubicBezTo>
                      <a:pt x="287020" y="773430"/>
                      <a:pt x="303530" y="760730"/>
                      <a:pt x="321310" y="756920"/>
                    </a:cubicBezTo>
                    <a:cubicBezTo>
                      <a:pt x="344170" y="751840"/>
                      <a:pt x="382270" y="756920"/>
                      <a:pt x="401320" y="772160"/>
                    </a:cubicBezTo>
                    <a:cubicBezTo>
                      <a:pt x="419100" y="787400"/>
                      <a:pt x="435610" y="822960"/>
                      <a:pt x="433070" y="845820"/>
                    </a:cubicBezTo>
                    <a:cubicBezTo>
                      <a:pt x="430530" y="869950"/>
                      <a:pt x="410210" y="902970"/>
                      <a:pt x="389890" y="914400"/>
                    </a:cubicBezTo>
                    <a:cubicBezTo>
                      <a:pt x="368300" y="925830"/>
                      <a:pt x="339090" y="928370"/>
                      <a:pt x="308610" y="916940"/>
                    </a:cubicBezTo>
                    <a:cubicBezTo>
                      <a:pt x="248920" y="892810"/>
                      <a:pt x="132080" y="760730"/>
                      <a:pt x="86360" y="702310"/>
                    </a:cubicBezTo>
                    <a:cubicBezTo>
                      <a:pt x="60960" y="670560"/>
                      <a:pt x="48260" y="647700"/>
                      <a:pt x="36830" y="618490"/>
                    </a:cubicBezTo>
                    <a:cubicBezTo>
                      <a:pt x="25400" y="593090"/>
                      <a:pt x="20320" y="577850"/>
                      <a:pt x="16510" y="539750"/>
                    </a:cubicBezTo>
                    <a:cubicBezTo>
                      <a:pt x="5080" y="448310"/>
                      <a:pt x="0" y="134620"/>
                      <a:pt x="24130" y="60960"/>
                    </a:cubicBezTo>
                    <a:cubicBezTo>
                      <a:pt x="31750" y="35560"/>
                      <a:pt x="40640" y="25400"/>
                      <a:pt x="55880" y="15240"/>
                    </a:cubicBezTo>
                    <a:cubicBezTo>
                      <a:pt x="69850" y="5080"/>
                      <a:pt x="92710" y="0"/>
                      <a:pt x="109220" y="1270"/>
                    </a:cubicBezTo>
                    <a:cubicBezTo>
                      <a:pt x="127000" y="3810"/>
                      <a:pt x="147320" y="15240"/>
                      <a:pt x="158750" y="27940"/>
                    </a:cubicBezTo>
                    <a:cubicBezTo>
                      <a:pt x="170180" y="40640"/>
                      <a:pt x="177800" y="80010"/>
                      <a:pt x="177800" y="80010"/>
                    </a:cubicBezTo>
                  </a:path>
                </a:pathLst>
              </a:custGeom>
              <a:solidFill>
                <a:srgbClr val="FFFFFF"/>
              </a:solidFill>
              <a:ln cap="sq">
                <a:noFill/>
                <a:prstDash val="solid"/>
                <a:miter/>
              </a:ln>
            </p:spPr>
          </p:sp>
        </p:grpSp>
        <p:grpSp>
          <p:nvGrpSpPr>
            <p:cNvPr id="34" name="Group 34"/>
            <p:cNvGrpSpPr/>
            <p:nvPr/>
          </p:nvGrpSpPr>
          <p:grpSpPr>
            <a:xfrm>
              <a:off x="1807338" y="3237091"/>
              <a:ext cx="3065050" cy="338650"/>
              <a:chOff x="0" y="0"/>
              <a:chExt cx="4298950" cy="474980"/>
            </a:xfrm>
          </p:grpSpPr>
          <p:sp>
            <p:nvSpPr>
              <p:cNvPr id="35" name="Freeform 35"/>
              <p:cNvSpPr/>
              <p:nvPr/>
            </p:nvSpPr>
            <p:spPr>
              <a:xfrm>
                <a:off x="46990" y="45720"/>
                <a:ext cx="4202430" cy="378460"/>
              </a:xfrm>
              <a:custGeom>
                <a:avLst/>
                <a:gdLst/>
                <a:ahLst/>
                <a:cxnLst/>
                <a:rect l="l" t="t" r="r" b="b"/>
                <a:pathLst>
                  <a:path w="4202430" h="378460">
                    <a:moveTo>
                      <a:pt x="91440" y="186690"/>
                    </a:moveTo>
                    <a:cubicBezTo>
                      <a:pt x="551180" y="232410"/>
                      <a:pt x="1113790" y="209550"/>
                      <a:pt x="1313180" y="201930"/>
                    </a:cubicBezTo>
                    <a:cubicBezTo>
                      <a:pt x="1399540" y="198120"/>
                      <a:pt x="1430020" y="199390"/>
                      <a:pt x="1501140" y="189230"/>
                    </a:cubicBezTo>
                    <a:cubicBezTo>
                      <a:pt x="1596390" y="176530"/>
                      <a:pt x="1711960" y="135890"/>
                      <a:pt x="1833880" y="123190"/>
                    </a:cubicBezTo>
                    <a:cubicBezTo>
                      <a:pt x="1976120" y="107950"/>
                      <a:pt x="2166620" y="127000"/>
                      <a:pt x="2302510" y="119380"/>
                    </a:cubicBezTo>
                    <a:cubicBezTo>
                      <a:pt x="2405380" y="111760"/>
                      <a:pt x="2458720" y="93980"/>
                      <a:pt x="2573020" y="86360"/>
                    </a:cubicBezTo>
                    <a:cubicBezTo>
                      <a:pt x="2769870" y="73660"/>
                      <a:pt x="3196590" y="95250"/>
                      <a:pt x="3379470" y="78740"/>
                    </a:cubicBezTo>
                    <a:cubicBezTo>
                      <a:pt x="3475990" y="69850"/>
                      <a:pt x="3517900" y="48260"/>
                      <a:pt x="3596640" y="40640"/>
                    </a:cubicBezTo>
                    <a:cubicBezTo>
                      <a:pt x="3690620" y="33020"/>
                      <a:pt x="3813810" y="46990"/>
                      <a:pt x="3909060" y="39370"/>
                    </a:cubicBezTo>
                    <a:cubicBezTo>
                      <a:pt x="3989070" y="33020"/>
                      <a:pt x="4081780" y="0"/>
                      <a:pt x="4127500" y="6350"/>
                    </a:cubicBezTo>
                    <a:cubicBezTo>
                      <a:pt x="4150360" y="8890"/>
                      <a:pt x="4163060" y="15240"/>
                      <a:pt x="4174490" y="26670"/>
                    </a:cubicBezTo>
                    <a:cubicBezTo>
                      <a:pt x="4187190" y="36830"/>
                      <a:pt x="4198620" y="53340"/>
                      <a:pt x="4199890" y="71120"/>
                    </a:cubicBezTo>
                    <a:cubicBezTo>
                      <a:pt x="4202430" y="91440"/>
                      <a:pt x="4193540" y="127000"/>
                      <a:pt x="4178300" y="143510"/>
                    </a:cubicBezTo>
                    <a:cubicBezTo>
                      <a:pt x="4163060" y="158750"/>
                      <a:pt x="4127500" y="168910"/>
                      <a:pt x="4105910" y="165100"/>
                    </a:cubicBezTo>
                    <a:cubicBezTo>
                      <a:pt x="4084320" y="161290"/>
                      <a:pt x="4056380" y="138430"/>
                      <a:pt x="4047490" y="118110"/>
                    </a:cubicBezTo>
                    <a:cubicBezTo>
                      <a:pt x="4038600" y="97790"/>
                      <a:pt x="4041140" y="60960"/>
                      <a:pt x="4053840" y="43180"/>
                    </a:cubicBezTo>
                    <a:cubicBezTo>
                      <a:pt x="4065270" y="24130"/>
                      <a:pt x="4098290" y="7620"/>
                      <a:pt x="4118610" y="5080"/>
                    </a:cubicBezTo>
                    <a:cubicBezTo>
                      <a:pt x="4136390" y="3810"/>
                      <a:pt x="4155440" y="11430"/>
                      <a:pt x="4168140" y="20320"/>
                    </a:cubicBezTo>
                    <a:cubicBezTo>
                      <a:pt x="4182110" y="30480"/>
                      <a:pt x="4194810" y="45720"/>
                      <a:pt x="4198620" y="62230"/>
                    </a:cubicBezTo>
                    <a:cubicBezTo>
                      <a:pt x="4202430" y="82550"/>
                      <a:pt x="4196080" y="119380"/>
                      <a:pt x="4184650" y="137160"/>
                    </a:cubicBezTo>
                    <a:cubicBezTo>
                      <a:pt x="4174490" y="151130"/>
                      <a:pt x="4160520" y="156210"/>
                      <a:pt x="4141470" y="163830"/>
                    </a:cubicBezTo>
                    <a:cubicBezTo>
                      <a:pt x="4104640" y="179070"/>
                      <a:pt x="4047490" y="195580"/>
                      <a:pt x="3981450" y="203200"/>
                    </a:cubicBezTo>
                    <a:cubicBezTo>
                      <a:pt x="3873500" y="215900"/>
                      <a:pt x="3662680" y="193040"/>
                      <a:pt x="3553460" y="203200"/>
                    </a:cubicBezTo>
                    <a:cubicBezTo>
                      <a:pt x="3482340" y="209550"/>
                      <a:pt x="3460750" y="227330"/>
                      <a:pt x="3380740" y="234950"/>
                    </a:cubicBezTo>
                    <a:cubicBezTo>
                      <a:pt x="3200400" y="251460"/>
                      <a:pt x="2687320" y="220980"/>
                      <a:pt x="2499360" y="234950"/>
                    </a:cubicBezTo>
                    <a:cubicBezTo>
                      <a:pt x="2410460" y="242570"/>
                      <a:pt x="2383790" y="257810"/>
                      <a:pt x="2302510" y="265430"/>
                    </a:cubicBezTo>
                    <a:cubicBezTo>
                      <a:pt x="2171700" y="276860"/>
                      <a:pt x="1929130" y="260350"/>
                      <a:pt x="1784350" y="279400"/>
                    </a:cubicBezTo>
                    <a:cubicBezTo>
                      <a:pt x="1676400" y="292100"/>
                      <a:pt x="1592580" y="328930"/>
                      <a:pt x="1507490" y="342900"/>
                    </a:cubicBezTo>
                    <a:cubicBezTo>
                      <a:pt x="1437640" y="353060"/>
                      <a:pt x="1395730" y="354330"/>
                      <a:pt x="1313180" y="359410"/>
                    </a:cubicBezTo>
                    <a:cubicBezTo>
                      <a:pt x="1170940" y="368300"/>
                      <a:pt x="920750" y="378460"/>
                      <a:pt x="728980" y="378460"/>
                    </a:cubicBezTo>
                    <a:cubicBezTo>
                      <a:pt x="542290" y="377190"/>
                      <a:pt x="295910" y="369570"/>
                      <a:pt x="175260" y="356870"/>
                    </a:cubicBezTo>
                    <a:cubicBezTo>
                      <a:pt x="116840" y="350520"/>
                      <a:pt x="74930" y="347980"/>
                      <a:pt x="45720" y="332740"/>
                    </a:cubicBezTo>
                    <a:cubicBezTo>
                      <a:pt x="26670" y="323850"/>
                      <a:pt x="13970" y="309880"/>
                      <a:pt x="6350" y="294640"/>
                    </a:cubicBezTo>
                    <a:cubicBezTo>
                      <a:pt x="0" y="279400"/>
                      <a:pt x="0" y="255270"/>
                      <a:pt x="3810" y="240030"/>
                    </a:cubicBezTo>
                    <a:cubicBezTo>
                      <a:pt x="6350" y="227330"/>
                      <a:pt x="11430" y="215900"/>
                      <a:pt x="22860" y="208280"/>
                    </a:cubicBezTo>
                    <a:cubicBezTo>
                      <a:pt x="36830" y="196850"/>
                      <a:pt x="91440" y="186690"/>
                      <a:pt x="91440" y="186690"/>
                    </a:cubicBezTo>
                  </a:path>
                </a:pathLst>
              </a:custGeom>
              <a:solidFill>
                <a:srgbClr val="FFFFFF"/>
              </a:solidFill>
              <a:ln cap="sq">
                <a:noFill/>
                <a:prstDash val="solid"/>
                <a:miter/>
              </a:ln>
            </p:spPr>
          </p:sp>
        </p:grpSp>
        <p:grpSp>
          <p:nvGrpSpPr>
            <p:cNvPr id="36" name="Group 36"/>
            <p:cNvGrpSpPr/>
            <p:nvPr/>
          </p:nvGrpSpPr>
          <p:grpSpPr>
            <a:xfrm>
              <a:off x="0" y="3399172"/>
              <a:ext cx="1269483" cy="275266"/>
              <a:chOff x="0" y="0"/>
              <a:chExt cx="1780540" cy="386080"/>
            </a:xfrm>
          </p:grpSpPr>
          <p:sp>
            <p:nvSpPr>
              <p:cNvPr id="37" name="Freeform 37"/>
              <p:cNvSpPr/>
              <p:nvPr/>
            </p:nvSpPr>
            <p:spPr>
              <a:xfrm>
                <a:off x="49530" y="30480"/>
                <a:ext cx="1681480" cy="303530"/>
              </a:xfrm>
              <a:custGeom>
                <a:avLst/>
                <a:gdLst/>
                <a:ahLst/>
                <a:cxnLst/>
                <a:rect l="l" t="t" r="r" b="b"/>
                <a:pathLst>
                  <a:path w="1681480" h="303530">
                    <a:moveTo>
                      <a:pt x="1602740" y="303530"/>
                    </a:moveTo>
                    <a:cubicBezTo>
                      <a:pt x="1290320" y="295910"/>
                      <a:pt x="1229360" y="270510"/>
                      <a:pt x="1150620" y="260350"/>
                    </a:cubicBezTo>
                    <a:cubicBezTo>
                      <a:pt x="1055370" y="246380"/>
                      <a:pt x="929640" y="248920"/>
                      <a:pt x="829310" y="236220"/>
                    </a:cubicBezTo>
                    <a:cubicBezTo>
                      <a:pt x="739140" y="224790"/>
                      <a:pt x="676910" y="199390"/>
                      <a:pt x="577850" y="190500"/>
                    </a:cubicBezTo>
                    <a:cubicBezTo>
                      <a:pt x="435610" y="176530"/>
                      <a:pt x="133350" y="208280"/>
                      <a:pt x="57150" y="182880"/>
                    </a:cubicBezTo>
                    <a:cubicBezTo>
                      <a:pt x="33020" y="173990"/>
                      <a:pt x="24130" y="163830"/>
                      <a:pt x="15240" y="149860"/>
                    </a:cubicBezTo>
                    <a:cubicBezTo>
                      <a:pt x="5080" y="135890"/>
                      <a:pt x="0" y="115570"/>
                      <a:pt x="1270" y="99060"/>
                    </a:cubicBezTo>
                    <a:cubicBezTo>
                      <a:pt x="1270" y="82550"/>
                      <a:pt x="7620" y="62230"/>
                      <a:pt x="20320" y="49530"/>
                    </a:cubicBezTo>
                    <a:cubicBezTo>
                      <a:pt x="35560" y="34290"/>
                      <a:pt x="71120" y="20320"/>
                      <a:pt x="92710" y="20320"/>
                    </a:cubicBezTo>
                    <a:cubicBezTo>
                      <a:pt x="110490" y="21590"/>
                      <a:pt x="129540" y="29210"/>
                      <a:pt x="140970" y="43180"/>
                    </a:cubicBezTo>
                    <a:cubicBezTo>
                      <a:pt x="156210" y="59690"/>
                      <a:pt x="167640" y="95250"/>
                      <a:pt x="166370" y="116840"/>
                    </a:cubicBezTo>
                    <a:cubicBezTo>
                      <a:pt x="165100" y="134620"/>
                      <a:pt x="154940" y="152400"/>
                      <a:pt x="140970" y="163830"/>
                    </a:cubicBezTo>
                    <a:cubicBezTo>
                      <a:pt x="124460" y="177800"/>
                      <a:pt x="87630" y="187960"/>
                      <a:pt x="66040" y="185420"/>
                    </a:cubicBezTo>
                    <a:cubicBezTo>
                      <a:pt x="48260" y="182880"/>
                      <a:pt x="31750" y="170180"/>
                      <a:pt x="20320" y="157480"/>
                    </a:cubicBezTo>
                    <a:cubicBezTo>
                      <a:pt x="10160" y="144780"/>
                      <a:pt x="1270" y="124460"/>
                      <a:pt x="1270" y="107950"/>
                    </a:cubicBezTo>
                    <a:cubicBezTo>
                      <a:pt x="0" y="91440"/>
                      <a:pt x="3810" y="71120"/>
                      <a:pt x="15240" y="57150"/>
                    </a:cubicBezTo>
                    <a:cubicBezTo>
                      <a:pt x="29210" y="39370"/>
                      <a:pt x="49530" y="29210"/>
                      <a:pt x="83820" y="20320"/>
                    </a:cubicBezTo>
                    <a:cubicBezTo>
                      <a:pt x="166370" y="0"/>
                      <a:pt x="412750" y="15240"/>
                      <a:pt x="525780" y="24130"/>
                    </a:cubicBezTo>
                    <a:cubicBezTo>
                      <a:pt x="596900" y="29210"/>
                      <a:pt x="652780" y="38100"/>
                      <a:pt x="699770" y="49530"/>
                    </a:cubicBezTo>
                    <a:cubicBezTo>
                      <a:pt x="731520" y="57150"/>
                      <a:pt x="745490" y="71120"/>
                      <a:pt x="781050" y="78740"/>
                    </a:cubicBezTo>
                    <a:cubicBezTo>
                      <a:pt x="836930" y="90170"/>
                      <a:pt x="924560" y="78740"/>
                      <a:pt x="1008380" y="88900"/>
                    </a:cubicBezTo>
                    <a:cubicBezTo>
                      <a:pt x="1113790" y="100330"/>
                      <a:pt x="1256030" y="142240"/>
                      <a:pt x="1365250" y="151130"/>
                    </a:cubicBezTo>
                    <a:cubicBezTo>
                      <a:pt x="1456690" y="160020"/>
                      <a:pt x="1572260" y="137160"/>
                      <a:pt x="1621790" y="152400"/>
                    </a:cubicBezTo>
                    <a:cubicBezTo>
                      <a:pt x="1643380" y="160020"/>
                      <a:pt x="1656080" y="170180"/>
                      <a:pt x="1666240" y="184150"/>
                    </a:cubicBezTo>
                    <a:cubicBezTo>
                      <a:pt x="1675130" y="198120"/>
                      <a:pt x="1681480" y="219710"/>
                      <a:pt x="1678940" y="236220"/>
                    </a:cubicBezTo>
                    <a:cubicBezTo>
                      <a:pt x="1677670" y="252730"/>
                      <a:pt x="1666240" y="273050"/>
                      <a:pt x="1653540" y="284480"/>
                    </a:cubicBezTo>
                    <a:cubicBezTo>
                      <a:pt x="1640840" y="295910"/>
                      <a:pt x="1602740" y="303530"/>
                      <a:pt x="1602740" y="303530"/>
                    </a:cubicBezTo>
                  </a:path>
                </a:pathLst>
              </a:custGeom>
              <a:solidFill>
                <a:srgbClr val="FFFFFF"/>
              </a:solidFill>
              <a:ln cap="sq">
                <a:noFill/>
                <a:prstDash val="solid"/>
                <a:miter/>
              </a:ln>
            </p:spPr>
          </p:sp>
        </p:grpSp>
        <p:grpSp>
          <p:nvGrpSpPr>
            <p:cNvPr id="38" name="Group 38"/>
            <p:cNvGrpSpPr/>
            <p:nvPr/>
          </p:nvGrpSpPr>
          <p:grpSpPr>
            <a:xfrm>
              <a:off x="2006544" y="1441524"/>
              <a:ext cx="1659745" cy="702652"/>
              <a:chOff x="0" y="0"/>
              <a:chExt cx="2327910" cy="985520"/>
            </a:xfrm>
          </p:grpSpPr>
          <p:sp>
            <p:nvSpPr>
              <p:cNvPr id="39" name="Freeform 39"/>
              <p:cNvSpPr/>
              <p:nvPr/>
            </p:nvSpPr>
            <p:spPr>
              <a:xfrm>
                <a:off x="46990" y="44450"/>
                <a:ext cx="2235200" cy="899160"/>
              </a:xfrm>
              <a:custGeom>
                <a:avLst/>
                <a:gdLst/>
                <a:ahLst/>
                <a:cxnLst/>
                <a:rect l="l" t="t" r="r" b="b"/>
                <a:pathLst>
                  <a:path w="2235200" h="899160">
                    <a:moveTo>
                      <a:pt x="109220" y="7620"/>
                    </a:moveTo>
                    <a:cubicBezTo>
                      <a:pt x="331470" y="59690"/>
                      <a:pt x="388620" y="43180"/>
                      <a:pt x="454660" y="49530"/>
                    </a:cubicBezTo>
                    <a:cubicBezTo>
                      <a:pt x="535940" y="57150"/>
                      <a:pt x="626110" y="63500"/>
                      <a:pt x="727710" y="104140"/>
                    </a:cubicBezTo>
                    <a:cubicBezTo>
                      <a:pt x="882650" y="167640"/>
                      <a:pt x="1117600" y="364490"/>
                      <a:pt x="1267460" y="453390"/>
                    </a:cubicBezTo>
                    <a:cubicBezTo>
                      <a:pt x="1369060" y="514350"/>
                      <a:pt x="1465580" y="577850"/>
                      <a:pt x="1529080" y="598170"/>
                    </a:cubicBezTo>
                    <a:cubicBezTo>
                      <a:pt x="1563370" y="609600"/>
                      <a:pt x="1579880" y="600710"/>
                      <a:pt x="1611630" y="609600"/>
                    </a:cubicBezTo>
                    <a:cubicBezTo>
                      <a:pt x="1659890" y="622300"/>
                      <a:pt x="1717040" y="666750"/>
                      <a:pt x="1789430" y="684530"/>
                    </a:cubicBezTo>
                    <a:cubicBezTo>
                      <a:pt x="1891030" y="709930"/>
                      <a:pt x="2101850" y="690880"/>
                      <a:pt x="2170430" y="722630"/>
                    </a:cubicBezTo>
                    <a:cubicBezTo>
                      <a:pt x="2200910" y="736600"/>
                      <a:pt x="2218690" y="756920"/>
                      <a:pt x="2227580" y="777240"/>
                    </a:cubicBezTo>
                    <a:cubicBezTo>
                      <a:pt x="2235200" y="795020"/>
                      <a:pt x="2232660" y="816610"/>
                      <a:pt x="2227580" y="831850"/>
                    </a:cubicBezTo>
                    <a:cubicBezTo>
                      <a:pt x="2221230" y="848360"/>
                      <a:pt x="2209800" y="866140"/>
                      <a:pt x="2194560" y="875030"/>
                    </a:cubicBezTo>
                    <a:cubicBezTo>
                      <a:pt x="2174240" y="886460"/>
                      <a:pt x="2136140" y="892810"/>
                      <a:pt x="2114550" y="883920"/>
                    </a:cubicBezTo>
                    <a:cubicBezTo>
                      <a:pt x="2092960" y="875030"/>
                      <a:pt x="2068830" y="843280"/>
                      <a:pt x="2062480" y="821690"/>
                    </a:cubicBezTo>
                    <a:cubicBezTo>
                      <a:pt x="2057400" y="805180"/>
                      <a:pt x="2059940" y="783590"/>
                      <a:pt x="2068830" y="768350"/>
                    </a:cubicBezTo>
                    <a:cubicBezTo>
                      <a:pt x="2080260" y="749300"/>
                      <a:pt x="2112010" y="725170"/>
                      <a:pt x="2133600" y="720090"/>
                    </a:cubicBezTo>
                    <a:cubicBezTo>
                      <a:pt x="2151380" y="716280"/>
                      <a:pt x="2171700" y="721360"/>
                      <a:pt x="2186940" y="728980"/>
                    </a:cubicBezTo>
                    <a:cubicBezTo>
                      <a:pt x="2202180" y="737870"/>
                      <a:pt x="2217420" y="753110"/>
                      <a:pt x="2225040" y="769620"/>
                    </a:cubicBezTo>
                    <a:cubicBezTo>
                      <a:pt x="2231390" y="784860"/>
                      <a:pt x="2233930" y="806450"/>
                      <a:pt x="2230120" y="822960"/>
                    </a:cubicBezTo>
                    <a:cubicBezTo>
                      <a:pt x="2226310" y="840740"/>
                      <a:pt x="2214880" y="858520"/>
                      <a:pt x="2200910" y="869950"/>
                    </a:cubicBezTo>
                    <a:cubicBezTo>
                      <a:pt x="2188210" y="881380"/>
                      <a:pt x="2175510" y="886460"/>
                      <a:pt x="2150110" y="890270"/>
                    </a:cubicBezTo>
                    <a:cubicBezTo>
                      <a:pt x="2085340" y="899160"/>
                      <a:pt x="1907540" y="880110"/>
                      <a:pt x="1788160" y="854710"/>
                    </a:cubicBezTo>
                    <a:cubicBezTo>
                      <a:pt x="1668780" y="830580"/>
                      <a:pt x="1549400" y="792480"/>
                      <a:pt x="1436370" y="742950"/>
                    </a:cubicBezTo>
                    <a:cubicBezTo>
                      <a:pt x="1320800" y="693420"/>
                      <a:pt x="1201420" y="618490"/>
                      <a:pt x="1103630" y="558800"/>
                    </a:cubicBezTo>
                    <a:cubicBezTo>
                      <a:pt x="1022350" y="509270"/>
                      <a:pt x="938530" y="455930"/>
                      <a:pt x="886460" y="412750"/>
                    </a:cubicBezTo>
                    <a:cubicBezTo>
                      <a:pt x="853440" y="386080"/>
                      <a:pt x="839470" y="356870"/>
                      <a:pt x="812800" y="340360"/>
                    </a:cubicBezTo>
                    <a:cubicBezTo>
                      <a:pt x="789940" y="325120"/>
                      <a:pt x="764540" y="326390"/>
                      <a:pt x="739140" y="313690"/>
                    </a:cubicBezTo>
                    <a:cubicBezTo>
                      <a:pt x="708660" y="298450"/>
                      <a:pt x="683260" y="269240"/>
                      <a:pt x="645160" y="254000"/>
                    </a:cubicBezTo>
                    <a:cubicBezTo>
                      <a:pt x="596900" y="233680"/>
                      <a:pt x="529590" y="223520"/>
                      <a:pt x="472440" y="217170"/>
                    </a:cubicBezTo>
                    <a:cubicBezTo>
                      <a:pt x="417830" y="210820"/>
                      <a:pt x="365760" y="220980"/>
                      <a:pt x="308610" y="214630"/>
                    </a:cubicBezTo>
                    <a:cubicBezTo>
                      <a:pt x="242570" y="207010"/>
                      <a:pt x="151130" y="189230"/>
                      <a:pt x="101600" y="173990"/>
                    </a:cubicBezTo>
                    <a:cubicBezTo>
                      <a:pt x="72390" y="165100"/>
                      <a:pt x="50800" y="158750"/>
                      <a:pt x="34290" y="144780"/>
                    </a:cubicBezTo>
                    <a:cubicBezTo>
                      <a:pt x="20320" y="132080"/>
                      <a:pt x="7620" y="114300"/>
                      <a:pt x="3810" y="97790"/>
                    </a:cubicBezTo>
                    <a:cubicBezTo>
                      <a:pt x="0" y="81280"/>
                      <a:pt x="2540" y="58420"/>
                      <a:pt x="11430" y="43180"/>
                    </a:cubicBezTo>
                    <a:cubicBezTo>
                      <a:pt x="20320" y="27940"/>
                      <a:pt x="36830" y="12700"/>
                      <a:pt x="53340" y="6350"/>
                    </a:cubicBezTo>
                    <a:cubicBezTo>
                      <a:pt x="69850" y="0"/>
                      <a:pt x="109220" y="7620"/>
                      <a:pt x="109220" y="7620"/>
                    </a:cubicBezTo>
                  </a:path>
                </a:pathLst>
              </a:custGeom>
              <a:solidFill>
                <a:srgbClr val="FFFFFF"/>
              </a:solidFill>
              <a:ln cap="sq">
                <a:noFill/>
                <a:prstDash val="solid"/>
                <a:miter/>
              </a:ln>
            </p:spPr>
          </p:sp>
        </p:grpSp>
        <p:grpSp>
          <p:nvGrpSpPr>
            <p:cNvPr id="40" name="Group 40"/>
            <p:cNvGrpSpPr/>
            <p:nvPr/>
          </p:nvGrpSpPr>
          <p:grpSpPr>
            <a:xfrm>
              <a:off x="2472866" y="2220237"/>
              <a:ext cx="1283065" cy="365814"/>
              <a:chOff x="0" y="0"/>
              <a:chExt cx="1799590" cy="513080"/>
            </a:xfrm>
          </p:grpSpPr>
          <p:sp>
            <p:nvSpPr>
              <p:cNvPr id="41" name="Freeform 41"/>
              <p:cNvSpPr/>
              <p:nvPr/>
            </p:nvSpPr>
            <p:spPr>
              <a:xfrm>
                <a:off x="46990" y="50800"/>
                <a:ext cx="1705610" cy="426720"/>
              </a:xfrm>
              <a:custGeom>
                <a:avLst/>
                <a:gdLst/>
                <a:ahLst/>
                <a:cxnLst/>
                <a:rect l="l" t="t" r="r" b="b"/>
                <a:pathLst>
                  <a:path w="1705610" h="426720">
                    <a:moveTo>
                      <a:pt x="90170" y="0"/>
                    </a:moveTo>
                    <a:cubicBezTo>
                      <a:pt x="840740" y="165100"/>
                      <a:pt x="857250" y="181610"/>
                      <a:pt x="891540" y="190500"/>
                    </a:cubicBezTo>
                    <a:cubicBezTo>
                      <a:pt x="925830" y="198120"/>
                      <a:pt x="962660" y="191770"/>
                      <a:pt x="996950" y="199390"/>
                    </a:cubicBezTo>
                    <a:cubicBezTo>
                      <a:pt x="1033780" y="207010"/>
                      <a:pt x="1059180" y="226060"/>
                      <a:pt x="1107440" y="234950"/>
                    </a:cubicBezTo>
                    <a:cubicBezTo>
                      <a:pt x="1195070" y="248920"/>
                      <a:pt x="1395730" y="250190"/>
                      <a:pt x="1490980" y="237490"/>
                    </a:cubicBezTo>
                    <a:cubicBezTo>
                      <a:pt x="1548130" y="231140"/>
                      <a:pt x="1588770" y="196850"/>
                      <a:pt x="1625600" y="203200"/>
                    </a:cubicBezTo>
                    <a:cubicBezTo>
                      <a:pt x="1652270" y="207010"/>
                      <a:pt x="1680210" y="228600"/>
                      <a:pt x="1692910" y="247650"/>
                    </a:cubicBezTo>
                    <a:cubicBezTo>
                      <a:pt x="1703070" y="264160"/>
                      <a:pt x="1705610" y="284480"/>
                      <a:pt x="1701800" y="302260"/>
                    </a:cubicBezTo>
                    <a:cubicBezTo>
                      <a:pt x="1696720" y="323850"/>
                      <a:pt x="1672590" y="355600"/>
                      <a:pt x="1652270" y="367030"/>
                    </a:cubicBezTo>
                    <a:cubicBezTo>
                      <a:pt x="1637030" y="375920"/>
                      <a:pt x="1615440" y="378460"/>
                      <a:pt x="1597660" y="373380"/>
                    </a:cubicBezTo>
                    <a:cubicBezTo>
                      <a:pt x="1576070" y="367030"/>
                      <a:pt x="1545590" y="340360"/>
                      <a:pt x="1535430" y="321310"/>
                    </a:cubicBezTo>
                    <a:cubicBezTo>
                      <a:pt x="1527810" y="304800"/>
                      <a:pt x="1526540" y="283210"/>
                      <a:pt x="1532890" y="265430"/>
                    </a:cubicBezTo>
                    <a:cubicBezTo>
                      <a:pt x="1540510" y="245110"/>
                      <a:pt x="1567180" y="215900"/>
                      <a:pt x="1588770" y="207010"/>
                    </a:cubicBezTo>
                    <a:cubicBezTo>
                      <a:pt x="1605280" y="199390"/>
                      <a:pt x="1626870" y="199390"/>
                      <a:pt x="1643380" y="207010"/>
                    </a:cubicBezTo>
                    <a:cubicBezTo>
                      <a:pt x="1663700" y="215900"/>
                      <a:pt x="1691640" y="243840"/>
                      <a:pt x="1699260" y="265430"/>
                    </a:cubicBezTo>
                    <a:cubicBezTo>
                      <a:pt x="1705610" y="283210"/>
                      <a:pt x="1703070" y="304800"/>
                      <a:pt x="1696720" y="320040"/>
                    </a:cubicBezTo>
                    <a:cubicBezTo>
                      <a:pt x="1690370" y="336550"/>
                      <a:pt x="1680210" y="350520"/>
                      <a:pt x="1661160" y="363220"/>
                    </a:cubicBezTo>
                    <a:cubicBezTo>
                      <a:pt x="1626870" y="384810"/>
                      <a:pt x="1560830" y="401320"/>
                      <a:pt x="1493520" y="410210"/>
                    </a:cubicBezTo>
                    <a:cubicBezTo>
                      <a:pt x="1398270" y="422910"/>
                      <a:pt x="1287780" y="426720"/>
                      <a:pt x="1137920" y="408940"/>
                    </a:cubicBezTo>
                    <a:cubicBezTo>
                      <a:pt x="873760" y="377190"/>
                      <a:pt x="166370" y="210820"/>
                      <a:pt x="50800" y="149860"/>
                    </a:cubicBezTo>
                    <a:cubicBezTo>
                      <a:pt x="24130" y="135890"/>
                      <a:pt x="17780" y="127000"/>
                      <a:pt x="10160" y="111760"/>
                    </a:cubicBezTo>
                    <a:cubicBezTo>
                      <a:pt x="2540" y="96520"/>
                      <a:pt x="0" y="73660"/>
                      <a:pt x="3810" y="55880"/>
                    </a:cubicBezTo>
                    <a:cubicBezTo>
                      <a:pt x="8890" y="39370"/>
                      <a:pt x="21590" y="21590"/>
                      <a:pt x="36830" y="11430"/>
                    </a:cubicBezTo>
                    <a:cubicBezTo>
                      <a:pt x="50800" y="2540"/>
                      <a:pt x="90170" y="0"/>
                      <a:pt x="90170" y="0"/>
                    </a:cubicBezTo>
                  </a:path>
                </a:pathLst>
              </a:custGeom>
              <a:solidFill>
                <a:srgbClr val="FFFFFF"/>
              </a:solidFill>
              <a:ln cap="sq">
                <a:noFill/>
                <a:prstDash val="solid"/>
                <a:miter/>
              </a:ln>
            </p:spPr>
          </p:sp>
        </p:grpSp>
        <p:grpSp>
          <p:nvGrpSpPr>
            <p:cNvPr id="42" name="Group 42"/>
            <p:cNvGrpSpPr/>
            <p:nvPr/>
          </p:nvGrpSpPr>
          <p:grpSpPr>
            <a:xfrm>
              <a:off x="1294836" y="535139"/>
              <a:ext cx="438252" cy="431008"/>
              <a:chOff x="0" y="0"/>
              <a:chExt cx="614680" cy="604520"/>
            </a:xfrm>
          </p:grpSpPr>
          <p:sp>
            <p:nvSpPr>
              <p:cNvPr id="43" name="Freeform 43"/>
              <p:cNvSpPr/>
              <p:nvPr/>
            </p:nvSpPr>
            <p:spPr>
              <a:xfrm>
                <a:off x="46990" y="44450"/>
                <a:ext cx="520700" cy="515620"/>
              </a:xfrm>
              <a:custGeom>
                <a:avLst/>
                <a:gdLst/>
                <a:ahLst/>
                <a:cxnLst/>
                <a:rect l="l" t="t" r="r" b="b"/>
                <a:pathLst>
                  <a:path w="520700" h="515620">
                    <a:moveTo>
                      <a:pt x="189230" y="468630"/>
                    </a:moveTo>
                    <a:cubicBezTo>
                      <a:pt x="66040" y="327660"/>
                      <a:pt x="25400" y="265430"/>
                      <a:pt x="11430" y="220980"/>
                    </a:cubicBezTo>
                    <a:cubicBezTo>
                      <a:pt x="1270" y="190500"/>
                      <a:pt x="0" y="165100"/>
                      <a:pt x="3810" y="137160"/>
                    </a:cubicBezTo>
                    <a:cubicBezTo>
                      <a:pt x="7620" y="109220"/>
                      <a:pt x="19050" y="76200"/>
                      <a:pt x="36830" y="54610"/>
                    </a:cubicBezTo>
                    <a:cubicBezTo>
                      <a:pt x="55880" y="31750"/>
                      <a:pt x="90170" y="13970"/>
                      <a:pt x="118110" y="6350"/>
                    </a:cubicBezTo>
                    <a:cubicBezTo>
                      <a:pt x="143510" y="0"/>
                      <a:pt x="173990" y="1270"/>
                      <a:pt x="196850" y="11430"/>
                    </a:cubicBezTo>
                    <a:cubicBezTo>
                      <a:pt x="219710" y="20320"/>
                      <a:pt x="237490" y="38100"/>
                      <a:pt x="255270" y="63500"/>
                    </a:cubicBezTo>
                    <a:cubicBezTo>
                      <a:pt x="280670" y="100330"/>
                      <a:pt x="325120" y="215900"/>
                      <a:pt x="318770" y="219710"/>
                    </a:cubicBezTo>
                    <a:cubicBezTo>
                      <a:pt x="312420" y="223520"/>
                      <a:pt x="280670" y="157480"/>
                      <a:pt x="256540" y="152400"/>
                    </a:cubicBezTo>
                    <a:cubicBezTo>
                      <a:pt x="233680" y="147320"/>
                      <a:pt x="186690" y="187960"/>
                      <a:pt x="180340" y="180340"/>
                    </a:cubicBezTo>
                    <a:cubicBezTo>
                      <a:pt x="171450" y="171450"/>
                      <a:pt x="207010" y="107950"/>
                      <a:pt x="229870" y="81280"/>
                    </a:cubicBezTo>
                    <a:cubicBezTo>
                      <a:pt x="251460" y="55880"/>
                      <a:pt x="280670" y="34290"/>
                      <a:pt x="308610" y="22860"/>
                    </a:cubicBezTo>
                    <a:cubicBezTo>
                      <a:pt x="334010" y="11430"/>
                      <a:pt x="360680" y="3810"/>
                      <a:pt x="387350" y="7620"/>
                    </a:cubicBezTo>
                    <a:cubicBezTo>
                      <a:pt x="420370" y="13970"/>
                      <a:pt x="471170" y="40640"/>
                      <a:pt x="491490" y="66040"/>
                    </a:cubicBezTo>
                    <a:cubicBezTo>
                      <a:pt x="509270" y="87630"/>
                      <a:pt x="509270" y="119380"/>
                      <a:pt x="514350" y="144780"/>
                    </a:cubicBezTo>
                    <a:cubicBezTo>
                      <a:pt x="518160" y="171450"/>
                      <a:pt x="520700" y="196850"/>
                      <a:pt x="515620" y="223520"/>
                    </a:cubicBezTo>
                    <a:cubicBezTo>
                      <a:pt x="510540" y="254000"/>
                      <a:pt x="497840" y="292100"/>
                      <a:pt x="478790" y="318770"/>
                    </a:cubicBezTo>
                    <a:cubicBezTo>
                      <a:pt x="462280" y="344170"/>
                      <a:pt x="429260" y="355600"/>
                      <a:pt x="411480" y="379730"/>
                    </a:cubicBezTo>
                    <a:cubicBezTo>
                      <a:pt x="392430" y="406400"/>
                      <a:pt x="386080" y="454660"/>
                      <a:pt x="368300" y="476250"/>
                    </a:cubicBezTo>
                    <a:cubicBezTo>
                      <a:pt x="354330" y="492760"/>
                      <a:pt x="339090" y="505460"/>
                      <a:pt x="320040" y="509270"/>
                    </a:cubicBezTo>
                    <a:cubicBezTo>
                      <a:pt x="295910" y="513080"/>
                      <a:pt x="255270" y="506730"/>
                      <a:pt x="236220" y="490220"/>
                    </a:cubicBezTo>
                    <a:cubicBezTo>
                      <a:pt x="217170" y="473710"/>
                      <a:pt x="204470" y="434340"/>
                      <a:pt x="204470" y="410210"/>
                    </a:cubicBezTo>
                    <a:cubicBezTo>
                      <a:pt x="205740" y="391160"/>
                      <a:pt x="217170" y="370840"/>
                      <a:pt x="229870" y="358140"/>
                    </a:cubicBezTo>
                    <a:cubicBezTo>
                      <a:pt x="242570" y="344170"/>
                      <a:pt x="261620" y="332740"/>
                      <a:pt x="280670" y="330200"/>
                    </a:cubicBezTo>
                    <a:cubicBezTo>
                      <a:pt x="304800" y="328930"/>
                      <a:pt x="345440" y="340360"/>
                      <a:pt x="361950" y="358140"/>
                    </a:cubicBezTo>
                    <a:cubicBezTo>
                      <a:pt x="379730" y="377190"/>
                      <a:pt x="389890" y="416560"/>
                      <a:pt x="384810" y="440690"/>
                    </a:cubicBezTo>
                    <a:cubicBezTo>
                      <a:pt x="379730" y="466090"/>
                      <a:pt x="351790" y="496570"/>
                      <a:pt x="328930" y="505460"/>
                    </a:cubicBezTo>
                    <a:cubicBezTo>
                      <a:pt x="304800" y="515620"/>
                      <a:pt x="264160" y="510540"/>
                      <a:pt x="243840" y="496570"/>
                    </a:cubicBezTo>
                    <a:cubicBezTo>
                      <a:pt x="223520" y="482600"/>
                      <a:pt x="208280" y="447040"/>
                      <a:pt x="204470" y="420370"/>
                    </a:cubicBezTo>
                    <a:cubicBezTo>
                      <a:pt x="200660" y="394970"/>
                      <a:pt x="210820" y="367030"/>
                      <a:pt x="220980" y="340360"/>
                    </a:cubicBezTo>
                    <a:cubicBezTo>
                      <a:pt x="231140" y="313690"/>
                      <a:pt x="248920" y="283210"/>
                      <a:pt x="267970" y="261620"/>
                    </a:cubicBezTo>
                    <a:cubicBezTo>
                      <a:pt x="287020" y="241300"/>
                      <a:pt x="325120" y="233680"/>
                      <a:pt x="335280" y="212090"/>
                    </a:cubicBezTo>
                    <a:cubicBezTo>
                      <a:pt x="344170" y="191770"/>
                      <a:pt x="322580" y="135890"/>
                      <a:pt x="325120" y="134620"/>
                    </a:cubicBezTo>
                    <a:cubicBezTo>
                      <a:pt x="327660" y="134620"/>
                      <a:pt x="354330" y="190500"/>
                      <a:pt x="351790" y="215900"/>
                    </a:cubicBezTo>
                    <a:cubicBezTo>
                      <a:pt x="350520" y="241300"/>
                      <a:pt x="337820" y="269240"/>
                      <a:pt x="318770" y="287020"/>
                    </a:cubicBezTo>
                    <a:cubicBezTo>
                      <a:pt x="297180" y="306070"/>
                      <a:pt x="254000" y="328930"/>
                      <a:pt x="227330" y="323850"/>
                    </a:cubicBezTo>
                    <a:cubicBezTo>
                      <a:pt x="198120" y="317500"/>
                      <a:pt x="171450" y="273050"/>
                      <a:pt x="152400" y="243840"/>
                    </a:cubicBezTo>
                    <a:cubicBezTo>
                      <a:pt x="134620" y="218440"/>
                      <a:pt x="109220" y="166370"/>
                      <a:pt x="114300" y="161290"/>
                    </a:cubicBezTo>
                    <a:cubicBezTo>
                      <a:pt x="120650" y="157480"/>
                      <a:pt x="154940" y="184150"/>
                      <a:pt x="179070" y="207010"/>
                    </a:cubicBezTo>
                    <a:cubicBezTo>
                      <a:pt x="220980" y="248920"/>
                      <a:pt x="317500" y="360680"/>
                      <a:pt x="327660" y="407670"/>
                    </a:cubicBezTo>
                    <a:cubicBezTo>
                      <a:pt x="332740" y="430530"/>
                      <a:pt x="325120" y="448310"/>
                      <a:pt x="317500" y="462280"/>
                    </a:cubicBezTo>
                    <a:cubicBezTo>
                      <a:pt x="311150" y="473710"/>
                      <a:pt x="302260" y="482600"/>
                      <a:pt x="290830" y="487680"/>
                    </a:cubicBezTo>
                    <a:cubicBezTo>
                      <a:pt x="276860" y="495300"/>
                      <a:pt x="252730" y="500380"/>
                      <a:pt x="236220" y="497840"/>
                    </a:cubicBezTo>
                    <a:cubicBezTo>
                      <a:pt x="219710" y="494030"/>
                      <a:pt x="189230" y="468630"/>
                      <a:pt x="189230" y="468630"/>
                    </a:cubicBezTo>
                  </a:path>
                </a:pathLst>
              </a:custGeom>
              <a:solidFill>
                <a:srgbClr val="843E49"/>
              </a:solidFill>
              <a:ln cap="sq">
                <a:noFill/>
                <a:prstDash val="solid"/>
                <a:miter/>
              </a:ln>
            </p:spPr>
          </p:sp>
        </p:grpSp>
        <p:grpSp>
          <p:nvGrpSpPr>
            <p:cNvPr id="44" name="Group 44"/>
            <p:cNvGrpSpPr/>
            <p:nvPr/>
          </p:nvGrpSpPr>
          <p:grpSpPr>
            <a:xfrm>
              <a:off x="867450" y="561398"/>
              <a:ext cx="403844" cy="461795"/>
              <a:chOff x="0" y="0"/>
              <a:chExt cx="566420" cy="647700"/>
            </a:xfrm>
          </p:grpSpPr>
          <p:sp>
            <p:nvSpPr>
              <p:cNvPr id="45" name="Freeform 45"/>
              <p:cNvSpPr/>
              <p:nvPr/>
            </p:nvSpPr>
            <p:spPr>
              <a:xfrm>
                <a:off x="50800" y="49530"/>
                <a:ext cx="468630" cy="546100"/>
              </a:xfrm>
              <a:custGeom>
                <a:avLst/>
                <a:gdLst/>
                <a:ahLst/>
                <a:cxnLst/>
                <a:rect l="l" t="t" r="r" b="b"/>
                <a:pathLst>
                  <a:path w="468630" h="546100">
                    <a:moveTo>
                      <a:pt x="0" y="190500"/>
                    </a:moveTo>
                    <a:cubicBezTo>
                      <a:pt x="16510" y="73660"/>
                      <a:pt x="35560" y="48260"/>
                      <a:pt x="55880" y="31750"/>
                    </a:cubicBezTo>
                    <a:cubicBezTo>
                      <a:pt x="76200" y="15240"/>
                      <a:pt x="102870" y="1270"/>
                      <a:pt x="128270" y="1270"/>
                    </a:cubicBezTo>
                    <a:cubicBezTo>
                      <a:pt x="156210" y="0"/>
                      <a:pt x="200660" y="22860"/>
                      <a:pt x="218440" y="38100"/>
                    </a:cubicBezTo>
                    <a:cubicBezTo>
                      <a:pt x="229870" y="45720"/>
                      <a:pt x="232410" y="66040"/>
                      <a:pt x="238760" y="66040"/>
                    </a:cubicBezTo>
                    <a:cubicBezTo>
                      <a:pt x="245110" y="67310"/>
                      <a:pt x="248920" y="50800"/>
                      <a:pt x="260350" y="43180"/>
                    </a:cubicBezTo>
                    <a:cubicBezTo>
                      <a:pt x="276860" y="33020"/>
                      <a:pt x="311150" y="15240"/>
                      <a:pt x="337820" y="17780"/>
                    </a:cubicBezTo>
                    <a:cubicBezTo>
                      <a:pt x="370840" y="21590"/>
                      <a:pt x="420370" y="53340"/>
                      <a:pt x="441960" y="80010"/>
                    </a:cubicBezTo>
                    <a:cubicBezTo>
                      <a:pt x="458470" y="101600"/>
                      <a:pt x="462280" y="132080"/>
                      <a:pt x="464820" y="160020"/>
                    </a:cubicBezTo>
                    <a:cubicBezTo>
                      <a:pt x="468630" y="189230"/>
                      <a:pt x="467360" y="222250"/>
                      <a:pt x="461010" y="248920"/>
                    </a:cubicBezTo>
                    <a:cubicBezTo>
                      <a:pt x="453390" y="273050"/>
                      <a:pt x="436880" y="293370"/>
                      <a:pt x="424180" y="316230"/>
                    </a:cubicBezTo>
                    <a:cubicBezTo>
                      <a:pt x="411480" y="341630"/>
                      <a:pt x="391160" y="370840"/>
                      <a:pt x="387350" y="392430"/>
                    </a:cubicBezTo>
                    <a:cubicBezTo>
                      <a:pt x="383540" y="408940"/>
                      <a:pt x="389890" y="425450"/>
                      <a:pt x="388620" y="434340"/>
                    </a:cubicBezTo>
                    <a:cubicBezTo>
                      <a:pt x="388620" y="439420"/>
                      <a:pt x="387350" y="440690"/>
                      <a:pt x="387350" y="444500"/>
                    </a:cubicBezTo>
                    <a:cubicBezTo>
                      <a:pt x="387350" y="448310"/>
                      <a:pt x="387350" y="452120"/>
                      <a:pt x="386080" y="454660"/>
                    </a:cubicBezTo>
                    <a:cubicBezTo>
                      <a:pt x="386080" y="455930"/>
                      <a:pt x="384810" y="457200"/>
                      <a:pt x="384810" y="459740"/>
                    </a:cubicBezTo>
                    <a:cubicBezTo>
                      <a:pt x="384810" y="461010"/>
                      <a:pt x="384810" y="462280"/>
                      <a:pt x="383540" y="463550"/>
                    </a:cubicBezTo>
                    <a:cubicBezTo>
                      <a:pt x="383540" y="466090"/>
                      <a:pt x="381000" y="469900"/>
                      <a:pt x="379730" y="472440"/>
                    </a:cubicBezTo>
                    <a:cubicBezTo>
                      <a:pt x="378460" y="476250"/>
                      <a:pt x="377190" y="480060"/>
                      <a:pt x="375920" y="482600"/>
                    </a:cubicBezTo>
                    <a:cubicBezTo>
                      <a:pt x="374650" y="483870"/>
                      <a:pt x="373380" y="483870"/>
                      <a:pt x="372110" y="486410"/>
                    </a:cubicBezTo>
                    <a:cubicBezTo>
                      <a:pt x="370840" y="487680"/>
                      <a:pt x="370840" y="488950"/>
                      <a:pt x="369570" y="490220"/>
                    </a:cubicBezTo>
                    <a:cubicBezTo>
                      <a:pt x="368300" y="492760"/>
                      <a:pt x="364490" y="494030"/>
                      <a:pt x="363220" y="496570"/>
                    </a:cubicBezTo>
                    <a:cubicBezTo>
                      <a:pt x="360680" y="499110"/>
                      <a:pt x="358140" y="502920"/>
                      <a:pt x="356870" y="504190"/>
                    </a:cubicBezTo>
                    <a:cubicBezTo>
                      <a:pt x="354330" y="505460"/>
                      <a:pt x="353060" y="506730"/>
                      <a:pt x="351790" y="506730"/>
                    </a:cubicBezTo>
                    <a:cubicBezTo>
                      <a:pt x="350520" y="508000"/>
                      <a:pt x="350520" y="509270"/>
                      <a:pt x="347980" y="510540"/>
                    </a:cubicBezTo>
                    <a:cubicBezTo>
                      <a:pt x="346710" y="511810"/>
                      <a:pt x="342900" y="513080"/>
                      <a:pt x="339090" y="514350"/>
                    </a:cubicBezTo>
                    <a:cubicBezTo>
                      <a:pt x="336550" y="516890"/>
                      <a:pt x="334010" y="519430"/>
                      <a:pt x="331470" y="519430"/>
                    </a:cubicBezTo>
                    <a:cubicBezTo>
                      <a:pt x="328930" y="520700"/>
                      <a:pt x="327660" y="520700"/>
                      <a:pt x="326390" y="520700"/>
                    </a:cubicBezTo>
                    <a:cubicBezTo>
                      <a:pt x="325120" y="521970"/>
                      <a:pt x="323850" y="521970"/>
                      <a:pt x="322580" y="521970"/>
                    </a:cubicBezTo>
                    <a:cubicBezTo>
                      <a:pt x="320040" y="524510"/>
                      <a:pt x="317500" y="528320"/>
                      <a:pt x="313690" y="530860"/>
                    </a:cubicBezTo>
                    <a:cubicBezTo>
                      <a:pt x="308610" y="534670"/>
                      <a:pt x="303530" y="538480"/>
                      <a:pt x="297180" y="539750"/>
                    </a:cubicBezTo>
                    <a:cubicBezTo>
                      <a:pt x="290830" y="542290"/>
                      <a:pt x="285750" y="544830"/>
                      <a:pt x="279400" y="544830"/>
                    </a:cubicBezTo>
                    <a:cubicBezTo>
                      <a:pt x="273050" y="546100"/>
                      <a:pt x="266700" y="546100"/>
                      <a:pt x="260350" y="546100"/>
                    </a:cubicBezTo>
                    <a:cubicBezTo>
                      <a:pt x="254000" y="544830"/>
                      <a:pt x="247650" y="543560"/>
                      <a:pt x="241300" y="542290"/>
                    </a:cubicBezTo>
                    <a:cubicBezTo>
                      <a:pt x="236220" y="539750"/>
                      <a:pt x="229870" y="537210"/>
                      <a:pt x="224790" y="533400"/>
                    </a:cubicBezTo>
                    <a:cubicBezTo>
                      <a:pt x="219710" y="530860"/>
                      <a:pt x="210820" y="521970"/>
                      <a:pt x="210820" y="521970"/>
                    </a:cubicBezTo>
                    <a:cubicBezTo>
                      <a:pt x="210820" y="521970"/>
                      <a:pt x="190500" y="501650"/>
                      <a:pt x="177800" y="487680"/>
                    </a:cubicBezTo>
                    <a:cubicBezTo>
                      <a:pt x="161290" y="468630"/>
                      <a:pt x="137160" y="440690"/>
                      <a:pt x="119380" y="416560"/>
                    </a:cubicBezTo>
                    <a:cubicBezTo>
                      <a:pt x="101600" y="393700"/>
                      <a:pt x="85090" y="369570"/>
                      <a:pt x="71120" y="345440"/>
                    </a:cubicBezTo>
                    <a:cubicBezTo>
                      <a:pt x="57150" y="322580"/>
                      <a:pt x="44450" y="299720"/>
                      <a:pt x="33020" y="274320"/>
                    </a:cubicBezTo>
                    <a:cubicBezTo>
                      <a:pt x="20320" y="247650"/>
                      <a:pt x="0" y="190500"/>
                      <a:pt x="0" y="190500"/>
                    </a:cubicBezTo>
                  </a:path>
                </a:pathLst>
              </a:custGeom>
              <a:solidFill>
                <a:srgbClr val="843E49"/>
              </a:solidFill>
              <a:ln cap="sq">
                <a:noFill/>
                <a:prstDash val="solid"/>
                <a:miter/>
              </a:ln>
            </p:spPr>
          </p:sp>
        </p:grpSp>
        <p:grpSp>
          <p:nvGrpSpPr>
            <p:cNvPr id="46" name="Group 46"/>
            <p:cNvGrpSpPr/>
            <p:nvPr/>
          </p:nvGrpSpPr>
          <p:grpSpPr>
            <a:xfrm>
              <a:off x="2247401" y="2431214"/>
              <a:ext cx="229992" cy="378491"/>
              <a:chOff x="0" y="0"/>
              <a:chExt cx="322580" cy="530860"/>
            </a:xfrm>
          </p:grpSpPr>
          <p:sp>
            <p:nvSpPr>
              <p:cNvPr id="47" name="Freeform 47"/>
              <p:cNvSpPr/>
              <p:nvPr/>
            </p:nvSpPr>
            <p:spPr>
              <a:xfrm>
                <a:off x="41910" y="50800"/>
                <a:ext cx="232410" cy="429260"/>
              </a:xfrm>
              <a:custGeom>
                <a:avLst/>
                <a:gdLst/>
                <a:ahLst/>
                <a:cxnLst/>
                <a:rect l="l" t="t" r="r" b="b"/>
                <a:pathLst>
                  <a:path w="232410" h="429260">
                    <a:moveTo>
                      <a:pt x="82550" y="382270"/>
                    </a:moveTo>
                    <a:cubicBezTo>
                      <a:pt x="16510" y="205740"/>
                      <a:pt x="0" y="99060"/>
                      <a:pt x="11430" y="57150"/>
                    </a:cubicBezTo>
                    <a:cubicBezTo>
                      <a:pt x="17780" y="35560"/>
                      <a:pt x="29210" y="24130"/>
                      <a:pt x="43180" y="13970"/>
                    </a:cubicBezTo>
                    <a:cubicBezTo>
                      <a:pt x="57150" y="5080"/>
                      <a:pt x="77470" y="0"/>
                      <a:pt x="93980" y="0"/>
                    </a:cubicBezTo>
                    <a:cubicBezTo>
                      <a:pt x="110490" y="1270"/>
                      <a:pt x="130810" y="8890"/>
                      <a:pt x="143510" y="20320"/>
                    </a:cubicBezTo>
                    <a:cubicBezTo>
                      <a:pt x="156210" y="30480"/>
                      <a:pt x="168910" y="46990"/>
                      <a:pt x="170180" y="64770"/>
                    </a:cubicBezTo>
                    <a:cubicBezTo>
                      <a:pt x="173990" y="86360"/>
                      <a:pt x="166370" y="123190"/>
                      <a:pt x="149860" y="139700"/>
                    </a:cubicBezTo>
                    <a:cubicBezTo>
                      <a:pt x="134620" y="156210"/>
                      <a:pt x="97790" y="166370"/>
                      <a:pt x="77470" y="165100"/>
                    </a:cubicBezTo>
                    <a:cubicBezTo>
                      <a:pt x="59690" y="162560"/>
                      <a:pt x="41910" y="153670"/>
                      <a:pt x="30480" y="139700"/>
                    </a:cubicBezTo>
                    <a:cubicBezTo>
                      <a:pt x="16510" y="123190"/>
                      <a:pt x="6350" y="86360"/>
                      <a:pt x="8890" y="64770"/>
                    </a:cubicBezTo>
                    <a:cubicBezTo>
                      <a:pt x="11430" y="48260"/>
                      <a:pt x="24130" y="30480"/>
                      <a:pt x="36830" y="20320"/>
                    </a:cubicBezTo>
                    <a:cubicBezTo>
                      <a:pt x="49530" y="8890"/>
                      <a:pt x="68580" y="1270"/>
                      <a:pt x="85090" y="0"/>
                    </a:cubicBezTo>
                    <a:cubicBezTo>
                      <a:pt x="101600" y="0"/>
                      <a:pt x="121920" y="5080"/>
                      <a:pt x="135890" y="13970"/>
                    </a:cubicBezTo>
                    <a:cubicBezTo>
                      <a:pt x="149860" y="24130"/>
                      <a:pt x="163830" y="41910"/>
                      <a:pt x="168910" y="55880"/>
                    </a:cubicBezTo>
                    <a:cubicBezTo>
                      <a:pt x="172720" y="68580"/>
                      <a:pt x="163830" y="77470"/>
                      <a:pt x="165100" y="96520"/>
                    </a:cubicBezTo>
                    <a:cubicBezTo>
                      <a:pt x="170180" y="143510"/>
                      <a:pt x="224790" y="290830"/>
                      <a:pt x="229870" y="336550"/>
                    </a:cubicBezTo>
                    <a:cubicBezTo>
                      <a:pt x="231140" y="354330"/>
                      <a:pt x="232410" y="361950"/>
                      <a:pt x="227330" y="373380"/>
                    </a:cubicBezTo>
                    <a:cubicBezTo>
                      <a:pt x="222250" y="388620"/>
                      <a:pt x="207010" y="407670"/>
                      <a:pt x="193040" y="416560"/>
                    </a:cubicBezTo>
                    <a:cubicBezTo>
                      <a:pt x="182880" y="424180"/>
                      <a:pt x="170180" y="427990"/>
                      <a:pt x="157480" y="427990"/>
                    </a:cubicBezTo>
                    <a:cubicBezTo>
                      <a:pt x="146050" y="429260"/>
                      <a:pt x="133350" y="427990"/>
                      <a:pt x="121920" y="421640"/>
                    </a:cubicBezTo>
                    <a:cubicBezTo>
                      <a:pt x="106680" y="414020"/>
                      <a:pt x="82550" y="382270"/>
                      <a:pt x="82550" y="382270"/>
                    </a:cubicBezTo>
                  </a:path>
                </a:pathLst>
              </a:custGeom>
              <a:solidFill>
                <a:srgbClr val="77B4B2"/>
              </a:solidFill>
              <a:ln cap="sq">
                <a:noFill/>
                <a:prstDash val="solid"/>
                <a:miter/>
              </a:ln>
            </p:spPr>
          </p:sp>
        </p:grpSp>
        <p:grpSp>
          <p:nvGrpSpPr>
            <p:cNvPr id="48" name="Group 48"/>
            <p:cNvGrpSpPr/>
            <p:nvPr/>
          </p:nvGrpSpPr>
          <p:grpSpPr>
            <a:xfrm>
              <a:off x="2103430" y="1278538"/>
              <a:ext cx="277982" cy="594900"/>
              <a:chOff x="0" y="0"/>
              <a:chExt cx="389890" cy="834390"/>
            </a:xfrm>
          </p:grpSpPr>
          <p:sp>
            <p:nvSpPr>
              <p:cNvPr id="49" name="Freeform 49"/>
              <p:cNvSpPr/>
              <p:nvPr/>
            </p:nvSpPr>
            <p:spPr>
              <a:xfrm>
                <a:off x="50800" y="44450"/>
                <a:ext cx="292100" cy="741680"/>
              </a:xfrm>
              <a:custGeom>
                <a:avLst/>
                <a:gdLst/>
                <a:ahLst/>
                <a:cxnLst/>
                <a:rect l="l" t="t" r="r" b="b"/>
                <a:pathLst>
                  <a:path w="292100" h="741680">
                    <a:moveTo>
                      <a:pt x="0" y="655320"/>
                    </a:moveTo>
                    <a:cubicBezTo>
                      <a:pt x="55880" y="295910"/>
                      <a:pt x="95250" y="104140"/>
                      <a:pt x="129540" y="48260"/>
                    </a:cubicBezTo>
                    <a:cubicBezTo>
                      <a:pt x="142240" y="26670"/>
                      <a:pt x="153670" y="17780"/>
                      <a:pt x="170180" y="11430"/>
                    </a:cubicBezTo>
                    <a:cubicBezTo>
                      <a:pt x="185420" y="3810"/>
                      <a:pt x="205740" y="0"/>
                      <a:pt x="223520" y="6350"/>
                    </a:cubicBezTo>
                    <a:cubicBezTo>
                      <a:pt x="245110" y="12700"/>
                      <a:pt x="274320" y="38100"/>
                      <a:pt x="283210" y="58420"/>
                    </a:cubicBezTo>
                    <a:cubicBezTo>
                      <a:pt x="292100" y="74930"/>
                      <a:pt x="290830" y="96520"/>
                      <a:pt x="285750" y="113030"/>
                    </a:cubicBezTo>
                    <a:cubicBezTo>
                      <a:pt x="280670" y="129540"/>
                      <a:pt x="270510" y="147320"/>
                      <a:pt x="255270" y="157480"/>
                    </a:cubicBezTo>
                    <a:cubicBezTo>
                      <a:pt x="236220" y="168910"/>
                      <a:pt x="196850" y="173990"/>
                      <a:pt x="176530" y="168910"/>
                    </a:cubicBezTo>
                    <a:cubicBezTo>
                      <a:pt x="158750" y="163830"/>
                      <a:pt x="142240" y="149860"/>
                      <a:pt x="133350" y="135890"/>
                    </a:cubicBezTo>
                    <a:cubicBezTo>
                      <a:pt x="124460" y="120650"/>
                      <a:pt x="116840" y="101600"/>
                      <a:pt x="119380" y="82550"/>
                    </a:cubicBezTo>
                    <a:cubicBezTo>
                      <a:pt x="123190" y="60960"/>
                      <a:pt x="140970" y="26670"/>
                      <a:pt x="161290" y="15240"/>
                    </a:cubicBezTo>
                    <a:cubicBezTo>
                      <a:pt x="181610" y="3810"/>
                      <a:pt x="220980" y="3810"/>
                      <a:pt x="241300" y="12700"/>
                    </a:cubicBezTo>
                    <a:cubicBezTo>
                      <a:pt x="257810" y="19050"/>
                      <a:pt x="271780" y="34290"/>
                      <a:pt x="279400" y="49530"/>
                    </a:cubicBezTo>
                    <a:cubicBezTo>
                      <a:pt x="288290" y="64770"/>
                      <a:pt x="289560" y="77470"/>
                      <a:pt x="288290" y="104140"/>
                    </a:cubicBezTo>
                    <a:cubicBezTo>
                      <a:pt x="283210" y="173990"/>
                      <a:pt x="200660" y="381000"/>
                      <a:pt x="176530" y="491490"/>
                    </a:cubicBezTo>
                    <a:cubicBezTo>
                      <a:pt x="158750" y="572770"/>
                      <a:pt x="167640" y="664210"/>
                      <a:pt x="144780" y="702310"/>
                    </a:cubicBezTo>
                    <a:cubicBezTo>
                      <a:pt x="133350" y="722630"/>
                      <a:pt x="115570" y="730250"/>
                      <a:pt x="100330" y="736600"/>
                    </a:cubicBezTo>
                    <a:cubicBezTo>
                      <a:pt x="87630" y="740410"/>
                      <a:pt x="74930" y="741680"/>
                      <a:pt x="62230" y="737870"/>
                    </a:cubicBezTo>
                    <a:cubicBezTo>
                      <a:pt x="46990" y="734060"/>
                      <a:pt x="26670" y="721360"/>
                      <a:pt x="15240" y="708660"/>
                    </a:cubicBezTo>
                    <a:cubicBezTo>
                      <a:pt x="5080" y="694690"/>
                      <a:pt x="0" y="655320"/>
                      <a:pt x="0" y="655320"/>
                    </a:cubicBezTo>
                  </a:path>
                </a:pathLst>
              </a:custGeom>
              <a:solidFill>
                <a:srgbClr val="77B4B2"/>
              </a:solidFill>
              <a:ln cap="sq">
                <a:noFill/>
                <a:prstDash val="solid"/>
                <a:miter/>
              </a:ln>
            </p:spPr>
          </p:sp>
        </p:grpSp>
        <p:grpSp>
          <p:nvGrpSpPr>
            <p:cNvPr id="50" name="Group 50"/>
            <p:cNvGrpSpPr/>
            <p:nvPr/>
          </p:nvGrpSpPr>
          <p:grpSpPr>
            <a:xfrm>
              <a:off x="2059061" y="850246"/>
              <a:ext cx="566830" cy="578602"/>
              <a:chOff x="0" y="0"/>
              <a:chExt cx="795020" cy="811530"/>
            </a:xfrm>
          </p:grpSpPr>
          <p:sp>
            <p:nvSpPr>
              <p:cNvPr id="51" name="Freeform 51"/>
              <p:cNvSpPr/>
              <p:nvPr/>
            </p:nvSpPr>
            <p:spPr>
              <a:xfrm>
                <a:off x="49530" y="48260"/>
                <a:ext cx="695960" cy="712470"/>
              </a:xfrm>
              <a:custGeom>
                <a:avLst/>
                <a:gdLst/>
                <a:ahLst/>
                <a:cxnLst/>
                <a:rect l="l" t="t" r="r" b="b"/>
                <a:pathLst>
                  <a:path w="695960" h="712470">
                    <a:moveTo>
                      <a:pt x="1270" y="204470"/>
                    </a:moveTo>
                    <a:cubicBezTo>
                      <a:pt x="30480" y="96520"/>
                      <a:pt x="36830" y="87630"/>
                      <a:pt x="40640" y="80010"/>
                    </a:cubicBezTo>
                    <a:cubicBezTo>
                      <a:pt x="43180" y="76200"/>
                      <a:pt x="44450" y="74930"/>
                      <a:pt x="45720" y="72390"/>
                    </a:cubicBezTo>
                    <a:cubicBezTo>
                      <a:pt x="48260" y="68580"/>
                      <a:pt x="50800" y="63500"/>
                      <a:pt x="50800" y="63500"/>
                    </a:cubicBezTo>
                    <a:cubicBezTo>
                      <a:pt x="50800" y="63500"/>
                      <a:pt x="55880" y="58420"/>
                      <a:pt x="58420" y="55880"/>
                    </a:cubicBezTo>
                    <a:cubicBezTo>
                      <a:pt x="60960" y="53340"/>
                      <a:pt x="66040" y="48260"/>
                      <a:pt x="66040" y="48260"/>
                    </a:cubicBezTo>
                    <a:cubicBezTo>
                      <a:pt x="66040" y="48260"/>
                      <a:pt x="71120" y="45720"/>
                      <a:pt x="74930" y="43180"/>
                    </a:cubicBezTo>
                    <a:cubicBezTo>
                      <a:pt x="77470" y="41910"/>
                      <a:pt x="82550" y="38100"/>
                      <a:pt x="83820" y="38100"/>
                    </a:cubicBezTo>
                    <a:cubicBezTo>
                      <a:pt x="83820" y="38100"/>
                      <a:pt x="90170" y="36830"/>
                      <a:pt x="92710" y="35560"/>
                    </a:cubicBezTo>
                    <a:cubicBezTo>
                      <a:pt x="96520" y="34290"/>
                      <a:pt x="102870" y="31750"/>
                      <a:pt x="102870" y="31750"/>
                    </a:cubicBezTo>
                    <a:cubicBezTo>
                      <a:pt x="102870" y="31750"/>
                      <a:pt x="109220" y="31750"/>
                      <a:pt x="113030" y="31750"/>
                    </a:cubicBezTo>
                    <a:cubicBezTo>
                      <a:pt x="116840" y="31750"/>
                      <a:pt x="123190" y="31750"/>
                      <a:pt x="123190" y="31750"/>
                    </a:cubicBezTo>
                    <a:cubicBezTo>
                      <a:pt x="123190" y="31750"/>
                      <a:pt x="129540" y="33020"/>
                      <a:pt x="133350" y="33020"/>
                    </a:cubicBezTo>
                    <a:cubicBezTo>
                      <a:pt x="137160" y="34290"/>
                      <a:pt x="143510" y="35560"/>
                      <a:pt x="143510" y="35560"/>
                    </a:cubicBezTo>
                    <a:cubicBezTo>
                      <a:pt x="143510" y="35560"/>
                      <a:pt x="149860" y="38100"/>
                      <a:pt x="152400" y="39370"/>
                    </a:cubicBezTo>
                    <a:cubicBezTo>
                      <a:pt x="153670" y="39370"/>
                      <a:pt x="154940" y="40640"/>
                      <a:pt x="154940" y="40640"/>
                    </a:cubicBezTo>
                    <a:cubicBezTo>
                      <a:pt x="158750" y="39370"/>
                      <a:pt x="161290" y="22860"/>
                      <a:pt x="171450" y="16510"/>
                    </a:cubicBezTo>
                    <a:cubicBezTo>
                      <a:pt x="189230" y="5080"/>
                      <a:pt x="237490" y="0"/>
                      <a:pt x="267970" y="2540"/>
                    </a:cubicBezTo>
                    <a:cubicBezTo>
                      <a:pt x="297180" y="5080"/>
                      <a:pt x="328930" y="17780"/>
                      <a:pt x="353060" y="33020"/>
                    </a:cubicBezTo>
                    <a:cubicBezTo>
                      <a:pt x="375920" y="46990"/>
                      <a:pt x="400050" y="67310"/>
                      <a:pt x="410210" y="91440"/>
                    </a:cubicBezTo>
                    <a:cubicBezTo>
                      <a:pt x="420370" y="115570"/>
                      <a:pt x="398780" y="163830"/>
                      <a:pt x="414020" y="175260"/>
                    </a:cubicBezTo>
                    <a:cubicBezTo>
                      <a:pt x="426720" y="185420"/>
                      <a:pt x="463550" y="163830"/>
                      <a:pt x="488950" y="161290"/>
                    </a:cubicBezTo>
                    <a:cubicBezTo>
                      <a:pt x="515620" y="157480"/>
                      <a:pt x="543560" y="149860"/>
                      <a:pt x="568960" y="154940"/>
                    </a:cubicBezTo>
                    <a:cubicBezTo>
                      <a:pt x="599440" y="162560"/>
                      <a:pt x="636270" y="180340"/>
                      <a:pt x="656590" y="204470"/>
                    </a:cubicBezTo>
                    <a:cubicBezTo>
                      <a:pt x="678180" y="229870"/>
                      <a:pt x="690880" y="276860"/>
                      <a:pt x="693420" y="309880"/>
                    </a:cubicBezTo>
                    <a:cubicBezTo>
                      <a:pt x="695960" y="337820"/>
                      <a:pt x="688340" y="361950"/>
                      <a:pt x="679450" y="386080"/>
                    </a:cubicBezTo>
                    <a:cubicBezTo>
                      <a:pt x="669290" y="412750"/>
                      <a:pt x="651510" y="436880"/>
                      <a:pt x="635000" y="461010"/>
                    </a:cubicBezTo>
                    <a:cubicBezTo>
                      <a:pt x="618490" y="486410"/>
                      <a:pt x="600710" y="513080"/>
                      <a:pt x="581660" y="535940"/>
                    </a:cubicBezTo>
                    <a:cubicBezTo>
                      <a:pt x="563880" y="556260"/>
                      <a:pt x="544830" y="575310"/>
                      <a:pt x="523240" y="590550"/>
                    </a:cubicBezTo>
                    <a:cubicBezTo>
                      <a:pt x="501650" y="605790"/>
                      <a:pt x="476250" y="622300"/>
                      <a:pt x="450850" y="627380"/>
                    </a:cubicBezTo>
                    <a:cubicBezTo>
                      <a:pt x="429260" y="632460"/>
                      <a:pt x="389890" y="619760"/>
                      <a:pt x="382270" y="626110"/>
                    </a:cubicBezTo>
                    <a:cubicBezTo>
                      <a:pt x="378460" y="629920"/>
                      <a:pt x="383540" y="637540"/>
                      <a:pt x="382270" y="642620"/>
                    </a:cubicBezTo>
                    <a:cubicBezTo>
                      <a:pt x="382270" y="648970"/>
                      <a:pt x="379730" y="655320"/>
                      <a:pt x="378460" y="660400"/>
                    </a:cubicBezTo>
                    <a:cubicBezTo>
                      <a:pt x="375920" y="666750"/>
                      <a:pt x="373380" y="673100"/>
                      <a:pt x="369570" y="678180"/>
                    </a:cubicBezTo>
                    <a:cubicBezTo>
                      <a:pt x="365760" y="683260"/>
                      <a:pt x="361950" y="688340"/>
                      <a:pt x="356870" y="692150"/>
                    </a:cubicBezTo>
                    <a:cubicBezTo>
                      <a:pt x="351790" y="695960"/>
                      <a:pt x="346710" y="699770"/>
                      <a:pt x="341630" y="702310"/>
                    </a:cubicBezTo>
                    <a:cubicBezTo>
                      <a:pt x="335280" y="706120"/>
                      <a:pt x="330200" y="707390"/>
                      <a:pt x="323850" y="709930"/>
                    </a:cubicBezTo>
                    <a:cubicBezTo>
                      <a:pt x="317500" y="711200"/>
                      <a:pt x="311150" y="711200"/>
                      <a:pt x="304800" y="711200"/>
                    </a:cubicBezTo>
                    <a:cubicBezTo>
                      <a:pt x="298450" y="712470"/>
                      <a:pt x="292100" y="711200"/>
                      <a:pt x="285750" y="709930"/>
                    </a:cubicBezTo>
                    <a:cubicBezTo>
                      <a:pt x="279400" y="708660"/>
                      <a:pt x="274320" y="706120"/>
                      <a:pt x="267970" y="702310"/>
                    </a:cubicBezTo>
                    <a:cubicBezTo>
                      <a:pt x="262890" y="699770"/>
                      <a:pt x="259080" y="697230"/>
                      <a:pt x="252730" y="692150"/>
                    </a:cubicBezTo>
                    <a:cubicBezTo>
                      <a:pt x="240030" y="681990"/>
                      <a:pt x="219710" y="662940"/>
                      <a:pt x="201930" y="646430"/>
                    </a:cubicBezTo>
                    <a:cubicBezTo>
                      <a:pt x="180340" y="627380"/>
                      <a:pt x="152400" y="605790"/>
                      <a:pt x="132080" y="584200"/>
                    </a:cubicBezTo>
                    <a:cubicBezTo>
                      <a:pt x="113030" y="561340"/>
                      <a:pt x="99060" y="539750"/>
                      <a:pt x="82550" y="513080"/>
                    </a:cubicBezTo>
                    <a:cubicBezTo>
                      <a:pt x="63500" y="483870"/>
                      <a:pt x="38100" y="449580"/>
                      <a:pt x="25400" y="414020"/>
                    </a:cubicBezTo>
                    <a:cubicBezTo>
                      <a:pt x="12700" y="377190"/>
                      <a:pt x="7620" y="332740"/>
                      <a:pt x="3810" y="295910"/>
                    </a:cubicBezTo>
                    <a:cubicBezTo>
                      <a:pt x="0" y="262890"/>
                      <a:pt x="1270" y="204470"/>
                      <a:pt x="1270" y="204470"/>
                    </a:cubicBezTo>
                  </a:path>
                </a:pathLst>
              </a:custGeom>
              <a:solidFill>
                <a:srgbClr val="843E49"/>
              </a:solidFill>
              <a:ln cap="sq">
                <a:noFill/>
                <a:prstDash val="solid"/>
                <a:miter/>
              </a:ln>
            </p:spPr>
          </p:sp>
        </p:grpSp>
        <p:grpSp>
          <p:nvGrpSpPr>
            <p:cNvPr id="52" name="Group 52"/>
            <p:cNvGrpSpPr/>
            <p:nvPr/>
          </p:nvGrpSpPr>
          <p:grpSpPr>
            <a:xfrm>
              <a:off x="1980370" y="2229397"/>
              <a:ext cx="812800" cy="1296670"/>
              <a:chOff x="0" y="0"/>
              <a:chExt cx="812800" cy="1296670"/>
            </a:xfrm>
          </p:grpSpPr>
          <p:sp>
            <p:nvSpPr>
              <p:cNvPr id="53" name="Freeform 53"/>
              <p:cNvSpPr/>
              <p:nvPr/>
            </p:nvSpPr>
            <p:spPr>
              <a:xfrm>
                <a:off x="46990" y="45720"/>
                <a:ext cx="720090" cy="1203960"/>
              </a:xfrm>
              <a:custGeom>
                <a:avLst/>
                <a:gdLst/>
                <a:ahLst/>
                <a:cxnLst/>
                <a:rect l="l" t="t" r="r" b="b"/>
                <a:pathLst>
                  <a:path w="720090" h="1203960">
                    <a:moveTo>
                      <a:pt x="715010" y="104140"/>
                    </a:moveTo>
                    <a:cubicBezTo>
                      <a:pt x="433070" y="759460"/>
                      <a:pt x="274320" y="1041400"/>
                      <a:pt x="194310" y="1132840"/>
                    </a:cubicBezTo>
                    <a:cubicBezTo>
                      <a:pt x="161290" y="1169670"/>
                      <a:pt x="138430" y="1192530"/>
                      <a:pt x="109220" y="1198880"/>
                    </a:cubicBezTo>
                    <a:cubicBezTo>
                      <a:pt x="83820" y="1203960"/>
                      <a:pt x="48260" y="1192530"/>
                      <a:pt x="30480" y="1176020"/>
                    </a:cubicBezTo>
                    <a:cubicBezTo>
                      <a:pt x="12700" y="1158240"/>
                      <a:pt x="0" y="1121410"/>
                      <a:pt x="3810" y="1097280"/>
                    </a:cubicBezTo>
                    <a:cubicBezTo>
                      <a:pt x="8890" y="1073150"/>
                      <a:pt x="33020" y="1041400"/>
                      <a:pt x="54610" y="1031240"/>
                    </a:cubicBezTo>
                    <a:cubicBezTo>
                      <a:pt x="77470" y="1021080"/>
                      <a:pt x="116840" y="1023620"/>
                      <a:pt x="137160" y="1036320"/>
                    </a:cubicBezTo>
                    <a:cubicBezTo>
                      <a:pt x="158750" y="1049020"/>
                      <a:pt x="179070" y="1083310"/>
                      <a:pt x="180340" y="1107440"/>
                    </a:cubicBezTo>
                    <a:cubicBezTo>
                      <a:pt x="180340" y="1132840"/>
                      <a:pt x="163830" y="1168400"/>
                      <a:pt x="144780" y="1182370"/>
                    </a:cubicBezTo>
                    <a:cubicBezTo>
                      <a:pt x="124460" y="1197610"/>
                      <a:pt x="85090" y="1203960"/>
                      <a:pt x="62230" y="1195070"/>
                    </a:cubicBezTo>
                    <a:cubicBezTo>
                      <a:pt x="39370" y="1187450"/>
                      <a:pt x="13970" y="1156970"/>
                      <a:pt x="6350" y="1135380"/>
                    </a:cubicBezTo>
                    <a:cubicBezTo>
                      <a:pt x="0" y="1117600"/>
                      <a:pt x="2540" y="1097280"/>
                      <a:pt x="10160" y="1078230"/>
                    </a:cubicBezTo>
                    <a:cubicBezTo>
                      <a:pt x="19050" y="1054100"/>
                      <a:pt x="45720" y="1040130"/>
                      <a:pt x="72390" y="1003300"/>
                    </a:cubicBezTo>
                    <a:cubicBezTo>
                      <a:pt x="135890" y="914400"/>
                      <a:pt x="274320" y="690880"/>
                      <a:pt x="358140" y="528320"/>
                    </a:cubicBezTo>
                    <a:cubicBezTo>
                      <a:pt x="440690" y="368300"/>
                      <a:pt x="521970" y="104140"/>
                      <a:pt x="574040" y="38100"/>
                    </a:cubicBezTo>
                    <a:cubicBezTo>
                      <a:pt x="591820" y="16510"/>
                      <a:pt x="601980" y="8890"/>
                      <a:pt x="618490" y="5080"/>
                    </a:cubicBezTo>
                    <a:cubicBezTo>
                      <a:pt x="636270" y="0"/>
                      <a:pt x="659130" y="1270"/>
                      <a:pt x="674370" y="8890"/>
                    </a:cubicBezTo>
                    <a:cubicBezTo>
                      <a:pt x="689610" y="16510"/>
                      <a:pt x="706120" y="33020"/>
                      <a:pt x="713740" y="49530"/>
                    </a:cubicBezTo>
                    <a:cubicBezTo>
                      <a:pt x="720090" y="64770"/>
                      <a:pt x="715010" y="104140"/>
                      <a:pt x="715010" y="104140"/>
                    </a:cubicBezTo>
                  </a:path>
                </a:pathLst>
              </a:custGeom>
              <a:solidFill>
                <a:srgbClr val="FFFFFF"/>
              </a:solidFill>
              <a:ln cap="sq">
                <a:noFill/>
                <a:prstDash val="solid"/>
                <a:miter/>
              </a:ln>
            </p:spPr>
          </p:sp>
        </p:grpSp>
        <p:grpSp>
          <p:nvGrpSpPr>
            <p:cNvPr id="54" name="Group 54"/>
            <p:cNvGrpSpPr/>
            <p:nvPr/>
          </p:nvGrpSpPr>
          <p:grpSpPr>
            <a:xfrm>
              <a:off x="77910" y="2562137"/>
              <a:ext cx="621030" cy="1013460"/>
              <a:chOff x="0" y="0"/>
              <a:chExt cx="621030" cy="1013460"/>
            </a:xfrm>
          </p:grpSpPr>
          <p:sp>
            <p:nvSpPr>
              <p:cNvPr id="55" name="Freeform 55"/>
              <p:cNvSpPr/>
              <p:nvPr/>
            </p:nvSpPr>
            <p:spPr>
              <a:xfrm>
                <a:off x="45720" y="46990"/>
                <a:ext cx="529590" cy="918210"/>
              </a:xfrm>
              <a:custGeom>
                <a:avLst/>
                <a:gdLst/>
                <a:ahLst/>
                <a:cxnLst/>
                <a:rect l="l" t="t" r="r" b="b"/>
                <a:pathLst>
                  <a:path w="529590" h="918210">
                    <a:moveTo>
                      <a:pt x="524510" y="106680"/>
                    </a:moveTo>
                    <a:cubicBezTo>
                      <a:pt x="360680" y="553720"/>
                      <a:pt x="300990" y="670560"/>
                      <a:pt x="254000" y="748030"/>
                    </a:cubicBezTo>
                    <a:cubicBezTo>
                      <a:pt x="220980" y="801370"/>
                      <a:pt x="186690" y="848360"/>
                      <a:pt x="160020" y="877570"/>
                    </a:cubicBezTo>
                    <a:cubicBezTo>
                      <a:pt x="143510" y="894080"/>
                      <a:pt x="133350" y="905510"/>
                      <a:pt x="116840" y="911860"/>
                    </a:cubicBezTo>
                    <a:cubicBezTo>
                      <a:pt x="100330" y="918210"/>
                      <a:pt x="77470" y="918210"/>
                      <a:pt x="60960" y="913130"/>
                    </a:cubicBezTo>
                    <a:cubicBezTo>
                      <a:pt x="44450" y="908050"/>
                      <a:pt x="25400" y="896620"/>
                      <a:pt x="16510" y="880110"/>
                    </a:cubicBezTo>
                    <a:cubicBezTo>
                      <a:pt x="5080" y="861060"/>
                      <a:pt x="0" y="821690"/>
                      <a:pt x="5080" y="800100"/>
                    </a:cubicBezTo>
                    <a:cubicBezTo>
                      <a:pt x="10160" y="782320"/>
                      <a:pt x="24130" y="765810"/>
                      <a:pt x="40640" y="756920"/>
                    </a:cubicBezTo>
                    <a:cubicBezTo>
                      <a:pt x="60960" y="746760"/>
                      <a:pt x="100330" y="740410"/>
                      <a:pt x="121920" y="750570"/>
                    </a:cubicBezTo>
                    <a:cubicBezTo>
                      <a:pt x="143510" y="759460"/>
                      <a:pt x="167640" y="789940"/>
                      <a:pt x="172720" y="814070"/>
                    </a:cubicBezTo>
                    <a:cubicBezTo>
                      <a:pt x="176530" y="838200"/>
                      <a:pt x="162560" y="875030"/>
                      <a:pt x="148590" y="891540"/>
                    </a:cubicBezTo>
                    <a:cubicBezTo>
                      <a:pt x="135890" y="905510"/>
                      <a:pt x="115570" y="914400"/>
                      <a:pt x="97790" y="915670"/>
                    </a:cubicBezTo>
                    <a:cubicBezTo>
                      <a:pt x="81280" y="918210"/>
                      <a:pt x="58420" y="914400"/>
                      <a:pt x="43180" y="905510"/>
                    </a:cubicBezTo>
                    <a:cubicBezTo>
                      <a:pt x="27940" y="896620"/>
                      <a:pt x="12700" y="881380"/>
                      <a:pt x="6350" y="863600"/>
                    </a:cubicBezTo>
                    <a:cubicBezTo>
                      <a:pt x="0" y="842010"/>
                      <a:pt x="2540" y="811530"/>
                      <a:pt x="13970" y="782320"/>
                    </a:cubicBezTo>
                    <a:cubicBezTo>
                      <a:pt x="30480" y="739140"/>
                      <a:pt x="93980" y="687070"/>
                      <a:pt x="125730" y="636270"/>
                    </a:cubicBezTo>
                    <a:cubicBezTo>
                      <a:pt x="156210" y="589280"/>
                      <a:pt x="173990" y="553720"/>
                      <a:pt x="203200" y="490220"/>
                    </a:cubicBezTo>
                    <a:cubicBezTo>
                      <a:pt x="254000" y="381000"/>
                      <a:pt x="336550" y="97790"/>
                      <a:pt x="386080" y="36830"/>
                    </a:cubicBezTo>
                    <a:cubicBezTo>
                      <a:pt x="402590" y="15240"/>
                      <a:pt x="414020" y="8890"/>
                      <a:pt x="431800" y="3810"/>
                    </a:cubicBezTo>
                    <a:cubicBezTo>
                      <a:pt x="448310" y="0"/>
                      <a:pt x="471170" y="2540"/>
                      <a:pt x="486410" y="10160"/>
                    </a:cubicBezTo>
                    <a:cubicBezTo>
                      <a:pt x="501650" y="17780"/>
                      <a:pt x="516890" y="35560"/>
                      <a:pt x="523240" y="52070"/>
                    </a:cubicBezTo>
                    <a:cubicBezTo>
                      <a:pt x="529590" y="67310"/>
                      <a:pt x="524510" y="106680"/>
                      <a:pt x="524510" y="106680"/>
                    </a:cubicBezTo>
                  </a:path>
                </a:pathLst>
              </a:custGeom>
              <a:solidFill>
                <a:srgbClr val="FFFFFF"/>
              </a:solidFill>
              <a:ln cap="sq">
                <a:noFill/>
                <a:prstDash val="solid"/>
                <a:miter/>
              </a:ln>
            </p:spPr>
          </p:sp>
        </p:grpSp>
      </p:grpSp>
      <p:grpSp>
        <p:nvGrpSpPr>
          <p:cNvPr id="56" name="Group 56"/>
          <p:cNvGrpSpPr/>
          <p:nvPr/>
        </p:nvGrpSpPr>
        <p:grpSpPr>
          <a:xfrm>
            <a:off x="4102127" y="1570178"/>
            <a:ext cx="1939209" cy="940222"/>
            <a:chOff x="0" y="0"/>
            <a:chExt cx="2585612" cy="1253630"/>
          </a:xfrm>
        </p:grpSpPr>
        <p:grpSp>
          <p:nvGrpSpPr>
            <p:cNvPr id="57" name="Group 57"/>
            <p:cNvGrpSpPr/>
            <p:nvPr/>
          </p:nvGrpSpPr>
          <p:grpSpPr>
            <a:xfrm>
              <a:off x="0" y="10168"/>
              <a:ext cx="1692640" cy="1243462"/>
              <a:chOff x="0" y="0"/>
              <a:chExt cx="3594100" cy="2640330"/>
            </a:xfrm>
          </p:grpSpPr>
          <p:sp>
            <p:nvSpPr>
              <p:cNvPr id="58" name="Freeform 58"/>
              <p:cNvSpPr/>
              <p:nvPr/>
            </p:nvSpPr>
            <p:spPr>
              <a:xfrm>
                <a:off x="48260" y="25400"/>
                <a:ext cx="3505200" cy="2570480"/>
              </a:xfrm>
              <a:custGeom>
                <a:avLst/>
                <a:gdLst/>
                <a:ahLst/>
                <a:cxnLst/>
                <a:rect l="l" t="t" r="r" b="b"/>
                <a:pathLst>
                  <a:path w="3505200" h="2570480">
                    <a:moveTo>
                      <a:pt x="213360" y="458470"/>
                    </a:moveTo>
                    <a:cubicBezTo>
                      <a:pt x="217170" y="866140"/>
                      <a:pt x="223520" y="941070"/>
                      <a:pt x="232410" y="1031240"/>
                    </a:cubicBezTo>
                    <a:cubicBezTo>
                      <a:pt x="242570" y="1132840"/>
                      <a:pt x="256540" y="1285240"/>
                      <a:pt x="275590" y="1356360"/>
                    </a:cubicBezTo>
                    <a:cubicBezTo>
                      <a:pt x="284480" y="1391920"/>
                      <a:pt x="297180" y="1398270"/>
                      <a:pt x="306070" y="1433830"/>
                    </a:cubicBezTo>
                    <a:cubicBezTo>
                      <a:pt x="326390" y="1510030"/>
                      <a:pt x="349250" y="1694180"/>
                      <a:pt x="358140" y="1794510"/>
                    </a:cubicBezTo>
                    <a:cubicBezTo>
                      <a:pt x="364490" y="1864360"/>
                      <a:pt x="355600" y="1902460"/>
                      <a:pt x="364490" y="1976120"/>
                    </a:cubicBezTo>
                    <a:cubicBezTo>
                      <a:pt x="377190" y="2094230"/>
                      <a:pt x="405130" y="2410460"/>
                      <a:pt x="454660" y="2434590"/>
                    </a:cubicBezTo>
                    <a:cubicBezTo>
                      <a:pt x="474980" y="2443480"/>
                      <a:pt x="495300" y="2405380"/>
                      <a:pt x="525780" y="2399030"/>
                    </a:cubicBezTo>
                    <a:cubicBezTo>
                      <a:pt x="568960" y="2388870"/>
                      <a:pt x="637540" y="2411730"/>
                      <a:pt x="694690" y="2404110"/>
                    </a:cubicBezTo>
                    <a:cubicBezTo>
                      <a:pt x="756920" y="2393950"/>
                      <a:pt x="871220" y="2371090"/>
                      <a:pt x="886460" y="2336800"/>
                    </a:cubicBezTo>
                    <a:cubicBezTo>
                      <a:pt x="896620" y="2313940"/>
                      <a:pt x="861060" y="2298700"/>
                      <a:pt x="852170" y="2252980"/>
                    </a:cubicBezTo>
                    <a:cubicBezTo>
                      <a:pt x="820420" y="2094230"/>
                      <a:pt x="844550" y="1315720"/>
                      <a:pt x="850900" y="1131570"/>
                    </a:cubicBezTo>
                    <a:cubicBezTo>
                      <a:pt x="853440" y="1070610"/>
                      <a:pt x="845820" y="1051560"/>
                      <a:pt x="859790" y="1010920"/>
                    </a:cubicBezTo>
                    <a:cubicBezTo>
                      <a:pt x="876300" y="962660"/>
                      <a:pt x="920750" y="897890"/>
                      <a:pt x="958850" y="866140"/>
                    </a:cubicBezTo>
                    <a:cubicBezTo>
                      <a:pt x="986790" y="843280"/>
                      <a:pt x="1014730" y="836930"/>
                      <a:pt x="1052830" y="825500"/>
                    </a:cubicBezTo>
                    <a:cubicBezTo>
                      <a:pt x="1102360" y="811530"/>
                      <a:pt x="1155700" y="803910"/>
                      <a:pt x="1231900" y="798830"/>
                    </a:cubicBezTo>
                    <a:cubicBezTo>
                      <a:pt x="1365250" y="788670"/>
                      <a:pt x="1672590" y="825500"/>
                      <a:pt x="1780540" y="801370"/>
                    </a:cubicBezTo>
                    <a:cubicBezTo>
                      <a:pt x="1828800" y="789940"/>
                      <a:pt x="1831340" y="767080"/>
                      <a:pt x="1880870" y="751840"/>
                    </a:cubicBezTo>
                    <a:cubicBezTo>
                      <a:pt x="2004060" y="712470"/>
                      <a:pt x="2414270" y="665480"/>
                      <a:pt x="2546350" y="646430"/>
                    </a:cubicBezTo>
                    <a:cubicBezTo>
                      <a:pt x="2603500" y="638810"/>
                      <a:pt x="2614930" y="635000"/>
                      <a:pt x="2667000" y="631190"/>
                    </a:cubicBezTo>
                    <a:cubicBezTo>
                      <a:pt x="2762250" y="624840"/>
                      <a:pt x="2974340" y="635000"/>
                      <a:pt x="3068320" y="626110"/>
                    </a:cubicBezTo>
                    <a:cubicBezTo>
                      <a:pt x="3119120" y="621030"/>
                      <a:pt x="3149600" y="614680"/>
                      <a:pt x="3186430" y="605790"/>
                    </a:cubicBezTo>
                    <a:cubicBezTo>
                      <a:pt x="3219450" y="598170"/>
                      <a:pt x="3256280" y="596900"/>
                      <a:pt x="3279140" y="577850"/>
                    </a:cubicBezTo>
                    <a:cubicBezTo>
                      <a:pt x="3303270" y="557530"/>
                      <a:pt x="3314700" y="527050"/>
                      <a:pt x="3323590" y="486410"/>
                    </a:cubicBezTo>
                    <a:cubicBezTo>
                      <a:pt x="3338830" y="421640"/>
                      <a:pt x="3356610" y="254000"/>
                      <a:pt x="3322320" y="213360"/>
                    </a:cubicBezTo>
                    <a:cubicBezTo>
                      <a:pt x="3302000" y="187960"/>
                      <a:pt x="3260090" y="199390"/>
                      <a:pt x="3221990" y="195580"/>
                    </a:cubicBezTo>
                    <a:cubicBezTo>
                      <a:pt x="3172460" y="190500"/>
                      <a:pt x="3129280" y="191770"/>
                      <a:pt x="3051810" y="190500"/>
                    </a:cubicBezTo>
                    <a:cubicBezTo>
                      <a:pt x="2882900" y="187960"/>
                      <a:pt x="2476500" y="165100"/>
                      <a:pt x="2249170" y="187960"/>
                    </a:cubicBezTo>
                    <a:cubicBezTo>
                      <a:pt x="2078990" y="205740"/>
                      <a:pt x="1992630" y="259080"/>
                      <a:pt x="1807210" y="279400"/>
                    </a:cubicBezTo>
                    <a:cubicBezTo>
                      <a:pt x="1499870" y="312420"/>
                      <a:pt x="829310" y="256540"/>
                      <a:pt x="565150" y="292100"/>
                    </a:cubicBezTo>
                    <a:cubicBezTo>
                      <a:pt x="438150" y="308610"/>
                      <a:pt x="359410" y="355600"/>
                      <a:pt x="288290" y="365760"/>
                    </a:cubicBezTo>
                    <a:cubicBezTo>
                      <a:pt x="246380" y="370840"/>
                      <a:pt x="218440" y="363220"/>
                      <a:pt x="185420" y="368300"/>
                    </a:cubicBezTo>
                    <a:cubicBezTo>
                      <a:pt x="153670" y="373380"/>
                      <a:pt x="120650" y="392430"/>
                      <a:pt x="95250" y="392430"/>
                    </a:cubicBezTo>
                    <a:cubicBezTo>
                      <a:pt x="74930" y="393700"/>
                      <a:pt x="57150" y="389890"/>
                      <a:pt x="41910" y="381000"/>
                    </a:cubicBezTo>
                    <a:cubicBezTo>
                      <a:pt x="27940" y="372110"/>
                      <a:pt x="13970" y="354330"/>
                      <a:pt x="7620" y="339090"/>
                    </a:cubicBezTo>
                    <a:cubicBezTo>
                      <a:pt x="1270" y="322580"/>
                      <a:pt x="0" y="300990"/>
                      <a:pt x="5080" y="284480"/>
                    </a:cubicBezTo>
                    <a:cubicBezTo>
                      <a:pt x="10160" y="267970"/>
                      <a:pt x="20320" y="248920"/>
                      <a:pt x="35560" y="240030"/>
                    </a:cubicBezTo>
                    <a:cubicBezTo>
                      <a:pt x="54610" y="228600"/>
                      <a:pt x="92710" y="219710"/>
                      <a:pt x="115570" y="227330"/>
                    </a:cubicBezTo>
                    <a:cubicBezTo>
                      <a:pt x="137160" y="234950"/>
                      <a:pt x="162560" y="265430"/>
                      <a:pt x="168910" y="285750"/>
                    </a:cubicBezTo>
                    <a:cubicBezTo>
                      <a:pt x="175260" y="303530"/>
                      <a:pt x="173990" y="323850"/>
                      <a:pt x="165100" y="340360"/>
                    </a:cubicBezTo>
                    <a:cubicBezTo>
                      <a:pt x="156210" y="360680"/>
                      <a:pt x="125730" y="384810"/>
                      <a:pt x="104140" y="391160"/>
                    </a:cubicBezTo>
                    <a:cubicBezTo>
                      <a:pt x="86360" y="396240"/>
                      <a:pt x="66040" y="392430"/>
                      <a:pt x="50800" y="384810"/>
                    </a:cubicBezTo>
                    <a:cubicBezTo>
                      <a:pt x="34290" y="377190"/>
                      <a:pt x="19050" y="361950"/>
                      <a:pt x="11430" y="346710"/>
                    </a:cubicBezTo>
                    <a:cubicBezTo>
                      <a:pt x="3810" y="331470"/>
                      <a:pt x="0" y="309880"/>
                      <a:pt x="2540" y="293370"/>
                    </a:cubicBezTo>
                    <a:cubicBezTo>
                      <a:pt x="6350" y="276860"/>
                      <a:pt x="19050" y="256540"/>
                      <a:pt x="29210" y="245110"/>
                    </a:cubicBezTo>
                    <a:cubicBezTo>
                      <a:pt x="35560" y="237490"/>
                      <a:pt x="39370" y="236220"/>
                      <a:pt x="52070" y="229870"/>
                    </a:cubicBezTo>
                    <a:cubicBezTo>
                      <a:pt x="99060" y="210820"/>
                      <a:pt x="327660" y="189230"/>
                      <a:pt x="402590" y="165100"/>
                    </a:cubicBezTo>
                    <a:cubicBezTo>
                      <a:pt x="441960" y="152400"/>
                      <a:pt x="440690" y="135890"/>
                      <a:pt x="486410" y="125730"/>
                    </a:cubicBezTo>
                    <a:cubicBezTo>
                      <a:pt x="655320" y="88900"/>
                      <a:pt x="1487170" y="146050"/>
                      <a:pt x="1741170" y="128270"/>
                    </a:cubicBezTo>
                    <a:cubicBezTo>
                      <a:pt x="1852930" y="120650"/>
                      <a:pt x="1899920" y="109220"/>
                      <a:pt x="1982470" y="92710"/>
                    </a:cubicBezTo>
                    <a:cubicBezTo>
                      <a:pt x="2068830" y="76200"/>
                      <a:pt x="2128520" y="43180"/>
                      <a:pt x="2246630" y="27940"/>
                    </a:cubicBezTo>
                    <a:cubicBezTo>
                      <a:pt x="2479040" y="0"/>
                      <a:pt x="3135630" y="7620"/>
                      <a:pt x="3289300" y="25400"/>
                    </a:cubicBezTo>
                    <a:cubicBezTo>
                      <a:pt x="3335020" y="30480"/>
                      <a:pt x="3347720" y="34290"/>
                      <a:pt x="3375660" y="45720"/>
                    </a:cubicBezTo>
                    <a:cubicBezTo>
                      <a:pt x="3406140" y="59690"/>
                      <a:pt x="3445510" y="81280"/>
                      <a:pt x="3465830" y="109220"/>
                    </a:cubicBezTo>
                    <a:cubicBezTo>
                      <a:pt x="3484880" y="137160"/>
                      <a:pt x="3488690" y="167640"/>
                      <a:pt x="3495040" y="213360"/>
                    </a:cubicBezTo>
                    <a:cubicBezTo>
                      <a:pt x="3505200" y="298450"/>
                      <a:pt x="3500120" y="505460"/>
                      <a:pt x="3491230" y="582930"/>
                    </a:cubicBezTo>
                    <a:cubicBezTo>
                      <a:pt x="3487420" y="619760"/>
                      <a:pt x="3488690" y="640080"/>
                      <a:pt x="3473450" y="664210"/>
                    </a:cubicBezTo>
                    <a:cubicBezTo>
                      <a:pt x="3453130" y="693420"/>
                      <a:pt x="3402330" y="727710"/>
                      <a:pt x="3365500" y="740410"/>
                    </a:cubicBezTo>
                    <a:cubicBezTo>
                      <a:pt x="3335020" y="751840"/>
                      <a:pt x="3307080" y="739140"/>
                      <a:pt x="3268980" y="744220"/>
                    </a:cubicBezTo>
                    <a:cubicBezTo>
                      <a:pt x="3214370" y="751840"/>
                      <a:pt x="3149600" y="779780"/>
                      <a:pt x="3068320" y="788670"/>
                    </a:cubicBezTo>
                    <a:cubicBezTo>
                      <a:pt x="2945130" y="803910"/>
                      <a:pt x="2716530" y="779780"/>
                      <a:pt x="2595880" y="795020"/>
                    </a:cubicBezTo>
                    <a:cubicBezTo>
                      <a:pt x="2519680" y="803910"/>
                      <a:pt x="2480310" y="825500"/>
                      <a:pt x="2411730" y="836930"/>
                    </a:cubicBezTo>
                    <a:cubicBezTo>
                      <a:pt x="2324100" y="852170"/>
                      <a:pt x="2205990" y="857250"/>
                      <a:pt x="2113280" y="873760"/>
                    </a:cubicBezTo>
                    <a:cubicBezTo>
                      <a:pt x="2030730" y="887730"/>
                      <a:pt x="1938020" y="909320"/>
                      <a:pt x="1878330" y="927100"/>
                    </a:cubicBezTo>
                    <a:cubicBezTo>
                      <a:pt x="1840230" y="939800"/>
                      <a:pt x="1833880" y="955040"/>
                      <a:pt x="1788160" y="963930"/>
                    </a:cubicBezTo>
                    <a:cubicBezTo>
                      <a:pt x="1664970" y="990600"/>
                      <a:pt x="1189990" y="939800"/>
                      <a:pt x="1080770" y="985520"/>
                    </a:cubicBezTo>
                    <a:cubicBezTo>
                      <a:pt x="1041400" y="1002030"/>
                      <a:pt x="1031240" y="1008380"/>
                      <a:pt x="1013460" y="1050290"/>
                    </a:cubicBezTo>
                    <a:cubicBezTo>
                      <a:pt x="944880" y="1209040"/>
                      <a:pt x="1074420" y="2209800"/>
                      <a:pt x="1014730" y="2390140"/>
                    </a:cubicBezTo>
                    <a:cubicBezTo>
                      <a:pt x="996950" y="2443480"/>
                      <a:pt x="974090" y="2458720"/>
                      <a:pt x="944880" y="2480310"/>
                    </a:cubicBezTo>
                    <a:cubicBezTo>
                      <a:pt x="918210" y="2501900"/>
                      <a:pt x="887730" y="2509520"/>
                      <a:pt x="850900" y="2522220"/>
                    </a:cubicBezTo>
                    <a:cubicBezTo>
                      <a:pt x="800100" y="2537460"/>
                      <a:pt x="730250" y="2556510"/>
                      <a:pt x="668020" y="2562860"/>
                    </a:cubicBezTo>
                    <a:cubicBezTo>
                      <a:pt x="603250" y="2570480"/>
                      <a:pt x="527050" y="2566670"/>
                      <a:pt x="469900" y="2561590"/>
                    </a:cubicBezTo>
                    <a:cubicBezTo>
                      <a:pt x="425450" y="2556510"/>
                      <a:pt x="386080" y="2564130"/>
                      <a:pt x="353060" y="2538730"/>
                    </a:cubicBezTo>
                    <a:cubicBezTo>
                      <a:pt x="307340" y="2500630"/>
                      <a:pt x="275590" y="2383790"/>
                      <a:pt x="257810" y="2311400"/>
                    </a:cubicBezTo>
                    <a:cubicBezTo>
                      <a:pt x="242570" y="2250440"/>
                      <a:pt x="251460" y="2192020"/>
                      <a:pt x="243840" y="2134870"/>
                    </a:cubicBezTo>
                    <a:cubicBezTo>
                      <a:pt x="234950" y="2081530"/>
                      <a:pt x="215900" y="2035810"/>
                      <a:pt x="208280" y="1977390"/>
                    </a:cubicBezTo>
                    <a:cubicBezTo>
                      <a:pt x="199390" y="1908810"/>
                      <a:pt x="207010" y="1826260"/>
                      <a:pt x="199390" y="1744980"/>
                    </a:cubicBezTo>
                    <a:cubicBezTo>
                      <a:pt x="190500" y="1656080"/>
                      <a:pt x="171450" y="1546860"/>
                      <a:pt x="153670" y="1465580"/>
                    </a:cubicBezTo>
                    <a:cubicBezTo>
                      <a:pt x="140970" y="1399540"/>
                      <a:pt x="121920" y="1365250"/>
                      <a:pt x="109220" y="1290320"/>
                    </a:cubicBezTo>
                    <a:cubicBezTo>
                      <a:pt x="86360" y="1164590"/>
                      <a:pt x="64770" y="930910"/>
                      <a:pt x="59690" y="775970"/>
                    </a:cubicBezTo>
                    <a:cubicBezTo>
                      <a:pt x="55880" y="646430"/>
                      <a:pt x="43180" y="477520"/>
                      <a:pt x="69850" y="422910"/>
                    </a:cubicBezTo>
                    <a:cubicBezTo>
                      <a:pt x="80010" y="401320"/>
                      <a:pt x="95250" y="393700"/>
                      <a:pt x="110490" y="387350"/>
                    </a:cubicBezTo>
                    <a:cubicBezTo>
                      <a:pt x="121920" y="381000"/>
                      <a:pt x="133350" y="379730"/>
                      <a:pt x="146050" y="382270"/>
                    </a:cubicBezTo>
                    <a:cubicBezTo>
                      <a:pt x="161290" y="384810"/>
                      <a:pt x="182880" y="394970"/>
                      <a:pt x="194310" y="407670"/>
                    </a:cubicBezTo>
                    <a:cubicBezTo>
                      <a:pt x="204470" y="420370"/>
                      <a:pt x="213360" y="458470"/>
                      <a:pt x="213360" y="458470"/>
                    </a:cubicBezTo>
                  </a:path>
                </a:pathLst>
              </a:custGeom>
              <a:solidFill>
                <a:srgbClr val="FFFFFF"/>
              </a:solidFill>
              <a:ln cap="sq">
                <a:noFill/>
                <a:prstDash val="solid"/>
                <a:miter/>
              </a:ln>
            </p:spPr>
          </p:sp>
        </p:grpSp>
        <p:grpSp>
          <p:nvGrpSpPr>
            <p:cNvPr id="59" name="Group 59"/>
            <p:cNvGrpSpPr/>
            <p:nvPr/>
          </p:nvGrpSpPr>
          <p:grpSpPr>
            <a:xfrm>
              <a:off x="2059877" y="0"/>
              <a:ext cx="525735" cy="348696"/>
              <a:chOff x="0" y="0"/>
              <a:chExt cx="1116330" cy="740410"/>
            </a:xfrm>
          </p:grpSpPr>
          <p:sp>
            <p:nvSpPr>
              <p:cNvPr id="60" name="Freeform 60"/>
              <p:cNvSpPr/>
              <p:nvPr/>
            </p:nvSpPr>
            <p:spPr>
              <a:xfrm>
                <a:off x="30480" y="52070"/>
                <a:ext cx="1041400" cy="638810"/>
              </a:xfrm>
              <a:custGeom>
                <a:avLst/>
                <a:gdLst/>
                <a:ahLst/>
                <a:cxnLst/>
                <a:rect l="l" t="t" r="r" b="b"/>
                <a:pathLst>
                  <a:path w="1041400" h="638810">
                    <a:moveTo>
                      <a:pt x="426720" y="0"/>
                    </a:moveTo>
                    <a:cubicBezTo>
                      <a:pt x="788670" y="2540"/>
                      <a:pt x="859790" y="1270"/>
                      <a:pt x="913130" y="22860"/>
                    </a:cubicBezTo>
                    <a:cubicBezTo>
                      <a:pt x="956310" y="39370"/>
                      <a:pt x="995680" y="63500"/>
                      <a:pt x="1016000" y="100330"/>
                    </a:cubicBezTo>
                    <a:cubicBezTo>
                      <a:pt x="1041400" y="144780"/>
                      <a:pt x="1037590" y="226060"/>
                      <a:pt x="1035050" y="279400"/>
                    </a:cubicBezTo>
                    <a:cubicBezTo>
                      <a:pt x="1032510" y="323850"/>
                      <a:pt x="1028700" y="368300"/>
                      <a:pt x="1009650" y="401320"/>
                    </a:cubicBezTo>
                    <a:cubicBezTo>
                      <a:pt x="991870" y="431800"/>
                      <a:pt x="958850" y="452120"/>
                      <a:pt x="927100" y="472440"/>
                    </a:cubicBezTo>
                    <a:cubicBezTo>
                      <a:pt x="892810" y="494030"/>
                      <a:pt x="861060" y="509270"/>
                      <a:pt x="806450" y="524510"/>
                    </a:cubicBezTo>
                    <a:cubicBezTo>
                      <a:pt x="707390" y="552450"/>
                      <a:pt x="458470" y="557530"/>
                      <a:pt x="364490" y="585470"/>
                    </a:cubicBezTo>
                    <a:cubicBezTo>
                      <a:pt x="317500" y="598170"/>
                      <a:pt x="295910" y="622300"/>
                      <a:pt x="261620" y="631190"/>
                    </a:cubicBezTo>
                    <a:cubicBezTo>
                      <a:pt x="233680" y="638810"/>
                      <a:pt x="207010" y="638810"/>
                      <a:pt x="176530" y="636270"/>
                    </a:cubicBezTo>
                    <a:cubicBezTo>
                      <a:pt x="144780" y="632460"/>
                      <a:pt x="100330" y="627380"/>
                      <a:pt x="74930" y="607060"/>
                    </a:cubicBezTo>
                    <a:cubicBezTo>
                      <a:pt x="48260" y="586740"/>
                      <a:pt x="33020" y="556260"/>
                      <a:pt x="21590" y="511810"/>
                    </a:cubicBezTo>
                    <a:cubicBezTo>
                      <a:pt x="0" y="430530"/>
                      <a:pt x="0" y="214630"/>
                      <a:pt x="20320" y="143510"/>
                    </a:cubicBezTo>
                    <a:cubicBezTo>
                      <a:pt x="29210" y="111760"/>
                      <a:pt x="41910" y="93980"/>
                      <a:pt x="60960" y="78740"/>
                    </a:cubicBezTo>
                    <a:cubicBezTo>
                      <a:pt x="80010" y="62230"/>
                      <a:pt x="100330" y="55880"/>
                      <a:pt x="133350" y="48260"/>
                    </a:cubicBezTo>
                    <a:cubicBezTo>
                      <a:pt x="194310" y="35560"/>
                      <a:pt x="346710" y="33020"/>
                      <a:pt x="401320" y="40640"/>
                    </a:cubicBezTo>
                    <a:cubicBezTo>
                      <a:pt x="425450" y="44450"/>
                      <a:pt x="439420" y="48260"/>
                      <a:pt x="453390" y="58420"/>
                    </a:cubicBezTo>
                    <a:cubicBezTo>
                      <a:pt x="468630" y="69850"/>
                      <a:pt x="480060" y="87630"/>
                      <a:pt x="485140" y="105410"/>
                    </a:cubicBezTo>
                    <a:cubicBezTo>
                      <a:pt x="490220" y="121920"/>
                      <a:pt x="488950" y="144780"/>
                      <a:pt x="482600" y="160020"/>
                    </a:cubicBezTo>
                    <a:cubicBezTo>
                      <a:pt x="476250" y="176530"/>
                      <a:pt x="463550" y="194310"/>
                      <a:pt x="445770" y="203200"/>
                    </a:cubicBezTo>
                    <a:cubicBezTo>
                      <a:pt x="425450" y="213360"/>
                      <a:pt x="386080" y="214630"/>
                      <a:pt x="364490" y="207010"/>
                    </a:cubicBezTo>
                    <a:cubicBezTo>
                      <a:pt x="346710" y="200660"/>
                      <a:pt x="332740" y="184150"/>
                      <a:pt x="323850" y="168910"/>
                    </a:cubicBezTo>
                    <a:cubicBezTo>
                      <a:pt x="316230" y="153670"/>
                      <a:pt x="311150" y="132080"/>
                      <a:pt x="314960" y="114300"/>
                    </a:cubicBezTo>
                    <a:cubicBezTo>
                      <a:pt x="321310" y="92710"/>
                      <a:pt x="345440" y="59690"/>
                      <a:pt x="364490" y="49530"/>
                    </a:cubicBezTo>
                    <a:cubicBezTo>
                      <a:pt x="381000" y="39370"/>
                      <a:pt x="402590" y="39370"/>
                      <a:pt x="420370" y="43180"/>
                    </a:cubicBezTo>
                    <a:cubicBezTo>
                      <a:pt x="436880" y="46990"/>
                      <a:pt x="455930" y="58420"/>
                      <a:pt x="467360" y="72390"/>
                    </a:cubicBezTo>
                    <a:cubicBezTo>
                      <a:pt x="478790" y="85090"/>
                      <a:pt x="488950" y="105410"/>
                      <a:pt x="487680" y="123190"/>
                    </a:cubicBezTo>
                    <a:cubicBezTo>
                      <a:pt x="487680" y="146050"/>
                      <a:pt x="471170" y="182880"/>
                      <a:pt x="453390" y="198120"/>
                    </a:cubicBezTo>
                    <a:cubicBezTo>
                      <a:pt x="440690" y="209550"/>
                      <a:pt x="425450" y="210820"/>
                      <a:pt x="401320" y="215900"/>
                    </a:cubicBezTo>
                    <a:cubicBezTo>
                      <a:pt x="354330" y="223520"/>
                      <a:pt x="222250" y="186690"/>
                      <a:pt x="187960" y="222250"/>
                    </a:cubicBezTo>
                    <a:cubicBezTo>
                      <a:pt x="156210" y="254000"/>
                      <a:pt x="198120" y="355600"/>
                      <a:pt x="186690" y="400050"/>
                    </a:cubicBezTo>
                    <a:cubicBezTo>
                      <a:pt x="180340" y="429260"/>
                      <a:pt x="143510" y="457200"/>
                      <a:pt x="151130" y="469900"/>
                    </a:cubicBezTo>
                    <a:cubicBezTo>
                      <a:pt x="158750" y="482600"/>
                      <a:pt x="209550" y="477520"/>
                      <a:pt x="241300" y="471170"/>
                    </a:cubicBezTo>
                    <a:cubicBezTo>
                      <a:pt x="278130" y="463550"/>
                      <a:pt x="320040" y="429260"/>
                      <a:pt x="359410" y="419100"/>
                    </a:cubicBezTo>
                    <a:cubicBezTo>
                      <a:pt x="397510" y="408940"/>
                      <a:pt x="431800" y="416560"/>
                      <a:pt x="476250" y="410210"/>
                    </a:cubicBezTo>
                    <a:cubicBezTo>
                      <a:pt x="535940" y="401320"/>
                      <a:pt x="628650" y="372110"/>
                      <a:pt x="681990" y="367030"/>
                    </a:cubicBezTo>
                    <a:cubicBezTo>
                      <a:pt x="716280" y="363220"/>
                      <a:pt x="740410" y="378460"/>
                      <a:pt x="767080" y="368300"/>
                    </a:cubicBezTo>
                    <a:cubicBezTo>
                      <a:pt x="801370" y="355600"/>
                      <a:pt x="844550" y="313690"/>
                      <a:pt x="866140" y="280670"/>
                    </a:cubicBezTo>
                    <a:cubicBezTo>
                      <a:pt x="886460" y="251460"/>
                      <a:pt x="914400" y="204470"/>
                      <a:pt x="901700" y="184150"/>
                    </a:cubicBezTo>
                    <a:cubicBezTo>
                      <a:pt x="883920" y="154940"/>
                      <a:pt x="786130" y="163830"/>
                      <a:pt x="715010" y="158750"/>
                    </a:cubicBezTo>
                    <a:cubicBezTo>
                      <a:pt x="622300" y="149860"/>
                      <a:pt x="443230" y="172720"/>
                      <a:pt x="389890" y="147320"/>
                    </a:cubicBezTo>
                    <a:cubicBezTo>
                      <a:pt x="368300" y="137160"/>
                      <a:pt x="359410" y="121920"/>
                      <a:pt x="353060" y="106680"/>
                    </a:cubicBezTo>
                    <a:cubicBezTo>
                      <a:pt x="346710" y="90170"/>
                      <a:pt x="346710" y="67310"/>
                      <a:pt x="353060" y="50800"/>
                    </a:cubicBezTo>
                    <a:cubicBezTo>
                      <a:pt x="359410" y="34290"/>
                      <a:pt x="375920" y="16510"/>
                      <a:pt x="389890" y="8890"/>
                    </a:cubicBezTo>
                    <a:cubicBezTo>
                      <a:pt x="401320" y="2540"/>
                      <a:pt x="426720" y="0"/>
                      <a:pt x="426720" y="0"/>
                    </a:cubicBezTo>
                  </a:path>
                </a:pathLst>
              </a:custGeom>
              <a:solidFill>
                <a:srgbClr val="FFFFFF"/>
              </a:solidFill>
              <a:ln cap="sq">
                <a:noFill/>
                <a:prstDash val="solid"/>
                <a:miter/>
              </a:ln>
            </p:spPr>
          </p:sp>
        </p:grpSp>
      </p:grpSp>
      <p:sp>
        <p:nvSpPr>
          <p:cNvPr id="62" name="Freeform 62"/>
          <p:cNvSpPr/>
          <p:nvPr/>
        </p:nvSpPr>
        <p:spPr>
          <a:xfrm>
            <a:off x="8315631" y="8121303"/>
            <a:ext cx="7500233" cy="1612550"/>
          </a:xfrm>
          <a:custGeom>
            <a:avLst/>
            <a:gdLst/>
            <a:ahLst/>
            <a:cxnLst/>
            <a:rect l="l" t="t" r="r" b="b"/>
            <a:pathLst>
              <a:path w="7500233" h="1612550">
                <a:moveTo>
                  <a:pt x="0" y="0"/>
                </a:moveTo>
                <a:lnTo>
                  <a:pt x="7500233" y="0"/>
                </a:lnTo>
                <a:lnTo>
                  <a:pt x="7500233" y="1612550"/>
                </a:lnTo>
                <a:lnTo>
                  <a:pt x="0" y="1612550"/>
                </a:lnTo>
                <a:lnTo>
                  <a:pt x="0" y="0"/>
                </a:lnTo>
                <a:close/>
              </a:path>
            </a:pathLst>
          </a:custGeom>
          <a:blipFill>
            <a:blip r:embed="rId3"/>
            <a:stretch>
              <a:fillRect/>
            </a:stretch>
          </a:blipFill>
        </p:spPr>
      </p:sp>
      <p:sp>
        <p:nvSpPr>
          <p:cNvPr id="63" name="Freeform 63"/>
          <p:cNvSpPr/>
          <p:nvPr/>
        </p:nvSpPr>
        <p:spPr>
          <a:xfrm>
            <a:off x="8315631" y="454979"/>
            <a:ext cx="4844481" cy="2555464"/>
          </a:xfrm>
          <a:custGeom>
            <a:avLst/>
            <a:gdLst/>
            <a:ahLst/>
            <a:cxnLst/>
            <a:rect l="l" t="t" r="r" b="b"/>
            <a:pathLst>
              <a:path w="4844481" h="2555464">
                <a:moveTo>
                  <a:pt x="0" y="0"/>
                </a:moveTo>
                <a:lnTo>
                  <a:pt x="4844481" y="0"/>
                </a:lnTo>
                <a:lnTo>
                  <a:pt x="4844481" y="2555464"/>
                </a:lnTo>
                <a:lnTo>
                  <a:pt x="0" y="2555464"/>
                </a:lnTo>
                <a:lnTo>
                  <a:pt x="0" y="0"/>
                </a:lnTo>
                <a:close/>
              </a:path>
            </a:pathLst>
          </a:custGeom>
          <a:blipFill>
            <a:blip r:embed="rId4"/>
            <a:stretch>
              <a:fillRect/>
            </a:stretch>
          </a:blipFill>
        </p:spPr>
      </p:sp>
      <p:sp>
        <p:nvSpPr>
          <p:cNvPr id="64" name="Freeform 64"/>
          <p:cNvSpPr/>
          <p:nvPr/>
        </p:nvSpPr>
        <p:spPr>
          <a:xfrm>
            <a:off x="11357309" y="2685378"/>
            <a:ext cx="6478999" cy="2024687"/>
          </a:xfrm>
          <a:custGeom>
            <a:avLst/>
            <a:gdLst/>
            <a:ahLst/>
            <a:cxnLst/>
            <a:rect l="l" t="t" r="r" b="b"/>
            <a:pathLst>
              <a:path w="6478999" h="2024687">
                <a:moveTo>
                  <a:pt x="0" y="0"/>
                </a:moveTo>
                <a:lnTo>
                  <a:pt x="6478999" y="0"/>
                </a:lnTo>
                <a:lnTo>
                  <a:pt x="6478999" y="2024687"/>
                </a:lnTo>
                <a:lnTo>
                  <a:pt x="0" y="2024687"/>
                </a:lnTo>
                <a:lnTo>
                  <a:pt x="0" y="0"/>
                </a:lnTo>
                <a:close/>
              </a:path>
            </a:pathLst>
          </a:custGeom>
          <a:blipFill>
            <a:blip r:embed="rId5"/>
            <a:stretch>
              <a:fillRect/>
            </a:stretch>
          </a:blipFill>
        </p:spPr>
      </p:sp>
      <p:sp>
        <p:nvSpPr>
          <p:cNvPr id="65" name="Freeform 65"/>
          <p:cNvSpPr/>
          <p:nvPr/>
        </p:nvSpPr>
        <p:spPr>
          <a:xfrm>
            <a:off x="8315631" y="4534256"/>
            <a:ext cx="5279656" cy="2063234"/>
          </a:xfrm>
          <a:custGeom>
            <a:avLst/>
            <a:gdLst/>
            <a:ahLst/>
            <a:cxnLst/>
            <a:rect l="l" t="t" r="r" b="b"/>
            <a:pathLst>
              <a:path w="5279656" h="2063234">
                <a:moveTo>
                  <a:pt x="0" y="0"/>
                </a:moveTo>
                <a:lnTo>
                  <a:pt x="5279656" y="0"/>
                </a:lnTo>
                <a:lnTo>
                  <a:pt x="5279656" y="2063234"/>
                </a:lnTo>
                <a:lnTo>
                  <a:pt x="0" y="2063234"/>
                </a:lnTo>
                <a:lnTo>
                  <a:pt x="0" y="0"/>
                </a:lnTo>
                <a:close/>
              </a:path>
            </a:pathLst>
          </a:custGeom>
          <a:blipFill>
            <a:blip r:embed="rId6"/>
            <a:stretch>
              <a:fillRect/>
            </a:stretch>
          </a:blipFill>
        </p:spPr>
      </p:sp>
      <p:sp>
        <p:nvSpPr>
          <p:cNvPr id="66" name="Freeform 66"/>
          <p:cNvSpPr/>
          <p:nvPr/>
        </p:nvSpPr>
        <p:spPr>
          <a:xfrm>
            <a:off x="11052509" y="6126841"/>
            <a:ext cx="6783799" cy="2043619"/>
          </a:xfrm>
          <a:custGeom>
            <a:avLst/>
            <a:gdLst/>
            <a:ahLst/>
            <a:cxnLst/>
            <a:rect l="l" t="t" r="r" b="b"/>
            <a:pathLst>
              <a:path w="6783799" h="2043619">
                <a:moveTo>
                  <a:pt x="0" y="0"/>
                </a:moveTo>
                <a:lnTo>
                  <a:pt x="6783799" y="0"/>
                </a:lnTo>
                <a:lnTo>
                  <a:pt x="6783799" y="2043619"/>
                </a:lnTo>
                <a:lnTo>
                  <a:pt x="0" y="2043619"/>
                </a:lnTo>
                <a:lnTo>
                  <a:pt x="0" y="0"/>
                </a:lnTo>
                <a:close/>
              </a:path>
            </a:pathLst>
          </a:custGeom>
          <a:blipFill>
            <a:blip r:embed="rId7"/>
            <a:stretch>
              <a:fillRect/>
            </a:stretch>
          </a:blipFill>
        </p:spPr>
      </p:sp>
      <p:sp>
        <p:nvSpPr>
          <p:cNvPr id="67" name="Freeform 67"/>
          <p:cNvSpPr/>
          <p:nvPr/>
        </p:nvSpPr>
        <p:spPr>
          <a:xfrm>
            <a:off x="784347" y="7148650"/>
            <a:ext cx="2588120" cy="1708159"/>
          </a:xfrm>
          <a:custGeom>
            <a:avLst/>
            <a:gdLst/>
            <a:ahLst/>
            <a:cxnLst/>
            <a:rect l="l" t="t" r="r" b="b"/>
            <a:pathLst>
              <a:path w="2588120" h="1708159">
                <a:moveTo>
                  <a:pt x="0" y="0"/>
                </a:moveTo>
                <a:lnTo>
                  <a:pt x="2588120" y="0"/>
                </a:lnTo>
                <a:lnTo>
                  <a:pt x="2588120" y="1708160"/>
                </a:lnTo>
                <a:lnTo>
                  <a:pt x="0" y="170816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8" name="Freeform 68"/>
          <p:cNvSpPr/>
          <p:nvPr/>
        </p:nvSpPr>
        <p:spPr>
          <a:xfrm>
            <a:off x="4491460" y="6910392"/>
            <a:ext cx="2387625" cy="2184677"/>
          </a:xfrm>
          <a:custGeom>
            <a:avLst/>
            <a:gdLst/>
            <a:ahLst/>
            <a:cxnLst/>
            <a:rect l="l" t="t" r="r" b="b"/>
            <a:pathLst>
              <a:path w="2387625" h="2184677">
                <a:moveTo>
                  <a:pt x="0" y="0"/>
                </a:moveTo>
                <a:lnTo>
                  <a:pt x="2387625" y="0"/>
                </a:lnTo>
                <a:lnTo>
                  <a:pt x="2387625" y="2184676"/>
                </a:lnTo>
                <a:lnTo>
                  <a:pt x="0" y="218467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69" name="Freeform 69"/>
          <p:cNvSpPr/>
          <p:nvPr/>
        </p:nvSpPr>
        <p:spPr>
          <a:xfrm rot="-10800000">
            <a:off x="3525268" y="7431895"/>
            <a:ext cx="813390" cy="1084520"/>
          </a:xfrm>
          <a:custGeom>
            <a:avLst/>
            <a:gdLst/>
            <a:ahLst/>
            <a:cxnLst/>
            <a:rect l="l" t="t" r="r" b="b"/>
            <a:pathLst>
              <a:path w="813390" h="1084520">
                <a:moveTo>
                  <a:pt x="0" y="0"/>
                </a:moveTo>
                <a:lnTo>
                  <a:pt x="813391" y="0"/>
                </a:lnTo>
                <a:lnTo>
                  <a:pt x="813391" y="1084520"/>
                </a:lnTo>
                <a:lnTo>
                  <a:pt x="0" y="108452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847725"/>
            <a:ext cx="12002122" cy="1576069"/>
          </a:xfrm>
          <a:prstGeom prst="rect">
            <a:avLst/>
          </a:prstGeom>
        </p:spPr>
        <p:txBody>
          <a:bodyPr lIns="0" tIns="0" rIns="0" bIns="0" rtlCol="0" anchor="t">
            <a:spAutoFit/>
          </a:bodyPr>
          <a:lstStyle/>
          <a:p>
            <a:pPr algn="l">
              <a:lnSpc>
                <a:spcPts val="12880"/>
              </a:lnSpc>
            </a:pPr>
            <a:r>
              <a:rPr lang="en-US" sz="9200" b="1">
                <a:solidFill>
                  <a:srgbClr val="FFFFFF"/>
                </a:solidFill>
                <a:latin typeface="Anca Coder Bold"/>
                <a:ea typeface="Anca Coder Bold"/>
                <a:cs typeface="Anca Coder Bold"/>
                <a:sym typeface="Anca Coder Bold"/>
              </a:rPr>
              <a:t>AI POWERED!</a:t>
            </a:r>
          </a:p>
        </p:txBody>
      </p:sp>
      <p:grpSp>
        <p:nvGrpSpPr>
          <p:cNvPr id="3" name="Group 3"/>
          <p:cNvGrpSpPr/>
          <p:nvPr/>
        </p:nvGrpSpPr>
        <p:grpSpPr>
          <a:xfrm>
            <a:off x="12166116" y="1028700"/>
            <a:ext cx="3703320" cy="8229600"/>
            <a:chOff x="0" y="0"/>
            <a:chExt cx="4937760" cy="10972800"/>
          </a:xfrm>
        </p:grpSpPr>
        <p:sp>
          <p:nvSpPr>
            <p:cNvPr id="4" name="Freeform 4"/>
            <p:cNvSpPr/>
            <p:nvPr/>
          </p:nvSpPr>
          <p:spPr>
            <a:xfrm>
              <a:off x="0" y="0"/>
              <a:ext cx="4937760" cy="10972800"/>
            </a:xfrm>
            <a:custGeom>
              <a:avLst/>
              <a:gdLst/>
              <a:ahLst/>
              <a:cxnLst/>
              <a:rect l="l" t="t" r="r" b="b"/>
              <a:pathLst>
                <a:path w="4937760" h="10972800">
                  <a:moveTo>
                    <a:pt x="0" y="0"/>
                  </a:moveTo>
                  <a:lnTo>
                    <a:pt x="4937760" y="0"/>
                  </a:lnTo>
                  <a:lnTo>
                    <a:pt x="4937760" y="10972800"/>
                  </a:lnTo>
                  <a:lnTo>
                    <a:pt x="0" y="10972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434480" y="4008393"/>
              <a:ext cx="1044448" cy="1081024"/>
              <a:chOff x="0" y="0"/>
              <a:chExt cx="652780" cy="675640"/>
            </a:xfrm>
          </p:grpSpPr>
          <p:sp>
            <p:nvSpPr>
              <p:cNvPr id="6" name="Freeform 6"/>
              <p:cNvSpPr/>
              <p:nvPr/>
            </p:nvSpPr>
            <p:spPr>
              <a:xfrm>
                <a:off x="45720" y="50800"/>
                <a:ext cx="557530" cy="574040"/>
              </a:xfrm>
              <a:custGeom>
                <a:avLst/>
                <a:gdLst/>
                <a:ahLst/>
                <a:cxnLst/>
                <a:rect l="l" t="t" r="r" b="b"/>
                <a:pathLst>
                  <a:path w="557530" h="574040">
                    <a:moveTo>
                      <a:pt x="35560" y="36830"/>
                    </a:moveTo>
                    <a:cubicBezTo>
                      <a:pt x="151130" y="426720"/>
                      <a:pt x="210820" y="521970"/>
                      <a:pt x="203200" y="553720"/>
                    </a:cubicBezTo>
                    <a:cubicBezTo>
                      <a:pt x="200660" y="565150"/>
                      <a:pt x="190500" y="574040"/>
                      <a:pt x="182880" y="574040"/>
                    </a:cubicBezTo>
                    <a:cubicBezTo>
                      <a:pt x="177800" y="574040"/>
                      <a:pt x="165100" y="562610"/>
                      <a:pt x="165100" y="556260"/>
                    </a:cubicBezTo>
                    <a:cubicBezTo>
                      <a:pt x="165100" y="549910"/>
                      <a:pt x="176530" y="546100"/>
                      <a:pt x="181610" y="535940"/>
                    </a:cubicBezTo>
                    <a:cubicBezTo>
                      <a:pt x="189230" y="516890"/>
                      <a:pt x="182880" y="469900"/>
                      <a:pt x="191770" y="439420"/>
                    </a:cubicBezTo>
                    <a:cubicBezTo>
                      <a:pt x="200660" y="408940"/>
                      <a:pt x="220980" y="384810"/>
                      <a:pt x="231140" y="354330"/>
                    </a:cubicBezTo>
                    <a:cubicBezTo>
                      <a:pt x="240030" y="325120"/>
                      <a:pt x="233680" y="279400"/>
                      <a:pt x="247650" y="259080"/>
                    </a:cubicBezTo>
                    <a:cubicBezTo>
                      <a:pt x="256540" y="246380"/>
                      <a:pt x="273050" y="234950"/>
                      <a:pt x="285750" y="237490"/>
                    </a:cubicBezTo>
                    <a:cubicBezTo>
                      <a:pt x="306070" y="242570"/>
                      <a:pt x="320040" y="298450"/>
                      <a:pt x="349250" y="332740"/>
                    </a:cubicBezTo>
                    <a:cubicBezTo>
                      <a:pt x="394970" y="382270"/>
                      <a:pt x="524510" y="462280"/>
                      <a:pt x="543560" y="496570"/>
                    </a:cubicBezTo>
                    <a:cubicBezTo>
                      <a:pt x="549910" y="506730"/>
                      <a:pt x="552450" y="518160"/>
                      <a:pt x="548640" y="523240"/>
                    </a:cubicBezTo>
                    <a:cubicBezTo>
                      <a:pt x="544830" y="528320"/>
                      <a:pt x="527050" y="534670"/>
                      <a:pt x="518160" y="528320"/>
                    </a:cubicBezTo>
                    <a:cubicBezTo>
                      <a:pt x="488950" y="506730"/>
                      <a:pt x="488950" y="281940"/>
                      <a:pt x="471170" y="195580"/>
                    </a:cubicBezTo>
                    <a:cubicBezTo>
                      <a:pt x="461010" y="140970"/>
                      <a:pt x="439420" y="95250"/>
                      <a:pt x="435610" y="60960"/>
                    </a:cubicBezTo>
                    <a:cubicBezTo>
                      <a:pt x="434340" y="39370"/>
                      <a:pt x="431800" y="17780"/>
                      <a:pt x="439420" y="8890"/>
                    </a:cubicBezTo>
                    <a:cubicBezTo>
                      <a:pt x="444500" y="2540"/>
                      <a:pt x="457200" y="0"/>
                      <a:pt x="463550" y="1270"/>
                    </a:cubicBezTo>
                    <a:cubicBezTo>
                      <a:pt x="468630" y="3810"/>
                      <a:pt x="474980" y="10160"/>
                      <a:pt x="474980" y="16510"/>
                    </a:cubicBezTo>
                    <a:cubicBezTo>
                      <a:pt x="476250" y="22860"/>
                      <a:pt x="466090" y="39370"/>
                      <a:pt x="458470" y="40640"/>
                    </a:cubicBezTo>
                    <a:cubicBezTo>
                      <a:pt x="452120" y="41910"/>
                      <a:pt x="435610" y="29210"/>
                      <a:pt x="435610" y="22860"/>
                    </a:cubicBezTo>
                    <a:cubicBezTo>
                      <a:pt x="434340" y="16510"/>
                      <a:pt x="447040" y="1270"/>
                      <a:pt x="454660" y="0"/>
                    </a:cubicBezTo>
                    <a:cubicBezTo>
                      <a:pt x="461010" y="0"/>
                      <a:pt x="468630" y="3810"/>
                      <a:pt x="474980" y="13970"/>
                    </a:cubicBezTo>
                    <a:cubicBezTo>
                      <a:pt x="502920" y="58420"/>
                      <a:pt x="552450" y="388620"/>
                      <a:pt x="556260" y="464820"/>
                    </a:cubicBezTo>
                    <a:cubicBezTo>
                      <a:pt x="557530" y="490220"/>
                      <a:pt x="554990" y="515620"/>
                      <a:pt x="552450" y="515620"/>
                    </a:cubicBezTo>
                    <a:cubicBezTo>
                      <a:pt x="549910" y="516890"/>
                      <a:pt x="544830" y="496570"/>
                      <a:pt x="543560" y="496570"/>
                    </a:cubicBezTo>
                    <a:cubicBezTo>
                      <a:pt x="543560" y="496570"/>
                      <a:pt x="552450" y="516890"/>
                      <a:pt x="548640" y="523240"/>
                    </a:cubicBezTo>
                    <a:cubicBezTo>
                      <a:pt x="544830" y="528320"/>
                      <a:pt x="533400" y="533400"/>
                      <a:pt x="521970" y="530860"/>
                    </a:cubicBezTo>
                    <a:cubicBezTo>
                      <a:pt x="491490" y="524510"/>
                      <a:pt x="412750" y="452120"/>
                      <a:pt x="368300" y="405130"/>
                    </a:cubicBezTo>
                    <a:cubicBezTo>
                      <a:pt x="325120" y="361950"/>
                      <a:pt x="251460" y="279400"/>
                      <a:pt x="257810" y="264160"/>
                    </a:cubicBezTo>
                    <a:cubicBezTo>
                      <a:pt x="260350" y="257810"/>
                      <a:pt x="279400" y="255270"/>
                      <a:pt x="284480" y="260350"/>
                    </a:cubicBezTo>
                    <a:cubicBezTo>
                      <a:pt x="293370" y="269240"/>
                      <a:pt x="279400" y="314960"/>
                      <a:pt x="271780" y="350520"/>
                    </a:cubicBezTo>
                    <a:cubicBezTo>
                      <a:pt x="257810" y="407670"/>
                      <a:pt x="222250" y="535940"/>
                      <a:pt x="201930" y="562610"/>
                    </a:cubicBezTo>
                    <a:cubicBezTo>
                      <a:pt x="195580" y="570230"/>
                      <a:pt x="189230" y="574040"/>
                      <a:pt x="182880" y="574040"/>
                    </a:cubicBezTo>
                    <a:cubicBezTo>
                      <a:pt x="177800" y="574040"/>
                      <a:pt x="172720" y="568960"/>
                      <a:pt x="166370" y="560070"/>
                    </a:cubicBezTo>
                    <a:cubicBezTo>
                      <a:pt x="146050" y="533400"/>
                      <a:pt x="110490" y="419100"/>
                      <a:pt x="93980" y="360680"/>
                    </a:cubicBezTo>
                    <a:cubicBezTo>
                      <a:pt x="81280" y="316230"/>
                      <a:pt x="82550" y="281940"/>
                      <a:pt x="69850" y="238760"/>
                    </a:cubicBezTo>
                    <a:cubicBezTo>
                      <a:pt x="55880" y="189230"/>
                      <a:pt x="21590" y="116840"/>
                      <a:pt x="11430" y="78740"/>
                    </a:cubicBezTo>
                    <a:cubicBezTo>
                      <a:pt x="6350" y="59690"/>
                      <a:pt x="0" y="40640"/>
                      <a:pt x="5080" y="33020"/>
                    </a:cubicBezTo>
                    <a:cubicBezTo>
                      <a:pt x="7620" y="26670"/>
                      <a:pt x="16510" y="22860"/>
                      <a:pt x="21590" y="24130"/>
                    </a:cubicBezTo>
                    <a:cubicBezTo>
                      <a:pt x="27940" y="25400"/>
                      <a:pt x="35560" y="36830"/>
                      <a:pt x="35560" y="36830"/>
                    </a:cubicBezTo>
                  </a:path>
                </a:pathLst>
              </a:custGeom>
              <a:solidFill>
                <a:srgbClr val="EAC02D"/>
              </a:solidFill>
              <a:ln cap="sq">
                <a:noFill/>
                <a:prstDash val="solid"/>
                <a:miter/>
              </a:ln>
            </p:spPr>
          </p:sp>
        </p:grpSp>
        <p:grpSp>
          <p:nvGrpSpPr>
            <p:cNvPr id="7" name="Group 7"/>
            <p:cNvGrpSpPr/>
            <p:nvPr/>
          </p:nvGrpSpPr>
          <p:grpSpPr>
            <a:xfrm>
              <a:off x="1363104" y="3872249"/>
              <a:ext cx="780288" cy="339344"/>
              <a:chOff x="0" y="0"/>
              <a:chExt cx="487680" cy="212090"/>
            </a:xfrm>
          </p:grpSpPr>
          <p:sp>
            <p:nvSpPr>
              <p:cNvPr id="8" name="Freeform 8"/>
              <p:cNvSpPr/>
              <p:nvPr/>
            </p:nvSpPr>
            <p:spPr>
              <a:xfrm>
                <a:off x="50800" y="49530"/>
                <a:ext cx="386080" cy="120650"/>
              </a:xfrm>
              <a:custGeom>
                <a:avLst/>
                <a:gdLst/>
                <a:ahLst/>
                <a:cxnLst/>
                <a:rect l="l" t="t" r="r" b="b"/>
                <a:pathLst>
                  <a:path w="386080" h="120650">
                    <a:moveTo>
                      <a:pt x="13970" y="76200"/>
                    </a:moveTo>
                    <a:cubicBezTo>
                      <a:pt x="377190" y="3810"/>
                      <a:pt x="382270" y="8890"/>
                      <a:pt x="383540" y="13970"/>
                    </a:cubicBezTo>
                    <a:cubicBezTo>
                      <a:pt x="386080" y="20320"/>
                      <a:pt x="381000" y="33020"/>
                      <a:pt x="375920" y="35560"/>
                    </a:cubicBezTo>
                    <a:cubicBezTo>
                      <a:pt x="370840" y="38100"/>
                      <a:pt x="351790" y="34290"/>
                      <a:pt x="349250" y="29210"/>
                    </a:cubicBezTo>
                    <a:cubicBezTo>
                      <a:pt x="346710" y="22860"/>
                      <a:pt x="358140" y="2540"/>
                      <a:pt x="363220" y="1270"/>
                    </a:cubicBezTo>
                    <a:cubicBezTo>
                      <a:pt x="369570" y="0"/>
                      <a:pt x="383540" y="11430"/>
                      <a:pt x="384810" y="17780"/>
                    </a:cubicBezTo>
                    <a:cubicBezTo>
                      <a:pt x="386080" y="24130"/>
                      <a:pt x="381000" y="31750"/>
                      <a:pt x="372110" y="36830"/>
                    </a:cubicBezTo>
                    <a:cubicBezTo>
                      <a:pt x="351790" y="52070"/>
                      <a:pt x="283210" y="62230"/>
                      <a:pt x="231140" y="73660"/>
                    </a:cubicBezTo>
                    <a:cubicBezTo>
                      <a:pt x="167640" y="87630"/>
                      <a:pt x="46990" y="120650"/>
                      <a:pt x="16510" y="111760"/>
                    </a:cubicBezTo>
                    <a:cubicBezTo>
                      <a:pt x="6350" y="107950"/>
                      <a:pt x="0" y="100330"/>
                      <a:pt x="0" y="95250"/>
                    </a:cubicBezTo>
                    <a:cubicBezTo>
                      <a:pt x="0" y="88900"/>
                      <a:pt x="13970" y="76200"/>
                      <a:pt x="13970" y="76200"/>
                    </a:cubicBezTo>
                  </a:path>
                </a:pathLst>
              </a:custGeom>
              <a:solidFill>
                <a:srgbClr val="EAC02D"/>
              </a:solidFill>
              <a:ln cap="sq">
                <a:noFill/>
                <a:prstDash val="solid"/>
                <a:miter/>
              </a:ln>
            </p:spPr>
          </p:sp>
        </p:grpSp>
        <p:grpSp>
          <p:nvGrpSpPr>
            <p:cNvPr id="9" name="Group 9"/>
            <p:cNvGrpSpPr/>
            <p:nvPr/>
          </p:nvGrpSpPr>
          <p:grpSpPr>
            <a:xfrm>
              <a:off x="1621168" y="3929145"/>
              <a:ext cx="329184" cy="940816"/>
              <a:chOff x="0" y="0"/>
              <a:chExt cx="205740" cy="588010"/>
            </a:xfrm>
          </p:grpSpPr>
          <p:sp>
            <p:nvSpPr>
              <p:cNvPr id="10" name="Freeform 10"/>
              <p:cNvSpPr/>
              <p:nvPr/>
            </p:nvSpPr>
            <p:spPr>
              <a:xfrm>
                <a:off x="43180" y="49530"/>
                <a:ext cx="123190" cy="486410"/>
              </a:xfrm>
              <a:custGeom>
                <a:avLst/>
                <a:gdLst/>
                <a:ahLst/>
                <a:cxnLst/>
                <a:rect l="l" t="t" r="r" b="b"/>
                <a:pathLst>
                  <a:path w="123190" h="486410">
                    <a:moveTo>
                      <a:pt x="41910" y="15240"/>
                    </a:moveTo>
                    <a:cubicBezTo>
                      <a:pt x="104140" y="339090"/>
                      <a:pt x="123190" y="435610"/>
                      <a:pt x="111760" y="466090"/>
                    </a:cubicBezTo>
                    <a:cubicBezTo>
                      <a:pt x="106680" y="478790"/>
                      <a:pt x="97790" y="486410"/>
                      <a:pt x="91440" y="486410"/>
                    </a:cubicBezTo>
                    <a:cubicBezTo>
                      <a:pt x="83820" y="486410"/>
                      <a:pt x="72390" y="471170"/>
                      <a:pt x="72390" y="464820"/>
                    </a:cubicBezTo>
                    <a:cubicBezTo>
                      <a:pt x="72390" y="458470"/>
                      <a:pt x="82550" y="449580"/>
                      <a:pt x="88900" y="447040"/>
                    </a:cubicBezTo>
                    <a:cubicBezTo>
                      <a:pt x="93980" y="445770"/>
                      <a:pt x="102870" y="449580"/>
                      <a:pt x="106680" y="453390"/>
                    </a:cubicBezTo>
                    <a:cubicBezTo>
                      <a:pt x="109220" y="457200"/>
                      <a:pt x="113030" y="466090"/>
                      <a:pt x="111760" y="471170"/>
                    </a:cubicBezTo>
                    <a:cubicBezTo>
                      <a:pt x="109220" y="477520"/>
                      <a:pt x="99060" y="486410"/>
                      <a:pt x="92710" y="486410"/>
                    </a:cubicBezTo>
                    <a:cubicBezTo>
                      <a:pt x="86360" y="486410"/>
                      <a:pt x="78740" y="482600"/>
                      <a:pt x="73660" y="473710"/>
                    </a:cubicBezTo>
                    <a:cubicBezTo>
                      <a:pt x="58420" y="447040"/>
                      <a:pt x="69850" y="345440"/>
                      <a:pt x="60960" y="275590"/>
                    </a:cubicBezTo>
                    <a:cubicBezTo>
                      <a:pt x="49530" y="194310"/>
                      <a:pt x="0" y="55880"/>
                      <a:pt x="7620" y="19050"/>
                    </a:cubicBezTo>
                    <a:cubicBezTo>
                      <a:pt x="10160" y="8890"/>
                      <a:pt x="15240" y="1270"/>
                      <a:pt x="20320" y="1270"/>
                    </a:cubicBezTo>
                    <a:cubicBezTo>
                      <a:pt x="26670" y="0"/>
                      <a:pt x="41910" y="15240"/>
                      <a:pt x="41910" y="15240"/>
                    </a:cubicBezTo>
                  </a:path>
                </a:pathLst>
              </a:custGeom>
              <a:solidFill>
                <a:srgbClr val="EAC02D"/>
              </a:solidFill>
              <a:ln cap="sq">
                <a:noFill/>
                <a:prstDash val="solid"/>
                <a:miter/>
              </a:ln>
            </p:spPr>
          </p:sp>
        </p:grpSp>
        <p:grpSp>
          <p:nvGrpSpPr>
            <p:cNvPr id="11" name="Group 11"/>
            <p:cNvGrpSpPr/>
            <p:nvPr/>
          </p:nvGrpSpPr>
          <p:grpSpPr>
            <a:xfrm>
              <a:off x="1521600" y="4620025"/>
              <a:ext cx="827024" cy="258064"/>
              <a:chOff x="0" y="0"/>
              <a:chExt cx="516890" cy="161290"/>
            </a:xfrm>
          </p:grpSpPr>
          <p:sp>
            <p:nvSpPr>
              <p:cNvPr id="12" name="Freeform 12"/>
              <p:cNvSpPr/>
              <p:nvPr/>
            </p:nvSpPr>
            <p:spPr>
              <a:xfrm>
                <a:off x="49530" y="50800"/>
                <a:ext cx="415290" cy="71120"/>
              </a:xfrm>
              <a:custGeom>
                <a:avLst/>
                <a:gdLst/>
                <a:ahLst/>
                <a:cxnLst/>
                <a:rect l="l" t="t" r="r" b="b"/>
                <a:pathLst>
                  <a:path w="415290" h="71120">
                    <a:moveTo>
                      <a:pt x="20320" y="21590"/>
                    </a:moveTo>
                    <a:cubicBezTo>
                      <a:pt x="408940" y="5080"/>
                      <a:pt x="415290" y="15240"/>
                      <a:pt x="415290" y="21590"/>
                    </a:cubicBezTo>
                    <a:cubicBezTo>
                      <a:pt x="415290" y="27940"/>
                      <a:pt x="400050" y="40640"/>
                      <a:pt x="393700" y="40640"/>
                    </a:cubicBezTo>
                    <a:cubicBezTo>
                      <a:pt x="387350" y="39370"/>
                      <a:pt x="374650" y="24130"/>
                      <a:pt x="375920" y="17780"/>
                    </a:cubicBezTo>
                    <a:cubicBezTo>
                      <a:pt x="377190" y="10160"/>
                      <a:pt x="393700" y="0"/>
                      <a:pt x="400050" y="1270"/>
                    </a:cubicBezTo>
                    <a:cubicBezTo>
                      <a:pt x="406400" y="1270"/>
                      <a:pt x="415290" y="12700"/>
                      <a:pt x="415290" y="19050"/>
                    </a:cubicBezTo>
                    <a:cubicBezTo>
                      <a:pt x="415290" y="25400"/>
                      <a:pt x="411480" y="34290"/>
                      <a:pt x="402590" y="39370"/>
                    </a:cubicBezTo>
                    <a:cubicBezTo>
                      <a:pt x="378460" y="52070"/>
                      <a:pt x="281940" y="36830"/>
                      <a:pt x="238760" y="43180"/>
                    </a:cubicBezTo>
                    <a:cubicBezTo>
                      <a:pt x="208280" y="45720"/>
                      <a:pt x="191770" y="55880"/>
                      <a:pt x="161290" y="59690"/>
                    </a:cubicBezTo>
                    <a:cubicBezTo>
                      <a:pt x="120650" y="63500"/>
                      <a:pt x="38100" y="71120"/>
                      <a:pt x="15240" y="58420"/>
                    </a:cubicBezTo>
                    <a:cubicBezTo>
                      <a:pt x="6350" y="54610"/>
                      <a:pt x="0" y="44450"/>
                      <a:pt x="1270" y="38100"/>
                    </a:cubicBezTo>
                    <a:cubicBezTo>
                      <a:pt x="2540" y="31750"/>
                      <a:pt x="20320" y="21590"/>
                      <a:pt x="20320" y="21590"/>
                    </a:cubicBezTo>
                  </a:path>
                </a:pathLst>
              </a:custGeom>
              <a:solidFill>
                <a:srgbClr val="EAC02D"/>
              </a:solidFill>
              <a:ln cap="sq">
                <a:noFill/>
                <a:prstDash val="solid"/>
                <a:miter/>
              </a:ln>
            </p:spPr>
          </p:sp>
        </p:grpSp>
        <p:grpSp>
          <p:nvGrpSpPr>
            <p:cNvPr id="13" name="Group 13"/>
            <p:cNvGrpSpPr/>
            <p:nvPr/>
          </p:nvGrpSpPr>
          <p:grpSpPr>
            <a:xfrm>
              <a:off x="2230768" y="3732041"/>
              <a:ext cx="780288" cy="341376"/>
              <a:chOff x="0" y="0"/>
              <a:chExt cx="487680" cy="213360"/>
            </a:xfrm>
          </p:grpSpPr>
          <p:sp>
            <p:nvSpPr>
              <p:cNvPr id="14" name="Freeform 14"/>
              <p:cNvSpPr/>
              <p:nvPr/>
            </p:nvSpPr>
            <p:spPr>
              <a:xfrm>
                <a:off x="50800" y="44450"/>
                <a:ext cx="387350" cy="125730"/>
              </a:xfrm>
              <a:custGeom>
                <a:avLst/>
                <a:gdLst/>
                <a:ahLst/>
                <a:cxnLst/>
                <a:rect l="l" t="t" r="r" b="b"/>
                <a:pathLst>
                  <a:path w="387350" h="125730">
                    <a:moveTo>
                      <a:pt x="17780" y="81280"/>
                    </a:moveTo>
                    <a:cubicBezTo>
                      <a:pt x="189230" y="62230"/>
                      <a:pt x="326390" y="0"/>
                      <a:pt x="363220" y="6350"/>
                    </a:cubicBezTo>
                    <a:cubicBezTo>
                      <a:pt x="375920" y="8890"/>
                      <a:pt x="384810" y="16510"/>
                      <a:pt x="386080" y="22860"/>
                    </a:cubicBezTo>
                    <a:cubicBezTo>
                      <a:pt x="387350" y="29210"/>
                      <a:pt x="374650" y="44450"/>
                      <a:pt x="368300" y="44450"/>
                    </a:cubicBezTo>
                    <a:cubicBezTo>
                      <a:pt x="361950" y="45720"/>
                      <a:pt x="347980" y="33020"/>
                      <a:pt x="347980" y="25400"/>
                    </a:cubicBezTo>
                    <a:cubicBezTo>
                      <a:pt x="346710" y="19050"/>
                      <a:pt x="360680" y="6350"/>
                      <a:pt x="367030" y="6350"/>
                    </a:cubicBezTo>
                    <a:cubicBezTo>
                      <a:pt x="373380" y="5080"/>
                      <a:pt x="384810" y="13970"/>
                      <a:pt x="386080" y="20320"/>
                    </a:cubicBezTo>
                    <a:cubicBezTo>
                      <a:pt x="387350" y="26670"/>
                      <a:pt x="384810" y="35560"/>
                      <a:pt x="377190" y="41910"/>
                    </a:cubicBezTo>
                    <a:cubicBezTo>
                      <a:pt x="349250" y="64770"/>
                      <a:pt x="198120" y="93980"/>
                      <a:pt x="130810" y="105410"/>
                    </a:cubicBezTo>
                    <a:cubicBezTo>
                      <a:pt x="85090" y="113030"/>
                      <a:pt x="33020" y="125730"/>
                      <a:pt x="13970" y="116840"/>
                    </a:cubicBezTo>
                    <a:cubicBezTo>
                      <a:pt x="5080" y="111760"/>
                      <a:pt x="0" y="102870"/>
                      <a:pt x="0" y="96520"/>
                    </a:cubicBezTo>
                    <a:cubicBezTo>
                      <a:pt x="1270" y="91440"/>
                      <a:pt x="17780" y="81280"/>
                      <a:pt x="17780" y="81280"/>
                    </a:cubicBezTo>
                  </a:path>
                </a:pathLst>
              </a:custGeom>
              <a:solidFill>
                <a:srgbClr val="EAC02D"/>
              </a:solidFill>
              <a:ln cap="sq">
                <a:noFill/>
                <a:prstDash val="solid"/>
                <a:miter/>
              </a:ln>
            </p:spPr>
          </p:sp>
        </p:grpSp>
        <p:grpSp>
          <p:nvGrpSpPr>
            <p:cNvPr id="15" name="Group 15"/>
            <p:cNvGrpSpPr/>
            <p:nvPr/>
          </p:nvGrpSpPr>
          <p:grpSpPr>
            <a:xfrm>
              <a:off x="2521344" y="3839737"/>
              <a:ext cx="386080" cy="879856"/>
              <a:chOff x="0" y="0"/>
              <a:chExt cx="241300" cy="549910"/>
            </a:xfrm>
          </p:grpSpPr>
          <p:sp>
            <p:nvSpPr>
              <p:cNvPr id="16" name="Freeform 16"/>
              <p:cNvSpPr/>
              <p:nvPr/>
            </p:nvSpPr>
            <p:spPr>
              <a:xfrm>
                <a:off x="40640" y="50800"/>
                <a:ext cx="149860" cy="448310"/>
              </a:xfrm>
              <a:custGeom>
                <a:avLst/>
                <a:gdLst/>
                <a:ahLst/>
                <a:cxnLst/>
                <a:rect l="l" t="t" r="r" b="b"/>
                <a:pathLst>
                  <a:path w="149860" h="448310">
                    <a:moveTo>
                      <a:pt x="45720" y="16510"/>
                    </a:moveTo>
                    <a:cubicBezTo>
                      <a:pt x="88900" y="275590"/>
                      <a:pt x="149860" y="393700"/>
                      <a:pt x="148590" y="425450"/>
                    </a:cubicBezTo>
                    <a:cubicBezTo>
                      <a:pt x="148590" y="434340"/>
                      <a:pt x="146050" y="439420"/>
                      <a:pt x="140970" y="443230"/>
                    </a:cubicBezTo>
                    <a:cubicBezTo>
                      <a:pt x="135890" y="447040"/>
                      <a:pt x="121920" y="447040"/>
                      <a:pt x="116840" y="444500"/>
                    </a:cubicBezTo>
                    <a:cubicBezTo>
                      <a:pt x="111760" y="440690"/>
                      <a:pt x="107950" y="433070"/>
                      <a:pt x="107950" y="426720"/>
                    </a:cubicBezTo>
                    <a:cubicBezTo>
                      <a:pt x="109220" y="420370"/>
                      <a:pt x="116840" y="410210"/>
                      <a:pt x="123190" y="407670"/>
                    </a:cubicBezTo>
                    <a:cubicBezTo>
                      <a:pt x="128270" y="406400"/>
                      <a:pt x="138430" y="408940"/>
                      <a:pt x="142240" y="412750"/>
                    </a:cubicBezTo>
                    <a:cubicBezTo>
                      <a:pt x="146050" y="416560"/>
                      <a:pt x="149860" y="430530"/>
                      <a:pt x="146050" y="436880"/>
                    </a:cubicBezTo>
                    <a:cubicBezTo>
                      <a:pt x="143510" y="441960"/>
                      <a:pt x="130810" y="448310"/>
                      <a:pt x="124460" y="447040"/>
                    </a:cubicBezTo>
                    <a:cubicBezTo>
                      <a:pt x="119380" y="447040"/>
                      <a:pt x="115570" y="443230"/>
                      <a:pt x="110490" y="435610"/>
                    </a:cubicBezTo>
                    <a:cubicBezTo>
                      <a:pt x="91440" y="407670"/>
                      <a:pt x="53340" y="280670"/>
                      <a:pt x="36830" y="207010"/>
                    </a:cubicBezTo>
                    <a:cubicBezTo>
                      <a:pt x="21590" y="140970"/>
                      <a:pt x="0" y="44450"/>
                      <a:pt x="10160" y="16510"/>
                    </a:cubicBezTo>
                    <a:cubicBezTo>
                      <a:pt x="12700" y="6350"/>
                      <a:pt x="21590" y="0"/>
                      <a:pt x="27940" y="0"/>
                    </a:cubicBezTo>
                    <a:cubicBezTo>
                      <a:pt x="33020" y="0"/>
                      <a:pt x="45720" y="16510"/>
                      <a:pt x="45720" y="16510"/>
                    </a:cubicBezTo>
                  </a:path>
                </a:pathLst>
              </a:custGeom>
              <a:solidFill>
                <a:srgbClr val="EAC02D"/>
              </a:solidFill>
              <a:ln cap="sq">
                <a:noFill/>
                <a:prstDash val="solid"/>
                <a:miter/>
              </a:ln>
            </p:spPr>
          </p:sp>
        </p:grpSp>
        <p:grpSp>
          <p:nvGrpSpPr>
            <p:cNvPr id="17" name="Group 17"/>
            <p:cNvGrpSpPr/>
            <p:nvPr/>
          </p:nvGrpSpPr>
          <p:grpSpPr>
            <a:xfrm>
              <a:off x="3025280" y="3656857"/>
              <a:ext cx="416560" cy="1007872"/>
              <a:chOff x="0" y="0"/>
              <a:chExt cx="260350" cy="629920"/>
            </a:xfrm>
          </p:grpSpPr>
          <p:sp>
            <p:nvSpPr>
              <p:cNvPr id="18" name="Freeform 18"/>
              <p:cNvSpPr/>
              <p:nvPr/>
            </p:nvSpPr>
            <p:spPr>
              <a:xfrm>
                <a:off x="44450" y="50800"/>
                <a:ext cx="167640" cy="529590"/>
              </a:xfrm>
              <a:custGeom>
                <a:avLst/>
                <a:gdLst/>
                <a:ahLst/>
                <a:cxnLst/>
                <a:rect l="l" t="t" r="r" b="b"/>
                <a:pathLst>
                  <a:path w="167640" h="529590">
                    <a:moveTo>
                      <a:pt x="41910" y="15240"/>
                    </a:moveTo>
                    <a:cubicBezTo>
                      <a:pt x="135890" y="430530"/>
                      <a:pt x="167640" y="481330"/>
                      <a:pt x="165100" y="505460"/>
                    </a:cubicBezTo>
                    <a:cubicBezTo>
                      <a:pt x="163830" y="515620"/>
                      <a:pt x="158750" y="524510"/>
                      <a:pt x="152400" y="527050"/>
                    </a:cubicBezTo>
                    <a:cubicBezTo>
                      <a:pt x="146050" y="528320"/>
                      <a:pt x="128270" y="520700"/>
                      <a:pt x="125730" y="514350"/>
                    </a:cubicBezTo>
                    <a:cubicBezTo>
                      <a:pt x="124460" y="508000"/>
                      <a:pt x="139700" y="488950"/>
                      <a:pt x="146050" y="488950"/>
                    </a:cubicBezTo>
                    <a:cubicBezTo>
                      <a:pt x="152400" y="488950"/>
                      <a:pt x="165100" y="502920"/>
                      <a:pt x="165100" y="510540"/>
                    </a:cubicBezTo>
                    <a:cubicBezTo>
                      <a:pt x="163830" y="516890"/>
                      <a:pt x="154940" y="527050"/>
                      <a:pt x="148590" y="528320"/>
                    </a:cubicBezTo>
                    <a:cubicBezTo>
                      <a:pt x="142240" y="529590"/>
                      <a:pt x="134620" y="525780"/>
                      <a:pt x="127000" y="516890"/>
                    </a:cubicBezTo>
                    <a:cubicBezTo>
                      <a:pt x="96520" y="478790"/>
                      <a:pt x="45720" y="215900"/>
                      <a:pt x="25400" y="125730"/>
                    </a:cubicBezTo>
                    <a:cubicBezTo>
                      <a:pt x="15240" y="77470"/>
                      <a:pt x="0" y="33020"/>
                      <a:pt x="6350" y="13970"/>
                    </a:cubicBezTo>
                    <a:cubicBezTo>
                      <a:pt x="8890" y="6350"/>
                      <a:pt x="16510" y="1270"/>
                      <a:pt x="22860" y="0"/>
                    </a:cubicBezTo>
                    <a:cubicBezTo>
                      <a:pt x="29210" y="0"/>
                      <a:pt x="41910" y="15240"/>
                      <a:pt x="41910" y="15240"/>
                    </a:cubicBezTo>
                  </a:path>
                </a:pathLst>
              </a:custGeom>
              <a:solidFill>
                <a:srgbClr val="EAC02D"/>
              </a:solidFill>
              <a:ln cap="sq">
                <a:noFill/>
                <a:prstDash val="solid"/>
                <a:miter/>
              </a:ln>
            </p:spPr>
          </p:sp>
        </p:grpSp>
        <p:grpSp>
          <p:nvGrpSpPr>
            <p:cNvPr id="19" name="Group 19"/>
            <p:cNvGrpSpPr/>
            <p:nvPr/>
          </p:nvGrpSpPr>
          <p:grpSpPr>
            <a:xfrm>
              <a:off x="3173616" y="3890537"/>
              <a:ext cx="644144" cy="365760"/>
              <a:chOff x="0" y="0"/>
              <a:chExt cx="402590" cy="228600"/>
            </a:xfrm>
          </p:grpSpPr>
          <p:sp>
            <p:nvSpPr>
              <p:cNvPr id="20" name="Freeform 20"/>
              <p:cNvSpPr/>
              <p:nvPr/>
            </p:nvSpPr>
            <p:spPr>
              <a:xfrm>
                <a:off x="49530" y="49530"/>
                <a:ext cx="303530" cy="133350"/>
              </a:xfrm>
              <a:custGeom>
                <a:avLst/>
                <a:gdLst/>
                <a:ahLst/>
                <a:cxnLst/>
                <a:rect l="l" t="t" r="r" b="b"/>
                <a:pathLst>
                  <a:path w="303530" h="133350">
                    <a:moveTo>
                      <a:pt x="13970" y="91440"/>
                    </a:moveTo>
                    <a:cubicBezTo>
                      <a:pt x="292100" y="2540"/>
                      <a:pt x="299720" y="8890"/>
                      <a:pt x="300990" y="15240"/>
                    </a:cubicBezTo>
                    <a:cubicBezTo>
                      <a:pt x="303530" y="22860"/>
                      <a:pt x="293370" y="40640"/>
                      <a:pt x="287020" y="41910"/>
                    </a:cubicBezTo>
                    <a:cubicBezTo>
                      <a:pt x="279400" y="43180"/>
                      <a:pt x="262890" y="31750"/>
                      <a:pt x="261620" y="25400"/>
                    </a:cubicBezTo>
                    <a:cubicBezTo>
                      <a:pt x="260350" y="19050"/>
                      <a:pt x="271780" y="2540"/>
                      <a:pt x="279400" y="1270"/>
                    </a:cubicBezTo>
                    <a:cubicBezTo>
                      <a:pt x="285750" y="0"/>
                      <a:pt x="298450" y="7620"/>
                      <a:pt x="300990" y="13970"/>
                    </a:cubicBezTo>
                    <a:cubicBezTo>
                      <a:pt x="303530" y="20320"/>
                      <a:pt x="298450" y="31750"/>
                      <a:pt x="288290" y="40640"/>
                    </a:cubicBezTo>
                    <a:cubicBezTo>
                      <a:pt x="257810" y="69850"/>
                      <a:pt x="60960" y="133350"/>
                      <a:pt x="22860" y="128270"/>
                    </a:cubicBezTo>
                    <a:cubicBezTo>
                      <a:pt x="11430" y="125730"/>
                      <a:pt x="3810" y="119380"/>
                      <a:pt x="1270" y="113030"/>
                    </a:cubicBezTo>
                    <a:cubicBezTo>
                      <a:pt x="0" y="106680"/>
                      <a:pt x="13970" y="91440"/>
                      <a:pt x="13970" y="91440"/>
                    </a:cubicBezTo>
                  </a:path>
                </a:pathLst>
              </a:custGeom>
              <a:solidFill>
                <a:srgbClr val="EAC02D"/>
              </a:solidFill>
              <a:ln cap="sq">
                <a:noFill/>
                <a:prstDash val="solid"/>
                <a:miter/>
              </a:ln>
            </p:spPr>
          </p:sp>
        </p:grpSp>
        <p:grpSp>
          <p:nvGrpSpPr>
            <p:cNvPr id="21" name="Group 21"/>
            <p:cNvGrpSpPr/>
            <p:nvPr/>
          </p:nvGrpSpPr>
          <p:grpSpPr>
            <a:xfrm>
              <a:off x="3498736" y="3476009"/>
              <a:ext cx="361696" cy="1026160"/>
              <a:chOff x="0" y="0"/>
              <a:chExt cx="226060" cy="641350"/>
            </a:xfrm>
          </p:grpSpPr>
          <p:sp>
            <p:nvSpPr>
              <p:cNvPr id="22" name="Freeform 22"/>
              <p:cNvSpPr/>
              <p:nvPr/>
            </p:nvSpPr>
            <p:spPr>
              <a:xfrm>
                <a:off x="39370" y="50800"/>
                <a:ext cx="139700" cy="541020"/>
              </a:xfrm>
              <a:custGeom>
                <a:avLst/>
                <a:gdLst/>
                <a:ahLst/>
                <a:cxnLst/>
                <a:rect l="l" t="t" r="r" b="b"/>
                <a:pathLst>
                  <a:path w="139700" h="541020">
                    <a:moveTo>
                      <a:pt x="45720" y="17780"/>
                    </a:moveTo>
                    <a:cubicBezTo>
                      <a:pt x="92710" y="372110"/>
                      <a:pt x="139700" y="480060"/>
                      <a:pt x="133350" y="515620"/>
                    </a:cubicBezTo>
                    <a:cubicBezTo>
                      <a:pt x="132080" y="528320"/>
                      <a:pt x="125730" y="538480"/>
                      <a:pt x="119380" y="539750"/>
                    </a:cubicBezTo>
                    <a:cubicBezTo>
                      <a:pt x="113030" y="541020"/>
                      <a:pt x="97790" y="529590"/>
                      <a:pt x="96520" y="523240"/>
                    </a:cubicBezTo>
                    <a:cubicBezTo>
                      <a:pt x="95250" y="516890"/>
                      <a:pt x="107950" y="502920"/>
                      <a:pt x="114300" y="501650"/>
                    </a:cubicBezTo>
                    <a:cubicBezTo>
                      <a:pt x="119380" y="501650"/>
                      <a:pt x="133350" y="513080"/>
                      <a:pt x="134620" y="519430"/>
                    </a:cubicBezTo>
                    <a:cubicBezTo>
                      <a:pt x="135890" y="525780"/>
                      <a:pt x="127000" y="537210"/>
                      <a:pt x="121920" y="538480"/>
                    </a:cubicBezTo>
                    <a:cubicBezTo>
                      <a:pt x="116840" y="541020"/>
                      <a:pt x="109220" y="541020"/>
                      <a:pt x="104140" y="535940"/>
                    </a:cubicBezTo>
                    <a:cubicBezTo>
                      <a:pt x="82550" y="515620"/>
                      <a:pt x="59690" y="379730"/>
                      <a:pt x="44450" y="295910"/>
                    </a:cubicBezTo>
                    <a:cubicBezTo>
                      <a:pt x="27940" y="207010"/>
                      <a:pt x="0" y="54610"/>
                      <a:pt x="11430" y="17780"/>
                    </a:cubicBezTo>
                    <a:cubicBezTo>
                      <a:pt x="13970" y="7620"/>
                      <a:pt x="20320" y="1270"/>
                      <a:pt x="26670" y="0"/>
                    </a:cubicBezTo>
                    <a:cubicBezTo>
                      <a:pt x="31750" y="0"/>
                      <a:pt x="45720" y="17780"/>
                      <a:pt x="45720" y="17780"/>
                    </a:cubicBezTo>
                  </a:path>
                </a:pathLst>
              </a:custGeom>
              <a:solidFill>
                <a:srgbClr val="EAC02D"/>
              </a:solidFill>
              <a:ln cap="sq">
                <a:noFill/>
                <a:prstDash val="solid"/>
                <a:miter/>
              </a:ln>
            </p:spPr>
          </p:sp>
        </p:grpSp>
        <p:grpSp>
          <p:nvGrpSpPr>
            <p:cNvPr id="23" name="Group 23"/>
            <p:cNvGrpSpPr/>
            <p:nvPr/>
          </p:nvGrpSpPr>
          <p:grpSpPr>
            <a:xfrm>
              <a:off x="1899552" y="4841513"/>
              <a:ext cx="1018032" cy="1117600"/>
              <a:chOff x="0" y="0"/>
              <a:chExt cx="636270" cy="698500"/>
            </a:xfrm>
          </p:grpSpPr>
          <p:sp>
            <p:nvSpPr>
              <p:cNvPr id="24" name="Freeform 24"/>
              <p:cNvSpPr/>
              <p:nvPr/>
            </p:nvSpPr>
            <p:spPr>
              <a:xfrm>
                <a:off x="50800" y="46990"/>
                <a:ext cx="535940" cy="600710"/>
              </a:xfrm>
              <a:custGeom>
                <a:avLst/>
                <a:gdLst/>
                <a:ahLst/>
                <a:cxnLst/>
                <a:rect l="l" t="t" r="r" b="b"/>
                <a:pathLst>
                  <a:path w="535940" h="600710">
                    <a:moveTo>
                      <a:pt x="0" y="582930"/>
                    </a:moveTo>
                    <a:cubicBezTo>
                      <a:pt x="16510" y="411480"/>
                      <a:pt x="57150" y="339090"/>
                      <a:pt x="76200" y="271780"/>
                    </a:cubicBezTo>
                    <a:cubicBezTo>
                      <a:pt x="93980" y="207010"/>
                      <a:pt x="102870" y="121920"/>
                      <a:pt x="119380" y="73660"/>
                    </a:cubicBezTo>
                    <a:cubicBezTo>
                      <a:pt x="129540" y="43180"/>
                      <a:pt x="139700" y="12700"/>
                      <a:pt x="151130" y="5080"/>
                    </a:cubicBezTo>
                    <a:cubicBezTo>
                      <a:pt x="157480" y="0"/>
                      <a:pt x="165100" y="1270"/>
                      <a:pt x="172720" y="3810"/>
                    </a:cubicBezTo>
                    <a:cubicBezTo>
                      <a:pt x="187960" y="10160"/>
                      <a:pt x="210820" y="33020"/>
                      <a:pt x="231140" y="58420"/>
                    </a:cubicBezTo>
                    <a:cubicBezTo>
                      <a:pt x="264160" y="100330"/>
                      <a:pt x="290830" y="181610"/>
                      <a:pt x="334010" y="243840"/>
                    </a:cubicBezTo>
                    <a:cubicBezTo>
                      <a:pt x="381000" y="312420"/>
                      <a:pt x="473710" y="400050"/>
                      <a:pt x="505460" y="450850"/>
                    </a:cubicBezTo>
                    <a:cubicBezTo>
                      <a:pt x="520700" y="476250"/>
                      <a:pt x="535940" y="499110"/>
                      <a:pt x="533400" y="513080"/>
                    </a:cubicBezTo>
                    <a:cubicBezTo>
                      <a:pt x="530860" y="520700"/>
                      <a:pt x="521970" y="528320"/>
                      <a:pt x="515620" y="528320"/>
                    </a:cubicBezTo>
                    <a:cubicBezTo>
                      <a:pt x="510540" y="529590"/>
                      <a:pt x="500380" y="527050"/>
                      <a:pt x="497840" y="521970"/>
                    </a:cubicBezTo>
                    <a:cubicBezTo>
                      <a:pt x="495300" y="515620"/>
                      <a:pt x="501650" y="492760"/>
                      <a:pt x="508000" y="490220"/>
                    </a:cubicBezTo>
                    <a:cubicBezTo>
                      <a:pt x="513080" y="488950"/>
                      <a:pt x="532130" y="504190"/>
                      <a:pt x="533400" y="510540"/>
                    </a:cubicBezTo>
                    <a:cubicBezTo>
                      <a:pt x="533400" y="516890"/>
                      <a:pt x="523240" y="527050"/>
                      <a:pt x="518160" y="528320"/>
                    </a:cubicBezTo>
                    <a:cubicBezTo>
                      <a:pt x="511810" y="529590"/>
                      <a:pt x="506730" y="528320"/>
                      <a:pt x="500380" y="523240"/>
                    </a:cubicBezTo>
                    <a:cubicBezTo>
                      <a:pt x="483870" y="510540"/>
                      <a:pt x="463550" y="459740"/>
                      <a:pt x="439420" y="426720"/>
                    </a:cubicBezTo>
                    <a:cubicBezTo>
                      <a:pt x="408940" y="384810"/>
                      <a:pt x="367030" y="349250"/>
                      <a:pt x="328930" y="297180"/>
                    </a:cubicBezTo>
                    <a:cubicBezTo>
                      <a:pt x="278130" y="228600"/>
                      <a:pt x="208280" y="40640"/>
                      <a:pt x="170180" y="46990"/>
                    </a:cubicBezTo>
                    <a:cubicBezTo>
                      <a:pt x="133350" y="52070"/>
                      <a:pt x="123190" y="234950"/>
                      <a:pt x="97790" y="312420"/>
                    </a:cubicBezTo>
                    <a:cubicBezTo>
                      <a:pt x="78740" y="373380"/>
                      <a:pt x="46990" y="422910"/>
                      <a:pt x="36830" y="473710"/>
                    </a:cubicBezTo>
                    <a:cubicBezTo>
                      <a:pt x="29210" y="514350"/>
                      <a:pt x="44450" y="568960"/>
                      <a:pt x="34290" y="586740"/>
                    </a:cubicBezTo>
                    <a:cubicBezTo>
                      <a:pt x="30480" y="595630"/>
                      <a:pt x="21590" y="600710"/>
                      <a:pt x="15240" y="600710"/>
                    </a:cubicBezTo>
                    <a:cubicBezTo>
                      <a:pt x="10160" y="599440"/>
                      <a:pt x="0" y="582930"/>
                      <a:pt x="0" y="582930"/>
                    </a:cubicBezTo>
                  </a:path>
                </a:pathLst>
              </a:custGeom>
              <a:solidFill>
                <a:srgbClr val="EAC02D"/>
              </a:solidFill>
              <a:ln cap="sq">
                <a:noFill/>
                <a:prstDash val="solid"/>
                <a:miter/>
              </a:ln>
            </p:spPr>
          </p:sp>
        </p:grpSp>
        <p:grpSp>
          <p:nvGrpSpPr>
            <p:cNvPr id="25" name="Group 25"/>
            <p:cNvGrpSpPr/>
            <p:nvPr/>
          </p:nvGrpSpPr>
          <p:grpSpPr>
            <a:xfrm>
              <a:off x="1995056" y="5264169"/>
              <a:ext cx="629920" cy="345440"/>
              <a:chOff x="0" y="0"/>
              <a:chExt cx="393700" cy="215900"/>
            </a:xfrm>
          </p:grpSpPr>
          <p:sp>
            <p:nvSpPr>
              <p:cNvPr id="26" name="Freeform 26"/>
              <p:cNvSpPr/>
              <p:nvPr/>
            </p:nvSpPr>
            <p:spPr>
              <a:xfrm>
                <a:off x="48260" y="48260"/>
                <a:ext cx="297180" cy="121920"/>
              </a:xfrm>
              <a:custGeom>
                <a:avLst/>
                <a:gdLst/>
                <a:ahLst/>
                <a:cxnLst/>
                <a:rect l="l" t="t" r="r" b="b"/>
                <a:pathLst>
                  <a:path w="297180" h="121920">
                    <a:moveTo>
                      <a:pt x="13970" y="78740"/>
                    </a:moveTo>
                    <a:cubicBezTo>
                      <a:pt x="259080" y="15240"/>
                      <a:pt x="264160" y="2540"/>
                      <a:pt x="273050" y="2540"/>
                    </a:cubicBezTo>
                    <a:cubicBezTo>
                      <a:pt x="279400" y="1270"/>
                      <a:pt x="287020" y="3810"/>
                      <a:pt x="290830" y="8890"/>
                    </a:cubicBezTo>
                    <a:cubicBezTo>
                      <a:pt x="294640" y="13970"/>
                      <a:pt x="297180" y="29210"/>
                      <a:pt x="293370" y="34290"/>
                    </a:cubicBezTo>
                    <a:cubicBezTo>
                      <a:pt x="288290" y="39370"/>
                      <a:pt x="262890" y="39370"/>
                      <a:pt x="259080" y="34290"/>
                    </a:cubicBezTo>
                    <a:cubicBezTo>
                      <a:pt x="255270" y="29210"/>
                      <a:pt x="264160" y="6350"/>
                      <a:pt x="270510" y="2540"/>
                    </a:cubicBezTo>
                    <a:cubicBezTo>
                      <a:pt x="275590" y="0"/>
                      <a:pt x="285750" y="2540"/>
                      <a:pt x="289560" y="7620"/>
                    </a:cubicBezTo>
                    <a:cubicBezTo>
                      <a:pt x="293370" y="11430"/>
                      <a:pt x="297180" y="24130"/>
                      <a:pt x="294640" y="31750"/>
                    </a:cubicBezTo>
                    <a:cubicBezTo>
                      <a:pt x="288290" y="43180"/>
                      <a:pt x="267970" y="53340"/>
                      <a:pt x="243840" y="63500"/>
                    </a:cubicBezTo>
                    <a:cubicBezTo>
                      <a:pt x="196850" y="82550"/>
                      <a:pt x="57150" y="121920"/>
                      <a:pt x="22860" y="115570"/>
                    </a:cubicBezTo>
                    <a:cubicBezTo>
                      <a:pt x="11430" y="113030"/>
                      <a:pt x="3810" y="107950"/>
                      <a:pt x="2540" y="101600"/>
                    </a:cubicBezTo>
                    <a:cubicBezTo>
                      <a:pt x="0" y="95250"/>
                      <a:pt x="13970" y="78740"/>
                      <a:pt x="13970" y="78740"/>
                    </a:cubicBezTo>
                  </a:path>
                </a:pathLst>
              </a:custGeom>
              <a:solidFill>
                <a:srgbClr val="EAC02D"/>
              </a:solidFill>
              <a:ln cap="sq">
                <a:noFill/>
                <a:prstDash val="solid"/>
                <a:miter/>
              </a:ln>
            </p:spPr>
          </p:sp>
        </p:grpSp>
        <p:grpSp>
          <p:nvGrpSpPr>
            <p:cNvPr id="27" name="Group 27"/>
            <p:cNvGrpSpPr/>
            <p:nvPr/>
          </p:nvGrpSpPr>
          <p:grpSpPr>
            <a:xfrm>
              <a:off x="2728608" y="4605801"/>
              <a:ext cx="774192" cy="375920"/>
              <a:chOff x="0" y="0"/>
              <a:chExt cx="483870" cy="234950"/>
            </a:xfrm>
          </p:grpSpPr>
          <p:sp>
            <p:nvSpPr>
              <p:cNvPr id="28" name="Freeform 28"/>
              <p:cNvSpPr/>
              <p:nvPr/>
            </p:nvSpPr>
            <p:spPr>
              <a:xfrm>
                <a:off x="48260" y="45720"/>
                <a:ext cx="384810" cy="139700"/>
              </a:xfrm>
              <a:custGeom>
                <a:avLst/>
                <a:gdLst/>
                <a:ahLst/>
                <a:cxnLst/>
                <a:rect l="l" t="t" r="r" b="b"/>
                <a:pathLst>
                  <a:path w="384810" h="139700">
                    <a:moveTo>
                      <a:pt x="12700" y="105410"/>
                    </a:moveTo>
                    <a:cubicBezTo>
                      <a:pt x="347980" y="1270"/>
                      <a:pt x="368300" y="0"/>
                      <a:pt x="377190" y="6350"/>
                    </a:cubicBezTo>
                    <a:cubicBezTo>
                      <a:pt x="383540" y="11430"/>
                      <a:pt x="384810" y="21590"/>
                      <a:pt x="383540" y="27940"/>
                    </a:cubicBezTo>
                    <a:cubicBezTo>
                      <a:pt x="381000" y="33020"/>
                      <a:pt x="370840" y="39370"/>
                      <a:pt x="364490" y="38100"/>
                    </a:cubicBezTo>
                    <a:cubicBezTo>
                      <a:pt x="359410" y="36830"/>
                      <a:pt x="347980" y="24130"/>
                      <a:pt x="349250" y="17780"/>
                    </a:cubicBezTo>
                    <a:cubicBezTo>
                      <a:pt x="350520" y="12700"/>
                      <a:pt x="369570" y="3810"/>
                      <a:pt x="375920" y="5080"/>
                    </a:cubicBezTo>
                    <a:cubicBezTo>
                      <a:pt x="381000" y="7620"/>
                      <a:pt x="384810" y="20320"/>
                      <a:pt x="383540" y="25400"/>
                    </a:cubicBezTo>
                    <a:cubicBezTo>
                      <a:pt x="383540" y="30480"/>
                      <a:pt x="379730" y="34290"/>
                      <a:pt x="372110" y="38100"/>
                    </a:cubicBezTo>
                    <a:cubicBezTo>
                      <a:pt x="354330" y="46990"/>
                      <a:pt x="298450" y="44450"/>
                      <a:pt x="252730" y="57150"/>
                    </a:cubicBezTo>
                    <a:cubicBezTo>
                      <a:pt x="187960" y="73660"/>
                      <a:pt x="58420" y="139700"/>
                      <a:pt x="22860" y="138430"/>
                    </a:cubicBezTo>
                    <a:cubicBezTo>
                      <a:pt x="12700" y="137160"/>
                      <a:pt x="3810" y="133350"/>
                      <a:pt x="2540" y="128270"/>
                    </a:cubicBezTo>
                    <a:cubicBezTo>
                      <a:pt x="0" y="123190"/>
                      <a:pt x="12700" y="105410"/>
                      <a:pt x="12700" y="105410"/>
                    </a:cubicBezTo>
                  </a:path>
                </a:pathLst>
              </a:custGeom>
              <a:solidFill>
                <a:srgbClr val="EAC02D"/>
              </a:solidFill>
              <a:ln cap="sq">
                <a:noFill/>
                <a:prstDash val="solid"/>
                <a:miter/>
              </a:ln>
            </p:spPr>
          </p:sp>
        </p:grpSp>
        <p:grpSp>
          <p:nvGrpSpPr>
            <p:cNvPr id="29" name="Group 29"/>
            <p:cNvGrpSpPr/>
            <p:nvPr/>
          </p:nvGrpSpPr>
          <p:grpSpPr>
            <a:xfrm>
              <a:off x="3013088" y="4697241"/>
              <a:ext cx="345440" cy="1009904"/>
              <a:chOff x="0" y="0"/>
              <a:chExt cx="215900" cy="631190"/>
            </a:xfrm>
          </p:grpSpPr>
          <p:sp>
            <p:nvSpPr>
              <p:cNvPr id="30" name="Freeform 30"/>
              <p:cNvSpPr/>
              <p:nvPr/>
            </p:nvSpPr>
            <p:spPr>
              <a:xfrm>
                <a:off x="39370" y="50800"/>
                <a:ext cx="132080" cy="530860"/>
              </a:xfrm>
              <a:custGeom>
                <a:avLst/>
                <a:gdLst/>
                <a:ahLst/>
                <a:cxnLst/>
                <a:rect l="l" t="t" r="r" b="b"/>
                <a:pathLst>
                  <a:path w="132080" h="530860">
                    <a:moveTo>
                      <a:pt x="49530" y="19050"/>
                    </a:moveTo>
                    <a:cubicBezTo>
                      <a:pt x="73660" y="261620"/>
                      <a:pt x="106680" y="330200"/>
                      <a:pt x="116840" y="387350"/>
                    </a:cubicBezTo>
                    <a:cubicBezTo>
                      <a:pt x="124460" y="431800"/>
                      <a:pt x="132080" y="485140"/>
                      <a:pt x="124460" y="508000"/>
                    </a:cubicBezTo>
                    <a:cubicBezTo>
                      <a:pt x="121920" y="519430"/>
                      <a:pt x="115570" y="525780"/>
                      <a:pt x="109220" y="528320"/>
                    </a:cubicBezTo>
                    <a:cubicBezTo>
                      <a:pt x="104140" y="530860"/>
                      <a:pt x="93980" y="528320"/>
                      <a:pt x="90170" y="524510"/>
                    </a:cubicBezTo>
                    <a:cubicBezTo>
                      <a:pt x="85090" y="519430"/>
                      <a:pt x="82550" y="505460"/>
                      <a:pt x="85090" y="499110"/>
                    </a:cubicBezTo>
                    <a:cubicBezTo>
                      <a:pt x="86360" y="494030"/>
                      <a:pt x="95250" y="487680"/>
                      <a:pt x="100330" y="487680"/>
                    </a:cubicBezTo>
                    <a:cubicBezTo>
                      <a:pt x="106680" y="487680"/>
                      <a:pt x="119380" y="494030"/>
                      <a:pt x="123190" y="499110"/>
                    </a:cubicBezTo>
                    <a:cubicBezTo>
                      <a:pt x="125730" y="504190"/>
                      <a:pt x="125730" y="514350"/>
                      <a:pt x="121920" y="519430"/>
                    </a:cubicBezTo>
                    <a:cubicBezTo>
                      <a:pt x="118110" y="524510"/>
                      <a:pt x="105410" y="529590"/>
                      <a:pt x="97790" y="528320"/>
                    </a:cubicBezTo>
                    <a:cubicBezTo>
                      <a:pt x="92710" y="527050"/>
                      <a:pt x="87630" y="523240"/>
                      <a:pt x="83820" y="515620"/>
                    </a:cubicBezTo>
                    <a:cubicBezTo>
                      <a:pt x="74930" y="495300"/>
                      <a:pt x="85090" y="430530"/>
                      <a:pt x="76200" y="387350"/>
                    </a:cubicBezTo>
                    <a:cubicBezTo>
                      <a:pt x="68580" y="339090"/>
                      <a:pt x="41910" y="295910"/>
                      <a:pt x="30480" y="241300"/>
                    </a:cubicBezTo>
                    <a:cubicBezTo>
                      <a:pt x="17780" y="175260"/>
                      <a:pt x="0" y="52070"/>
                      <a:pt x="11430" y="19050"/>
                    </a:cubicBezTo>
                    <a:cubicBezTo>
                      <a:pt x="15240" y="7620"/>
                      <a:pt x="21590" y="1270"/>
                      <a:pt x="27940" y="0"/>
                    </a:cubicBezTo>
                    <a:cubicBezTo>
                      <a:pt x="34290" y="0"/>
                      <a:pt x="49530" y="19050"/>
                      <a:pt x="49530" y="19050"/>
                    </a:cubicBezTo>
                  </a:path>
                </a:pathLst>
              </a:custGeom>
              <a:solidFill>
                <a:srgbClr val="EAC02D"/>
              </a:solidFill>
              <a:ln cap="sq">
                <a:noFill/>
                <a:prstDash val="solid"/>
                <a:miter/>
              </a:ln>
            </p:spPr>
          </p:sp>
        </p:grpSp>
        <p:grpSp>
          <p:nvGrpSpPr>
            <p:cNvPr id="31" name="Group 31"/>
            <p:cNvGrpSpPr/>
            <p:nvPr/>
          </p:nvGrpSpPr>
          <p:grpSpPr>
            <a:xfrm>
              <a:off x="2948064" y="5359673"/>
              <a:ext cx="753872" cy="398272"/>
              <a:chOff x="0" y="0"/>
              <a:chExt cx="471170" cy="248920"/>
            </a:xfrm>
          </p:grpSpPr>
          <p:sp>
            <p:nvSpPr>
              <p:cNvPr id="32" name="Freeform 32"/>
              <p:cNvSpPr/>
              <p:nvPr/>
            </p:nvSpPr>
            <p:spPr>
              <a:xfrm>
                <a:off x="50800" y="49530"/>
                <a:ext cx="369570" cy="153670"/>
              </a:xfrm>
              <a:custGeom>
                <a:avLst/>
                <a:gdLst/>
                <a:ahLst/>
                <a:cxnLst/>
                <a:rect l="l" t="t" r="r" b="b"/>
                <a:pathLst>
                  <a:path w="369570" h="153670">
                    <a:moveTo>
                      <a:pt x="16510" y="110490"/>
                    </a:moveTo>
                    <a:cubicBezTo>
                      <a:pt x="359410" y="3810"/>
                      <a:pt x="368300" y="15240"/>
                      <a:pt x="368300" y="21590"/>
                    </a:cubicBezTo>
                    <a:cubicBezTo>
                      <a:pt x="368300" y="27940"/>
                      <a:pt x="359410" y="40640"/>
                      <a:pt x="353060" y="41910"/>
                    </a:cubicBezTo>
                    <a:cubicBezTo>
                      <a:pt x="346710" y="43180"/>
                      <a:pt x="328930" y="33020"/>
                      <a:pt x="327660" y="26670"/>
                    </a:cubicBezTo>
                    <a:cubicBezTo>
                      <a:pt x="326390" y="19050"/>
                      <a:pt x="337820" y="2540"/>
                      <a:pt x="344170" y="1270"/>
                    </a:cubicBezTo>
                    <a:cubicBezTo>
                      <a:pt x="351790" y="0"/>
                      <a:pt x="367030" y="12700"/>
                      <a:pt x="368300" y="20320"/>
                    </a:cubicBezTo>
                    <a:cubicBezTo>
                      <a:pt x="369570" y="26670"/>
                      <a:pt x="364490" y="34290"/>
                      <a:pt x="355600" y="40640"/>
                    </a:cubicBezTo>
                    <a:cubicBezTo>
                      <a:pt x="325120" y="64770"/>
                      <a:pt x="175260" y="105410"/>
                      <a:pt x="113030" y="124460"/>
                    </a:cubicBezTo>
                    <a:cubicBezTo>
                      <a:pt x="73660" y="135890"/>
                      <a:pt x="35560" y="153670"/>
                      <a:pt x="17780" y="148590"/>
                    </a:cubicBezTo>
                    <a:cubicBezTo>
                      <a:pt x="7620" y="146050"/>
                      <a:pt x="0" y="135890"/>
                      <a:pt x="0" y="129540"/>
                    </a:cubicBezTo>
                    <a:cubicBezTo>
                      <a:pt x="0" y="123190"/>
                      <a:pt x="16510" y="110490"/>
                      <a:pt x="16510" y="110490"/>
                    </a:cubicBezTo>
                  </a:path>
                </a:pathLst>
              </a:custGeom>
              <a:solidFill>
                <a:srgbClr val="EAC02D"/>
              </a:solidFill>
              <a:ln cap="sq">
                <a:noFill/>
                <a:prstDash val="solid"/>
                <a:miter/>
              </a:ln>
            </p:spPr>
          </p:sp>
        </p:grpSp>
        <p:grpSp>
          <p:nvGrpSpPr>
            <p:cNvPr id="33" name="Group 33"/>
            <p:cNvGrpSpPr/>
            <p:nvPr/>
          </p:nvGrpSpPr>
          <p:grpSpPr>
            <a:xfrm>
              <a:off x="3549536" y="4441209"/>
              <a:ext cx="270256" cy="774192"/>
              <a:chOff x="0" y="0"/>
              <a:chExt cx="168910" cy="483870"/>
            </a:xfrm>
          </p:grpSpPr>
          <p:sp>
            <p:nvSpPr>
              <p:cNvPr id="34" name="Freeform 34"/>
              <p:cNvSpPr/>
              <p:nvPr/>
            </p:nvSpPr>
            <p:spPr>
              <a:xfrm>
                <a:off x="35560" y="49530"/>
                <a:ext cx="86360" cy="382270"/>
              </a:xfrm>
              <a:custGeom>
                <a:avLst/>
                <a:gdLst/>
                <a:ahLst/>
                <a:cxnLst/>
                <a:rect l="l" t="t" r="r" b="b"/>
                <a:pathLst>
                  <a:path w="86360" h="382270">
                    <a:moveTo>
                      <a:pt x="53340" y="19050"/>
                    </a:moveTo>
                    <a:cubicBezTo>
                      <a:pt x="57150" y="193040"/>
                      <a:pt x="77470" y="269240"/>
                      <a:pt x="80010" y="311150"/>
                    </a:cubicBezTo>
                    <a:cubicBezTo>
                      <a:pt x="82550" y="335280"/>
                      <a:pt x="86360" y="355600"/>
                      <a:pt x="80010" y="368300"/>
                    </a:cubicBezTo>
                    <a:cubicBezTo>
                      <a:pt x="76200" y="375920"/>
                      <a:pt x="66040" y="382270"/>
                      <a:pt x="59690" y="382270"/>
                    </a:cubicBezTo>
                    <a:cubicBezTo>
                      <a:pt x="53340" y="382270"/>
                      <a:pt x="45720" y="377190"/>
                      <a:pt x="43180" y="372110"/>
                    </a:cubicBezTo>
                    <a:cubicBezTo>
                      <a:pt x="40640" y="365760"/>
                      <a:pt x="41910" y="351790"/>
                      <a:pt x="45720" y="346710"/>
                    </a:cubicBezTo>
                    <a:cubicBezTo>
                      <a:pt x="50800" y="342900"/>
                      <a:pt x="64770" y="340360"/>
                      <a:pt x="69850" y="342900"/>
                    </a:cubicBezTo>
                    <a:cubicBezTo>
                      <a:pt x="76200" y="345440"/>
                      <a:pt x="81280" y="353060"/>
                      <a:pt x="81280" y="359410"/>
                    </a:cubicBezTo>
                    <a:cubicBezTo>
                      <a:pt x="81280" y="365760"/>
                      <a:pt x="74930" y="378460"/>
                      <a:pt x="68580" y="381000"/>
                    </a:cubicBezTo>
                    <a:cubicBezTo>
                      <a:pt x="62230" y="382270"/>
                      <a:pt x="48260" y="378460"/>
                      <a:pt x="41910" y="368300"/>
                    </a:cubicBezTo>
                    <a:cubicBezTo>
                      <a:pt x="15240" y="330200"/>
                      <a:pt x="0" y="62230"/>
                      <a:pt x="15240" y="19050"/>
                    </a:cubicBezTo>
                    <a:cubicBezTo>
                      <a:pt x="19050" y="7620"/>
                      <a:pt x="25400" y="1270"/>
                      <a:pt x="31750" y="1270"/>
                    </a:cubicBezTo>
                    <a:cubicBezTo>
                      <a:pt x="38100" y="0"/>
                      <a:pt x="53340" y="19050"/>
                      <a:pt x="53340" y="19050"/>
                    </a:cubicBezTo>
                  </a:path>
                </a:pathLst>
              </a:custGeom>
              <a:solidFill>
                <a:srgbClr val="EAC02D"/>
              </a:solidFill>
              <a:ln cap="sq">
                <a:noFill/>
                <a:prstDash val="solid"/>
                <a:miter/>
              </a:ln>
            </p:spPr>
          </p:sp>
        </p:grpSp>
        <p:grpSp>
          <p:nvGrpSpPr>
            <p:cNvPr id="35" name="Group 35"/>
            <p:cNvGrpSpPr/>
            <p:nvPr/>
          </p:nvGrpSpPr>
          <p:grpSpPr>
            <a:xfrm>
              <a:off x="3602368" y="5182889"/>
              <a:ext cx="268224" cy="286512"/>
              <a:chOff x="0" y="0"/>
              <a:chExt cx="167640" cy="179070"/>
            </a:xfrm>
          </p:grpSpPr>
          <p:sp>
            <p:nvSpPr>
              <p:cNvPr id="36" name="Freeform 36"/>
              <p:cNvSpPr/>
              <p:nvPr/>
            </p:nvSpPr>
            <p:spPr>
              <a:xfrm>
                <a:off x="50800" y="48260"/>
                <a:ext cx="66040" cy="81280"/>
              </a:xfrm>
              <a:custGeom>
                <a:avLst/>
                <a:gdLst/>
                <a:ahLst/>
                <a:cxnLst/>
                <a:rect l="l" t="t" r="r" b="b"/>
                <a:pathLst>
                  <a:path w="66040" h="81280">
                    <a:moveTo>
                      <a:pt x="33020" y="6350"/>
                    </a:moveTo>
                    <a:cubicBezTo>
                      <a:pt x="64770" y="71120"/>
                      <a:pt x="54610" y="78740"/>
                      <a:pt x="48260" y="78740"/>
                    </a:cubicBezTo>
                    <a:cubicBezTo>
                      <a:pt x="41910" y="80010"/>
                      <a:pt x="29210" y="73660"/>
                      <a:pt x="27940" y="67310"/>
                    </a:cubicBezTo>
                    <a:cubicBezTo>
                      <a:pt x="26670" y="60960"/>
                      <a:pt x="39370" y="40640"/>
                      <a:pt x="45720" y="40640"/>
                    </a:cubicBezTo>
                    <a:cubicBezTo>
                      <a:pt x="52070" y="39370"/>
                      <a:pt x="64770" y="54610"/>
                      <a:pt x="66040" y="60960"/>
                    </a:cubicBezTo>
                    <a:cubicBezTo>
                      <a:pt x="66040" y="67310"/>
                      <a:pt x="55880" y="77470"/>
                      <a:pt x="50800" y="78740"/>
                    </a:cubicBezTo>
                    <a:cubicBezTo>
                      <a:pt x="45720" y="81280"/>
                      <a:pt x="38100" y="78740"/>
                      <a:pt x="33020" y="73660"/>
                    </a:cubicBezTo>
                    <a:cubicBezTo>
                      <a:pt x="21590" y="66040"/>
                      <a:pt x="0" y="34290"/>
                      <a:pt x="0" y="20320"/>
                    </a:cubicBezTo>
                    <a:cubicBezTo>
                      <a:pt x="0" y="12700"/>
                      <a:pt x="5080" y="5080"/>
                      <a:pt x="11430" y="2540"/>
                    </a:cubicBezTo>
                    <a:cubicBezTo>
                      <a:pt x="16510" y="0"/>
                      <a:pt x="33020" y="6350"/>
                      <a:pt x="33020" y="6350"/>
                    </a:cubicBezTo>
                  </a:path>
                </a:pathLst>
              </a:custGeom>
              <a:solidFill>
                <a:srgbClr val="EAC02D"/>
              </a:solidFill>
              <a:ln cap="sq">
                <a:noFill/>
                <a:prstDash val="solid"/>
                <a:miter/>
              </a:ln>
            </p:spPr>
          </p:sp>
        </p:grpSp>
      </p:grpSp>
      <p:sp>
        <p:nvSpPr>
          <p:cNvPr id="37" name="TextBox 37"/>
          <p:cNvSpPr txBox="1"/>
          <p:nvPr/>
        </p:nvSpPr>
        <p:spPr>
          <a:xfrm>
            <a:off x="1028700" y="2419310"/>
            <a:ext cx="12769870" cy="5562600"/>
          </a:xfrm>
          <a:prstGeom prst="rect">
            <a:avLst/>
          </a:prstGeom>
        </p:spPr>
        <p:txBody>
          <a:bodyPr lIns="0" tIns="0" rIns="0" bIns="0" rtlCol="0" anchor="t">
            <a:spAutoFit/>
          </a:bodyPr>
          <a:lstStyle/>
          <a:p>
            <a:pPr marL="1295400" lvl="1" indent="-647700" algn="l">
              <a:lnSpc>
                <a:spcPts val="15000"/>
              </a:lnSpc>
              <a:buAutoNum type="arabicPeriod"/>
            </a:pPr>
            <a:r>
              <a:rPr lang="en-US" sz="6000" b="1">
                <a:solidFill>
                  <a:srgbClr val="FFFFFF"/>
                </a:solidFill>
                <a:latin typeface="Codec Pro Bold"/>
                <a:ea typeface="Codec Pro Bold"/>
                <a:cs typeface="Codec Pro Bold"/>
                <a:sym typeface="Codec Pro Bold"/>
              </a:rPr>
              <a:t>What is the use case?</a:t>
            </a:r>
          </a:p>
          <a:p>
            <a:pPr marL="1295400" lvl="1" indent="-647700" algn="l">
              <a:lnSpc>
                <a:spcPts val="15000"/>
              </a:lnSpc>
              <a:buAutoNum type="arabicPeriod"/>
            </a:pPr>
            <a:r>
              <a:rPr lang="en-US" sz="6000" b="1">
                <a:solidFill>
                  <a:srgbClr val="FFFFFF"/>
                </a:solidFill>
                <a:latin typeface="Codec Pro Bold"/>
                <a:ea typeface="Codec Pro Bold"/>
                <a:cs typeface="Codec Pro Bold"/>
                <a:sym typeface="Codec Pro Bold"/>
              </a:rPr>
              <a:t>How was it trained?</a:t>
            </a:r>
          </a:p>
          <a:p>
            <a:pPr marL="1295400" lvl="1" indent="-647700" algn="l">
              <a:lnSpc>
                <a:spcPts val="15000"/>
              </a:lnSpc>
              <a:buAutoNum type="arabicPeriod"/>
            </a:pPr>
            <a:r>
              <a:rPr lang="en-US" sz="6000" b="1">
                <a:solidFill>
                  <a:srgbClr val="FFFFFF"/>
                </a:solidFill>
                <a:latin typeface="Codec Pro Bold"/>
                <a:ea typeface="Codec Pro Bold"/>
                <a:cs typeface="Codec Pro Bold"/>
                <a:sym typeface="Codec Pro Bold"/>
              </a:rPr>
              <a:t>How was it tested?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11">
            <a:extLst>
              <a:ext uri="{FF2B5EF4-FFF2-40B4-BE49-F238E27FC236}">
                <a16:creationId xmlns:a16="http://schemas.microsoft.com/office/drawing/2014/main" id="{C2E645EB-535F-41BA-9DD2-219ACBEB13BB}"/>
              </a:ext>
            </a:extLst>
          </p:cNvPr>
          <p:cNvGrpSpPr/>
          <p:nvPr/>
        </p:nvGrpSpPr>
        <p:grpSpPr>
          <a:xfrm>
            <a:off x="13781270" y="398729"/>
            <a:ext cx="801421" cy="801421"/>
            <a:chOff x="0" y="0"/>
            <a:chExt cx="812800" cy="812800"/>
          </a:xfrm>
        </p:grpSpPr>
        <p:sp>
          <p:nvSpPr>
            <p:cNvPr id="56" name="Freeform 12">
              <a:extLst>
                <a:ext uri="{FF2B5EF4-FFF2-40B4-BE49-F238E27FC236}">
                  <a16:creationId xmlns:a16="http://schemas.microsoft.com/office/drawing/2014/main" id="{8FDF540F-09F6-45AE-8AF8-B7835F1028F3}"/>
                </a:ext>
              </a:extLst>
            </p:cNvPr>
            <p:cNvSpPr/>
            <p:nvPr/>
          </p:nvSpPr>
          <p:spPr>
            <a:xfrm>
              <a:off x="0" y="0"/>
              <a:ext cx="812800" cy="812800"/>
            </a:xfrm>
            <a:custGeom>
              <a:avLst/>
              <a:gdLst/>
              <a:ahLst/>
              <a:cxnLst/>
              <a:rect l="l" t="t" r="r" b="b"/>
              <a:pathLst>
                <a:path w="812800" h="812800">
                  <a:moveTo>
                    <a:pt x="157067" y="0"/>
                  </a:moveTo>
                  <a:lnTo>
                    <a:pt x="655733" y="0"/>
                  </a:lnTo>
                  <a:cubicBezTo>
                    <a:pt x="697390" y="0"/>
                    <a:pt x="737340" y="16548"/>
                    <a:pt x="766796" y="46004"/>
                  </a:cubicBezTo>
                  <a:cubicBezTo>
                    <a:pt x="796252" y="75460"/>
                    <a:pt x="812800" y="115410"/>
                    <a:pt x="812800" y="157067"/>
                  </a:cubicBezTo>
                  <a:lnTo>
                    <a:pt x="812800" y="655733"/>
                  </a:lnTo>
                  <a:cubicBezTo>
                    <a:pt x="812800" y="697390"/>
                    <a:pt x="796252" y="737340"/>
                    <a:pt x="766796" y="766796"/>
                  </a:cubicBezTo>
                  <a:cubicBezTo>
                    <a:pt x="737340" y="796252"/>
                    <a:pt x="697390" y="812800"/>
                    <a:pt x="655733" y="812800"/>
                  </a:cubicBezTo>
                  <a:lnTo>
                    <a:pt x="157067" y="812800"/>
                  </a:lnTo>
                  <a:cubicBezTo>
                    <a:pt x="115410" y="812800"/>
                    <a:pt x="75460" y="796252"/>
                    <a:pt x="46004" y="766796"/>
                  </a:cubicBezTo>
                  <a:cubicBezTo>
                    <a:pt x="16548" y="737340"/>
                    <a:pt x="0" y="697390"/>
                    <a:pt x="0" y="655733"/>
                  </a:cubicBezTo>
                  <a:lnTo>
                    <a:pt x="0" y="157067"/>
                  </a:lnTo>
                  <a:cubicBezTo>
                    <a:pt x="0" y="115410"/>
                    <a:pt x="16548" y="75460"/>
                    <a:pt x="46004" y="46004"/>
                  </a:cubicBezTo>
                  <a:cubicBezTo>
                    <a:pt x="75460" y="16548"/>
                    <a:pt x="115410" y="0"/>
                    <a:pt x="157067" y="0"/>
                  </a:cubicBezTo>
                  <a:close/>
                </a:path>
              </a:pathLst>
            </a:custGeom>
            <a:solidFill>
              <a:srgbClr val="8B7D6B"/>
            </a:solidFill>
          </p:spPr>
        </p:sp>
        <p:sp>
          <p:nvSpPr>
            <p:cNvPr id="57" name="TextBox 13">
              <a:extLst>
                <a:ext uri="{FF2B5EF4-FFF2-40B4-BE49-F238E27FC236}">
                  <a16:creationId xmlns:a16="http://schemas.microsoft.com/office/drawing/2014/main" id="{E3B601DA-188F-4425-9431-D6E2431A1361}"/>
                </a:ext>
              </a:extLst>
            </p:cNvPr>
            <p:cNvSpPr txBox="1"/>
            <p:nvPr/>
          </p:nvSpPr>
          <p:spPr>
            <a:xfrm>
              <a:off x="0" y="-28575"/>
              <a:ext cx="812800" cy="841375"/>
            </a:xfrm>
            <a:prstGeom prst="rect">
              <a:avLst/>
            </a:prstGeom>
          </p:spPr>
          <p:txBody>
            <a:bodyPr lIns="50800" tIns="50800" rIns="50800" bIns="50800" rtlCol="0" anchor="ctr"/>
            <a:lstStyle/>
            <a:p>
              <a:pPr algn="ctr">
                <a:lnSpc>
                  <a:spcPts val="2100"/>
                </a:lnSpc>
              </a:pPr>
              <a:r>
                <a:rPr lang="en-US" sz="1400" dirty="0">
                  <a:solidFill>
                    <a:srgbClr val="FFFFFF"/>
                  </a:solidFill>
                  <a:latin typeface="Canva Sans Bold"/>
                  <a:ea typeface="Canva Sans Bold"/>
                  <a:cs typeface="Canva Sans Bold"/>
                  <a:sym typeface="Canva Sans Bold"/>
                </a:rPr>
                <a:t>Ground</a:t>
              </a:r>
            </a:p>
          </p:txBody>
        </p:sp>
      </p:grpSp>
      <p:grpSp>
        <p:nvGrpSpPr>
          <p:cNvPr id="58" name="Group 14">
            <a:extLst>
              <a:ext uri="{FF2B5EF4-FFF2-40B4-BE49-F238E27FC236}">
                <a16:creationId xmlns:a16="http://schemas.microsoft.com/office/drawing/2014/main" id="{FAD9087A-3DEC-4519-9650-000210765955}"/>
              </a:ext>
            </a:extLst>
          </p:cNvPr>
          <p:cNvGrpSpPr/>
          <p:nvPr/>
        </p:nvGrpSpPr>
        <p:grpSpPr>
          <a:xfrm>
            <a:off x="14777405" y="398729"/>
            <a:ext cx="801421" cy="801421"/>
            <a:chOff x="0" y="0"/>
            <a:chExt cx="812800" cy="812800"/>
          </a:xfrm>
        </p:grpSpPr>
        <p:sp>
          <p:nvSpPr>
            <p:cNvPr id="59" name="Freeform 15">
              <a:extLst>
                <a:ext uri="{FF2B5EF4-FFF2-40B4-BE49-F238E27FC236}">
                  <a16:creationId xmlns:a16="http://schemas.microsoft.com/office/drawing/2014/main" id="{A6A5A9FB-6C9D-4558-8AA9-B8CA6EB4A8B3}"/>
                </a:ext>
              </a:extLst>
            </p:cNvPr>
            <p:cNvSpPr/>
            <p:nvPr/>
          </p:nvSpPr>
          <p:spPr>
            <a:xfrm>
              <a:off x="0" y="0"/>
              <a:ext cx="812800" cy="812800"/>
            </a:xfrm>
            <a:custGeom>
              <a:avLst/>
              <a:gdLst/>
              <a:ahLst/>
              <a:cxnLst/>
              <a:rect l="l" t="t" r="r" b="b"/>
              <a:pathLst>
                <a:path w="812800" h="812800">
                  <a:moveTo>
                    <a:pt x="157067" y="0"/>
                  </a:moveTo>
                  <a:lnTo>
                    <a:pt x="655733" y="0"/>
                  </a:lnTo>
                  <a:cubicBezTo>
                    <a:pt x="697390" y="0"/>
                    <a:pt x="737340" y="16548"/>
                    <a:pt x="766796" y="46004"/>
                  </a:cubicBezTo>
                  <a:cubicBezTo>
                    <a:pt x="796252" y="75460"/>
                    <a:pt x="812800" y="115410"/>
                    <a:pt x="812800" y="157067"/>
                  </a:cubicBezTo>
                  <a:lnTo>
                    <a:pt x="812800" y="655733"/>
                  </a:lnTo>
                  <a:cubicBezTo>
                    <a:pt x="812800" y="697390"/>
                    <a:pt x="796252" y="737340"/>
                    <a:pt x="766796" y="766796"/>
                  </a:cubicBezTo>
                  <a:cubicBezTo>
                    <a:pt x="737340" y="796252"/>
                    <a:pt x="697390" y="812800"/>
                    <a:pt x="655733" y="812800"/>
                  </a:cubicBezTo>
                  <a:lnTo>
                    <a:pt x="157067" y="812800"/>
                  </a:lnTo>
                  <a:cubicBezTo>
                    <a:pt x="115410" y="812800"/>
                    <a:pt x="75460" y="796252"/>
                    <a:pt x="46004" y="766796"/>
                  </a:cubicBezTo>
                  <a:cubicBezTo>
                    <a:pt x="16548" y="737340"/>
                    <a:pt x="0" y="697390"/>
                    <a:pt x="0" y="655733"/>
                  </a:cubicBezTo>
                  <a:lnTo>
                    <a:pt x="0" y="157067"/>
                  </a:lnTo>
                  <a:cubicBezTo>
                    <a:pt x="0" y="115410"/>
                    <a:pt x="16548" y="75460"/>
                    <a:pt x="46004" y="46004"/>
                  </a:cubicBezTo>
                  <a:cubicBezTo>
                    <a:pt x="75460" y="16548"/>
                    <a:pt x="115410" y="0"/>
                    <a:pt x="157067" y="0"/>
                  </a:cubicBezTo>
                  <a:close/>
                </a:path>
              </a:pathLst>
            </a:custGeom>
            <a:solidFill>
              <a:srgbClr val="98F5FF"/>
            </a:solidFill>
          </p:spPr>
        </p:sp>
        <p:sp>
          <p:nvSpPr>
            <p:cNvPr id="60" name="TextBox 16">
              <a:extLst>
                <a:ext uri="{FF2B5EF4-FFF2-40B4-BE49-F238E27FC236}">
                  <a16:creationId xmlns:a16="http://schemas.microsoft.com/office/drawing/2014/main" id="{E0CCBBE7-7E20-4B7F-B2A0-DA27CFAC470F}"/>
                </a:ext>
              </a:extLst>
            </p:cNvPr>
            <p:cNvSpPr txBox="1"/>
            <p:nvPr/>
          </p:nvSpPr>
          <p:spPr>
            <a:xfrm>
              <a:off x="0" y="-28575"/>
              <a:ext cx="812800" cy="841375"/>
            </a:xfrm>
            <a:prstGeom prst="rect">
              <a:avLst/>
            </a:prstGeom>
          </p:spPr>
          <p:txBody>
            <a:bodyPr lIns="50800" tIns="50800" rIns="50800" bIns="50800" rtlCol="0" anchor="ctr"/>
            <a:lstStyle/>
            <a:p>
              <a:pPr algn="ctr">
                <a:lnSpc>
                  <a:spcPts val="2100"/>
                </a:lnSpc>
              </a:pPr>
              <a:r>
                <a:rPr lang="en-US" sz="1500">
                  <a:solidFill>
                    <a:srgbClr val="000000"/>
                  </a:solidFill>
                  <a:latin typeface="Canva Sans Bold"/>
                  <a:ea typeface="Canva Sans Bold"/>
                  <a:cs typeface="Canva Sans Bold"/>
                  <a:sym typeface="Canva Sans Bold"/>
                </a:rPr>
                <a:t>Tree Move</a:t>
              </a:r>
            </a:p>
          </p:txBody>
        </p:sp>
      </p:grpSp>
      <p:grpSp>
        <p:nvGrpSpPr>
          <p:cNvPr id="61" name="Group 17">
            <a:extLst>
              <a:ext uri="{FF2B5EF4-FFF2-40B4-BE49-F238E27FC236}">
                <a16:creationId xmlns:a16="http://schemas.microsoft.com/office/drawing/2014/main" id="{43DB4563-38F2-41B0-B45F-980E1D56B4D1}"/>
              </a:ext>
            </a:extLst>
          </p:cNvPr>
          <p:cNvGrpSpPr/>
          <p:nvPr/>
        </p:nvGrpSpPr>
        <p:grpSpPr>
          <a:xfrm>
            <a:off x="16761232" y="398729"/>
            <a:ext cx="801421" cy="801421"/>
            <a:chOff x="0" y="0"/>
            <a:chExt cx="812800" cy="812800"/>
          </a:xfrm>
        </p:grpSpPr>
        <p:sp>
          <p:nvSpPr>
            <p:cNvPr id="62" name="Freeform 18">
              <a:extLst>
                <a:ext uri="{FF2B5EF4-FFF2-40B4-BE49-F238E27FC236}">
                  <a16:creationId xmlns:a16="http://schemas.microsoft.com/office/drawing/2014/main" id="{B208C3E2-3E7C-4E9B-B563-2F328CC62F5A}"/>
                </a:ext>
              </a:extLst>
            </p:cNvPr>
            <p:cNvSpPr/>
            <p:nvPr/>
          </p:nvSpPr>
          <p:spPr>
            <a:xfrm>
              <a:off x="0" y="0"/>
              <a:ext cx="812800" cy="812800"/>
            </a:xfrm>
            <a:custGeom>
              <a:avLst/>
              <a:gdLst/>
              <a:ahLst/>
              <a:cxnLst/>
              <a:rect l="l" t="t" r="r" b="b"/>
              <a:pathLst>
                <a:path w="812800" h="812800">
                  <a:moveTo>
                    <a:pt x="157067" y="0"/>
                  </a:moveTo>
                  <a:lnTo>
                    <a:pt x="655733" y="0"/>
                  </a:lnTo>
                  <a:cubicBezTo>
                    <a:pt x="697390" y="0"/>
                    <a:pt x="737340" y="16548"/>
                    <a:pt x="766796" y="46004"/>
                  </a:cubicBezTo>
                  <a:cubicBezTo>
                    <a:pt x="796252" y="75460"/>
                    <a:pt x="812800" y="115410"/>
                    <a:pt x="812800" y="157067"/>
                  </a:cubicBezTo>
                  <a:lnTo>
                    <a:pt x="812800" y="655733"/>
                  </a:lnTo>
                  <a:cubicBezTo>
                    <a:pt x="812800" y="697390"/>
                    <a:pt x="796252" y="737340"/>
                    <a:pt x="766796" y="766796"/>
                  </a:cubicBezTo>
                  <a:cubicBezTo>
                    <a:pt x="737340" y="796252"/>
                    <a:pt x="697390" y="812800"/>
                    <a:pt x="655733" y="812800"/>
                  </a:cubicBezTo>
                  <a:lnTo>
                    <a:pt x="157067" y="812800"/>
                  </a:lnTo>
                  <a:cubicBezTo>
                    <a:pt x="115410" y="812800"/>
                    <a:pt x="75460" y="796252"/>
                    <a:pt x="46004" y="766796"/>
                  </a:cubicBezTo>
                  <a:cubicBezTo>
                    <a:pt x="16548" y="737340"/>
                    <a:pt x="0" y="697390"/>
                    <a:pt x="0" y="655733"/>
                  </a:cubicBezTo>
                  <a:lnTo>
                    <a:pt x="0" y="157067"/>
                  </a:lnTo>
                  <a:cubicBezTo>
                    <a:pt x="0" y="115410"/>
                    <a:pt x="16548" y="75460"/>
                    <a:pt x="46004" y="46004"/>
                  </a:cubicBezTo>
                  <a:cubicBezTo>
                    <a:pt x="75460" y="16548"/>
                    <a:pt x="115410" y="0"/>
                    <a:pt x="157067" y="0"/>
                  </a:cubicBezTo>
                  <a:close/>
                </a:path>
              </a:pathLst>
            </a:custGeom>
            <a:solidFill>
              <a:srgbClr val="8FBC8F"/>
            </a:solidFill>
          </p:spPr>
        </p:sp>
        <p:sp>
          <p:nvSpPr>
            <p:cNvPr id="63" name="TextBox 19">
              <a:extLst>
                <a:ext uri="{FF2B5EF4-FFF2-40B4-BE49-F238E27FC236}">
                  <a16:creationId xmlns:a16="http://schemas.microsoft.com/office/drawing/2014/main" id="{C6F9C016-60A0-4C1B-A7D6-BA4D72E3C412}"/>
                </a:ext>
              </a:extLst>
            </p:cNvPr>
            <p:cNvSpPr txBox="1"/>
            <p:nvPr/>
          </p:nvSpPr>
          <p:spPr>
            <a:xfrm>
              <a:off x="0" y="-28575"/>
              <a:ext cx="812800" cy="841375"/>
            </a:xfrm>
            <a:prstGeom prst="rect">
              <a:avLst/>
            </a:prstGeom>
          </p:spPr>
          <p:txBody>
            <a:bodyPr lIns="50800" tIns="50800" rIns="50800" bIns="50800" rtlCol="0" anchor="ctr"/>
            <a:lstStyle/>
            <a:p>
              <a:pPr algn="ctr">
                <a:lnSpc>
                  <a:spcPts val="2100"/>
                </a:lnSpc>
              </a:pPr>
              <a:r>
                <a:rPr lang="en-US" sz="1500">
                  <a:solidFill>
                    <a:srgbClr val="FFFFFF"/>
                  </a:solidFill>
                  <a:latin typeface="Canva Sans Bold"/>
                  <a:ea typeface="Canva Sans Bold"/>
                  <a:cs typeface="Canva Sans Bold"/>
                  <a:sym typeface="Canva Sans Bold"/>
                </a:rPr>
                <a:t>Tree Still</a:t>
              </a:r>
            </a:p>
          </p:txBody>
        </p:sp>
      </p:grpSp>
      <p:grpSp>
        <p:nvGrpSpPr>
          <p:cNvPr id="64" name="Group 20">
            <a:extLst>
              <a:ext uri="{FF2B5EF4-FFF2-40B4-BE49-F238E27FC236}">
                <a16:creationId xmlns:a16="http://schemas.microsoft.com/office/drawing/2014/main" id="{F99E2E6F-F4A4-4A3E-98D0-8FB0053883D4}"/>
              </a:ext>
            </a:extLst>
          </p:cNvPr>
          <p:cNvGrpSpPr/>
          <p:nvPr/>
        </p:nvGrpSpPr>
        <p:grpSpPr>
          <a:xfrm>
            <a:off x="15773541" y="398729"/>
            <a:ext cx="801421" cy="801421"/>
            <a:chOff x="0" y="0"/>
            <a:chExt cx="812800" cy="812800"/>
          </a:xfrm>
        </p:grpSpPr>
        <p:sp>
          <p:nvSpPr>
            <p:cNvPr id="65" name="Freeform 21">
              <a:extLst>
                <a:ext uri="{FF2B5EF4-FFF2-40B4-BE49-F238E27FC236}">
                  <a16:creationId xmlns:a16="http://schemas.microsoft.com/office/drawing/2014/main" id="{94640933-E4EB-4809-A278-684C740E4C9F}"/>
                </a:ext>
              </a:extLst>
            </p:cNvPr>
            <p:cNvSpPr/>
            <p:nvPr/>
          </p:nvSpPr>
          <p:spPr>
            <a:xfrm>
              <a:off x="0" y="0"/>
              <a:ext cx="812800" cy="812800"/>
            </a:xfrm>
            <a:custGeom>
              <a:avLst/>
              <a:gdLst/>
              <a:ahLst/>
              <a:cxnLst/>
              <a:rect l="l" t="t" r="r" b="b"/>
              <a:pathLst>
                <a:path w="812800" h="812800">
                  <a:moveTo>
                    <a:pt x="157067" y="0"/>
                  </a:moveTo>
                  <a:lnTo>
                    <a:pt x="655733" y="0"/>
                  </a:lnTo>
                  <a:cubicBezTo>
                    <a:pt x="697390" y="0"/>
                    <a:pt x="737340" y="16548"/>
                    <a:pt x="766796" y="46004"/>
                  </a:cubicBezTo>
                  <a:cubicBezTo>
                    <a:pt x="796252" y="75460"/>
                    <a:pt x="812800" y="115410"/>
                    <a:pt x="812800" y="157067"/>
                  </a:cubicBezTo>
                  <a:lnTo>
                    <a:pt x="812800" y="655733"/>
                  </a:lnTo>
                  <a:cubicBezTo>
                    <a:pt x="812800" y="697390"/>
                    <a:pt x="796252" y="737340"/>
                    <a:pt x="766796" y="766796"/>
                  </a:cubicBezTo>
                  <a:cubicBezTo>
                    <a:pt x="737340" y="796252"/>
                    <a:pt x="697390" y="812800"/>
                    <a:pt x="655733" y="812800"/>
                  </a:cubicBezTo>
                  <a:lnTo>
                    <a:pt x="157067" y="812800"/>
                  </a:lnTo>
                  <a:cubicBezTo>
                    <a:pt x="115410" y="812800"/>
                    <a:pt x="75460" y="796252"/>
                    <a:pt x="46004" y="766796"/>
                  </a:cubicBezTo>
                  <a:cubicBezTo>
                    <a:pt x="16548" y="737340"/>
                    <a:pt x="0" y="697390"/>
                    <a:pt x="0" y="655733"/>
                  </a:cubicBezTo>
                  <a:lnTo>
                    <a:pt x="0" y="157067"/>
                  </a:lnTo>
                  <a:cubicBezTo>
                    <a:pt x="0" y="115410"/>
                    <a:pt x="16548" y="75460"/>
                    <a:pt x="46004" y="46004"/>
                  </a:cubicBezTo>
                  <a:cubicBezTo>
                    <a:pt x="75460" y="16548"/>
                    <a:pt x="115410" y="0"/>
                    <a:pt x="157067" y="0"/>
                  </a:cubicBezTo>
                  <a:close/>
                </a:path>
              </a:pathLst>
            </a:custGeom>
            <a:solidFill>
              <a:srgbClr val="EAC02D"/>
            </a:solidFill>
          </p:spPr>
        </p:sp>
        <p:sp>
          <p:nvSpPr>
            <p:cNvPr id="66" name="TextBox 22">
              <a:extLst>
                <a:ext uri="{FF2B5EF4-FFF2-40B4-BE49-F238E27FC236}">
                  <a16:creationId xmlns:a16="http://schemas.microsoft.com/office/drawing/2014/main" id="{F550B5FC-43C7-4A4E-9D8E-6277999FB5BE}"/>
                </a:ext>
              </a:extLst>
            </p:cNvPr>
            <p:cNvSpPr txBox="1"/>
            <p:nvPr/>
          </p:nvSpPr>
          <p:spPr>
            <a:xfrm>
              <a:off x="0" y="-28575"/>
              <a:ext cx="812800" cy="841375"/>
            </a:xfrm>
            <a:prstGeom prst="rect">
              <a:avLst/>
            </a:prstGeom>
          </p:spPr>
          <p:txBody>
            <a:bodyPr lIns="50800" tIns="50800" rIns="50800" bIns="50800" rtlCol="0" anchor="ctr"/>
            <a:lstStyle/>
            <a:p>
              <a:pPr algn="ctr">
                <a:lnSpc>
                  <a:spcPts val="2100"/>
                </a:lnSpc>
              </a:pPr>
              <a:r>
                <a:rPr lang="en-US" sz="1500">
                  <a:solidFill>
                    <a:srgbClr val="FFFFFF"/>
                  </a:solidFill>
                  <a:latin typeface="Canva Sans Bold"/>
                  <a:ea typeface="Canva Sans Bold"/>
                  <a:cs typeface="Canva Sans Bold"/>
                  <a:sym typeface="Canva Sans Bold"/>
                </a:rPr>
                <a:t>Walk</a:t>
              </a:r>
            </a:p>
          </p:txBody>
        </p:sp>
      </p:grpSp>
      <p:sp>
        <p:nvSpPr>
          <p:cNvPr id="84" name="Freeform 23">
            <a:extLst>
              <a:ext uri="{FF2B5EF4-FFF2-40B4-BE49-F238E27FC236}">
                <a16:creationId xmlns:a16="http://schemas.microsoft.com/office/drawing/2014/main" id="{E1A41DF3-4949-4B8E-8684-A9F1D786E4D8}"/>
              </a:ext>
            </a:extLst>
          </p:cNvPr>
          <p:cNvSpPr/>
          <p:nvPr/>
        </p:nvSpPr>
        <p:spPr>
          <a:xfrm rot="1212569" flipH="1">
            <a:off x="-1213692" y="2485853"/>
            <a:ext cx="9882380" cy="13684867"/>
          </a:xfrm>
          <a:custGeom>
            <a:avLst/>
            <a:gdLst/>
            <a:ahLst/>
            <a:cxnLst/>
            <a:rect l="l" t="t" r="r" b="b"/>
            <a:pathLst>
              <a:path w="10219185" h="13345220">
                <a:moveTo>
                  <a:pt x="10219185" y="0"/>
                </a:moveTo>
                <a:lnTo>
                  <a:pt x="0" y="0"/>
                </a:lnTo>
                <a:lnTo>
                  <a:pt x="0" y="13345219"/>
                </a:lnTo>
                <a:lnTo>
                  <a:pt x="10219185" y="13345219"/>
                </a:lnTo>
                <a:lnTo>
                  <a:pt x="10219185" y="0"/>
                </a:lnTo>
                <a:close/>
              </a:path>
            </a:pathLst>
          </a:custGeom>
          <a:blipFill>
            <a:blip r:embed="rId2"/>
            <a:stretch>
              <a:fillRect l="-62230" r="-69929"/>
            </a:stretch>
          </a:blipFill>
        </p:spPr>
      </p:sp>
      <p:grpSp>
        <p:nvGrpSpPr>
          <p:cNvPr id="46" name="Group 2">
            <a:extLst>
              <a:ext uri="{FF2B5EF4-FFF2-40B4-BE49-F238E27FC236}">
                <a16:creationId xmlns:a16="http://schemas.microsoft.com/office/drawing/2014/main" id="{5C5006BE-9ADD-4A1A-8AEE-FE3D05A60BA1}"/>
              </a:ext>
            </a:extLst>
          </p:cNvPr>
          <p:cNvGrpSpPr/>
          <p:nvPr/>
        </p:nvGrpSpPr>
        <p:grpSpPr>
          <a:xfrm>
            <a:off x="13139409" y="0"/>
            <a:ext cx="5234024" cy="10287000"/>
            <a:chOff x="0" y="0"/>
            <a:chExt cx="1378508" cy="2709333"/>
          </a:xfrm>
          <a:solidFill>
            <a:srgbClr val="02003E"/>
          </a:solidFill>
        </p:grpSpPr>
        <p:sp>
          <p:nvSpPr>
            <p:cNvPr id="47" name="Freeform 3">
              <a:extLst>
                <a:ext uri="{FF2B5EF4-FFF2-40B4-BE49-F238E27FC236}">
                  <a16:creationId xmlns:a16="http://schemas.microsoft.com/office/drawing/2014/main" id="{0BFA4451-DBB9-4498-BEDE-2725D6BCD175}"/>
                </a:ext>
              </a:extLst>
            </p:cNvPr>
            <p:cNvSpPr/>
            <p:nvPr/>
          </p:nvSpPr>
          <p:spPr>
            <a:xfrm>
              <a:off x="0" y="0"/>
              <a:ext cx="1378508" cy="2709333"/>
            </a:xfrm>
            <a:custGeom>
              <a:avLst/>
              <a:gdLst/>
              <a:ahLst/>
              <a:cxnLst/>
              <a:rect l="l" t="t" r="r" b="b"/>
              <a:pathLst>
                <a:path w="1378508" h="2709333">
                  <a:moveTo>
                    <a:pt x="0" y="0"/>
                  </a:moveTo>
                  <a:lnTo>
                    <a:pt x="1378508" y="0"/>
                  </a:lnTo>
                  <a:lnTo>
                    <a:pt x="1378508" y="2709333"/>
                  </a:lnTo>
                  <a:lnTo>
                    <a:pt x="0" y="2709333"/>
                  </a:lnTo>
                  <a:close/>
                </a:path>
              </a:pathLst>
            </a:custGeom>
            <a:grpFill/>
          </p:spPr>
        </p:sp>
        <p:sp>
          <p:nvSpPr>
            <p:cNvPr id="48" name="TextBox 4">
              <a:extLst>
                <a:ext uri="{FF2B5EF4-FFF2-40B4-BE49-F238E27FC236}">
                  <a16:creationId xmlns:a16="http://schemas.microsoft.com/office/drawing/2014/main" id="{3B928A66-F9AF-42DD-8FFD-8A4949F68566}"/>
                </a:ext>
              </a:extLst>
            </p:cNvPr>
            <p:cNvSpPr txBox="1"/>
            <p:nvPr/>
          </p:nvSpPr>
          <p:spPr>
            <a:xfrm>
              <a:off x="0" y="-28575"/>
              <a:ext cx="1378508" cy="2737908"/>
            </a:xfrm>
            <a:prstGeom prst="rect">
              <a:avLst/>
            </a:prstGeom>
            <a:grpFill/>
          </p:spPr>
          <p:txBody>
            <a:bodyPr lIns="50800" tIns="50800" rIns="50800" bIns="50800" rtlCol="0" anchor="ctr"/>
            <a:lstStyle/>
            <a:p>
              <a:pPr algn="ctr">
                <a:lnSpc>
                  <a:spcPts val="1877"/>
                </a:lnSpc>
              </a:pPr>
              <a:endParaRPr/>
            </a:p>
          </p:txBody>
        </p:sp>
      </p:grpSp>
      <p:sp>
        <p:nvSpPr>
          <p:cNvPr id="49" name="Freeform 5">
            <a:extLst>
              <a:ext uri="{FF2B5EF4-FFF2-40B4-BE49-F238E27FC236}">
                <a16:creationId xmlns:a16="http://schemas.microsoft.com/office/drawing/2014/main" id="{8D73CA54-6FE1-4740-B5B2-3BF674E859A0}"/>
              </a:ext>
            </a:extLst>
          </p:cNvPr>
          <p:cNvSpPr/>
          <p:nvPr/>
        </p:nvSpPr>
        <p:spPr>
          <a:xfrm>
            <a:off x="14157276" y="6544703"/>
            <a:ext cx="3232531" cy="3392373"/>
          </a:xfrm>
          <a:custGeom>
            <a:avLst/>
            <a:gdLst/>
            <a:ahLst/>
            <a:cxnLst/>
            <a:rect l="l" t="t" r="r" b="b"/>
            <a:pathLst>
              <a:path w="3232531" h="3392373">
                <a:moveTo>
                  <a:pt x="0" y="0"/>
                </a:moveTo>
                <a:lnTo>
                  <a:pt x="3232531" y="0"/>
                </a:lnTo>
                <a:lnTo>
                  <a:pt x="3232531" y="3392373"/>
                </a:lnTo>
                <a:lnTo>
                  <a:pt x="0" y="3392373"/>
                </a:lnTo>
                <a:lnTo>
                  <a:pt x="0" y="0"/>
                </a:lnTo>
                <a:close/>
              </a:path>
            </a:pathLst>
          </a:custGeom>
          <a:blipFill>
            <a:blip r:embed="rId3"/>
            <a:stretch>
              <a:fillRect t="-456" r="-26508"/>
            </a:stretch>
          </a:blipFill>
        </p:spPr>
      </p:sp>
      <p:sp>
        <p:nvSpPr>
          <p:cNvPr id="50" name="Freeform 6">
            <a:extLst>
              <a:ext uri="{FF2B5EF4-FFF2-40B4-BE49-F238E27FC236}">
                <a16:creationId xmlns:a16="http://schemas.microsoft.com/office/drawing/2014/main" id="{23009CA3-F163-44BE-9330-52E57752F2F7}"/>
              </a:ext>
            </a:extLst>
          </p:cNvPr>
          <p:cNvSpPr/>
          <p:nvPr/>
        </p:nvSpPr>
        <p:spPr>
          <a:xfrm>
            <a:off x="13310391" y="1402536"/>
            <a:ext cx="4764324" cy="1660233"/>
          </a:xfrm>
          <a:custGeom>
            <a:avLst/>
            <a:gdLst/>
            <a:ahLst/>
            <a:cxnLst/>
            <a:rect l="l" t="t" r="r" b="b"/>
            <a:pathLst>
              <a:path w="4764324" h="1660233">
                <a:moveTo>
                  <a:pt x="0" y="0"/>
                </a:moveTo>
                <a:lnTo>
                  <a:pt x="4764323" y="0"/>
                </a:lnTo>
                <a:lnTo>
                  <a:pt x="4764323" y="1660234"/>
                </a:lnTo>
                <a:lnTo>
                  <a:pt x="0" y="1660234"/>
                </a:lnTo>
                <a:lnTo>
                  <a:pt x="0" y="0"/>
                </a:lnTo>
                <a:close/>
              </a:path>
            </a:pathLst>
          </a:custGeom>
          <a:blipFill>
            <a:blip r:embed="rId4"/>
            <a:stretch>
              <a:fillRect l="-60008" r="-967"/>
            </a:stretch>
          </a:blipFill>
        </p:spPr>
      </p:sp>
      <p:sp>
        <p:nvSpPr>
          <p:cNvPr id="54" name="Freeform 10">
            <a:extLst>
              <a:ext uri="{FF2B5EF4-FFF2-40B4-BE49-F238E27FC236}">
                <a16:creationId xmlns:a16="http://schemas.microsoft.com/office/drawing/2014/main" id="{42FABE22-AFA6-4106-853E-89C3B497A216}"/>
              </a:ext>
            </a:extLst>
          </p:cNvPr>
          <p:cNvSpPr/>
          <p:nvPr/>
        </p:nvSpPr>
        <p:spPr>
          <a:xfrm>
            <a:off x="13356947" y="3148495"/>
            <a:ext cx="4671210" cy="3280476"/>
          </a:xfrm>
          <a:custGeom>
            <a:avLst/>
            <a:gdLst/>
            <a:ahLst/>
            <a:cxnLst/>
            <a:rect l="l" t="t" r="r" b="b"/>
            <a:pathLst>
              <a:path w="4671210" h="3280476">
                <a:moveTo>
                  <a:pt x="0" y="0"/>
                </a:moveTo>
                <a:lnTo>
                  <a:pt x="4671210" y="0"/>
                </a:lnTo>
                <a:lnTo>
                  <a:pt x="4671210" y="3280476"/>
                </a:lnTo>
                <a:lnTo>
                  <a:pt x="0" y="3280476"/>
                </a:lnTo>
                <a:lnTo>
                  <a:pt x="0" y="0"/>
                </a:lnTo>
                <a:close/>
              </a:path>
            </a:pathLst>
          </a:custGeom>
          <a:blipFill>
            <a:blip r:embed="rId5"/>
            <a:stretch>
              <a:fillRect r="-23049"/>
            </a:stretch>
          </a:blipFill>
        </p:spPr>
      </p:sp>
      <p:sp>
        <p:nvSpPr>
          <p:cNvPr id="67" name="Freeform 24">
            <a:extLst>
              <a:ext uri="{FF2B5EF4-FFF2-40B4-BE49-F238E27FC236}">
                <a16:creationId xmlns:a16="http://schemas.microsoft.com/office/drawing/2014/main" id="{13901062-13E7-4958-9219-C3E4EDDF02F5}"/>
              </a:ext>
            </a:extLst>
          </p:cNvPr>
          <p:cNvSpPr/>
          <p:nvPr/>
        </p:nvSpPr>
        <p:spPr>
          <a:xfrm>
            <a:off x="2786564" y="4084213"/>
            <a:ext cx="2681080" cy="2040536"/>
          </a:xfrm>
          <a:custGeom>
            <a:avLst/>
            <a:gdLst/>
            <a:ahLst/>
            <a:cxnLst/>
            <a:rect l="l" t="t" r="r" b="b"/>
            <a:pathLst>
              <a:path w="2681080" h="2040536">
                <a:moveTo>
                  <a:pt x="0" y="0"/>
                </a:moveTo>
                <a:lnTo>
                  <a:pt x="2681080" y="0"/>
                </a:lnTo>
                <a:lnTo>
                  <a:pt x="2681080" y="2040536"/>
                </a:lnTo>
                <a:lnTo>
                  <a:pt x="0" y="2040536"/>
                </a:lnTo>
                <a:lnTo>
                  <a:pt x="0" y="0"/>
                </a:lnTo>
                <a:close/>
              </a:path>
            </a:pathLst>
          </a:custGeom>
          <a:blipFill>
            <a:blip r:embed="rId6"/>
            <a:stretch>
              <a:fillRect l="-39378" t="-49076" r="-45569" b="-39927"/>
            </a:stretch>
          </a:blipFill>
        </p:spPr>
      </p:sp>
      <p:grpSp>
        <p:nvGrpSpPr>
          <p:cNvPr id="68" name="Group 25">
            <a:extLst>
              <a:ext uri="{FF2B5EF4-FFF2-40B4-BE49-F238E27FC236}">
                <a16:creationId xmlns:a16="http://schemas.microsoft.com/office/drawing/2014/main" id="{EF99016A-E793-4019-B030-B17F08C2CFA0}"/>
              </a:ext>
            </a:extLst>
          </p:cNvPr>
          <p:cNvGrpSpPr/>
          <p:nvPr/>
        </p:nvGrpSpPr>
        <p:grpSpPr>
          <a:xfrm>
            <a:off x="3858639" y="3344322"/>
            <a:ext cx="414303" cy="1565875"/>
            <a:chOff x="0" y="0"/>
            <a:chExt cx="1042670" cy="3940810"/>
          </a:xfrm>
        </p:grpSpPr>
        <p:sp>
          <p:nvSpPr>
            <p:cNvPr id="69" name="Freeform 26">
              <a:extLst>
                <a:ext uri="{FF2B5EF4-FFF2-40B4-BE49-F238E27FC236}">
                  <a16:creationId xmlns:a16="http://schemas.microsoft.com/office/drawing/2014/main" id="{8D7C5ADD-46EA-40AB-B1F1-C584839C0F60}"/>
                </a:ext>
              </a:extLst>
            </p:cNvPr>
            <p:cNvSpPr/>
            <p:nvPr/>
          </p:nvSpPr>
          <p:spPr>
            <a:xfrm>
              <a:off x="46990" y="43180"/>
              <a:ext cx="947420" cy="3848100"/>
            </a:xfrm>
            <a:custGeom>
              <a:avLst/>
              <a:gdLst/>
              <a:ahLst/>
              <a:cxnLst/>
              <a:rect l="l" t="t" r="r" b="b"/>
              <a:pathLst>
                <a:path w="947420" h="3848100">
                  <a:moveTo>
                    <a:pt x="546100" y="3773170"/>
                  </a:moveTo>
                  <a:cubicBezTo>
                    <a:pt x="557530" y="2781300"/>
                    <a:pt x="499110" y="2385060"/>
                    <a:pt x="488950" y="2167890"/>
                  </a:cubicBezTo>
                  <a:cubicBezTo>
                    <a:pt x="483870" y="2043430"/>
                    <a:pt x="491490" y="1983740"/>
                    <a:pt x="487680" y="1874520"/>
                  </a:cubicBezTo>
                  <a:cubicBezTo>
                    <a:pt x="482600" y="1736090"/>
                    <a:pt x="458470" y="1567180"/>
                    <a:pt x="452120" y="1403350"/>
                  </a:cubicBezTo>
                  <a:cubicBezTo>
                    <a:pt x="444500" y="1224280"/>
                    <a:pt x="455930" y="1027430"/>
                    <a:pt x="449580" y="843280"/>
                  </a:cubicBezTo>
                  <a:cubicBezTo>
                    <a:pt x="443230" y="662940"/>
                    <a:pt x="419100" y="444500"/>
                    <a:pt x="414020" y="307340"/>
                  </a:cubicBezTo>
                  <a:cubicBezTo>
                    <a:pt x="410210" y="222250"/>
                    <a:pt x="389890" y="111760"/>
                    <a:pt x="411480" y="100330"/>
                  </a:cubicBezTo>
                  <a:cubicBezTo>
                    <a:pt x="425450" y="92710"/>
                    <a:pt x="471170" y="124460"/>
                    <a:pt x="478790" y="146050"/>
                  </a:cubicBezTo>
                  <a:cubicBezTo>
                    <a:pt x="487680" y="171450"/>
                    <a:pt x="471170" y="209550"/>
                    <a:pt x="449580" y="247650"/>
                  </a:cubicBezTo>
                  <a:cubicBezTo>
                    <a:pt x="411480" y="317500"/>
                    <a:pt x="278130" y="429260"/>
                    <a:pt x="223520" y="502920"/>
                  </a:cubicBezTo>
                  <a:cubicBezTo>
                    <a:pt x="186690" y="552450"/>
                    <a:pt x="168910" y="610870"/>
                    <a:pt x="139700" y="635000"/>
                  </a:cubicBezTo>
                  <a:cubicBezTo>
                    <a:pt x="121920" y="648970"/>
                    <a:pt x="101600" y="654050"/>
                    <a:pt x="85090" y="655320"/>
                  </a:cubicBezTo>
                  <a:cubicBezTo>
                    <a:pt x="71120" y="656590"/>
                    <a:pt x="58420" y="654050"/>
                    <a:pt x="46990" y="645160"/>
                  </a:cubicBezTo>
                  <a:cubicBezTo>
                    <a:pt x="30480" y="633730"/>
                    <a:pt x="8890" y="600710"/>
                    <a:pt x="3810" y="580390"/>
                  </a:cubicBezTo>
                  <a:cubicBezTo>
                    <a:pt x="0" y="566420"/>
                    <a:pt x="3810" y="557530"/>
                    <a:pt x="8890" y="541020"/>
                  </a:cubicBezTo>
                  <a:cubicBezTo>
                    <a:pt x="19050" y="508000"/>
                    <a:pt x="48260" y="457200"/>
                    <a:pt x="81280" y="403860"/>
                  </a:cubicBezTo>
                  <a:cubicBezTo>
                    <a:pt x="130810" y="323850"/>
                    <a:pt x="229870" y="173990"/>
                    <a:pt x="285750" y="114300"/>
                  </a:cubicBezTo>
                  <a:cubicBezTo>
                    <a:pt x="316230" y="81280"/>
                    <a:pt x="335280" y="59690"/>
                    <a:pt x="365760" y="48260"/>
                  </a:cubicBezTo>
                  <a:cubicBezTo>
                    <a:pt x="397510" y="36830"/>
                    <a:pt x="439420" y="41910"/>
                    <a:pt x="474980" y="49530"/>
                  </a:cubicBezTo>
                  <a:cubicBezTo>
                    <a:pt x="510540" y="57150"/>
                    <a:pt x="539750" y="67310"/>
                    <a:pt x="576580" y="92710"/>
                  </a:cubicBezTo>
                  <a:cubicBezTo>
                    <a:pt x="638810" y="134620"/>
                    <a:pt x="731520" y="232410"/>
                    <a:pt x="792480" y="311150"/>
                  </a:cubicBezTo>
                  <a:cubicBezTo>
                    <a:pt x="850900" y="386080"/>
                    <a:pt x="927100" y="490220"/>
                    <a:pt x="939800" y="551180"/>
                  </a:cubicBezTo>
                  <a:cubicBezTo>
                    <a:pt x="946150" y="582930"/>
                    <a:pt x="943610" y="612140"/>
                    <a:pt x="929640" y="631190"/>
                  </a:cubicBezTo>
                  <a:cubicBezTo>
                    <a:pt x="915670" y="650240"/>
                    <a:pt x="880110" y="665480"/>
                    <a:pt x="858520" y="666750"/>
                  </a:cubicBezTo>
                  <a:cubicBezTo>
                    <a:pt x="839470" y="668020"/>
                    <a:pt x="820420" y="660400"/>
                    <a:pt x="806450" y="647700"/>
                  </a:cubicBezTo>
                  <a:cubicBezTo>
                    <a:pt x="789940" y="632460"/>
                    <a:pt x="774700" y="596900"/>
                    <a:pt x="774700" y="575310"/>
                  </a:cubicBezTo>
                  <a:cubicBezTo>
                    <a:pt x="774700" y="557530"/>
                    <a:pt x="782320" y="537210"/>
                    <a:pt x="796290" y="524510"/>
                  </a:cubicBezTo>
                  <a:cubicBezTo>
                    <a:pt x="812800" y="509270"/>
                    <a:pt x="849630" y="495300"/>
                    <a:pt x="871220" y="496570"/>
                  </a:cubicBezTo>
                  <a:cubicBezTo>
                    <a:pt x="890270" y="497840"/>
                    <a:pt x="908050" y="508000"/>
                    <a:pt x="920750" y="520700"/>
                  </a:cubicBezTo>
                  <a:cubicBezTo>
                    <a:pt x="933450" y="532130"/>
                    <a:pt x="942340" y="552450"/>
                    <a:pt x="944880" y="568960"/>
                  </a:cubicBezTo>
                  <a:cubicBezTo>
                    <a:pt x="947420" y="585470"/>
                    <a:pt x="944880" y="607060"/>
                    <a:pt x="934720" y="622300"/>
                  </a:cubicBezTo>
                  <a:cubicBezTo>
                    <a:pt x="922020" y="641350"/>
                    <a:pt x="889000" y="662940"/>
                    <a:pt x="867410" y="666750"/>
                  </a:cubicBezTo>
                  <a:cubicBezTo>
                    <a:pt x="849630" y="669290"/>
                    <a:pt x="833120" y="666750"/>
                    <a:pt x="814070" y="652780"/>
                  </a:cubicBezTo>
                  <a:cubicBezTo>
                    <a:pt x="774700" y="623570"/>
                    <a:pt x="737870" y="513080"/>
                    <a:pt x="684530" y="445770"/>
                  </a:cubicBezTo>
                  <a:cubicBezTo>
                    <a:pt x="624840" y="370840"/>
                    <a:pt x="528320" y="247650"/>
                    <a:pt x="469900" y="229870"/>
                  </a:cubicBezTo>
                  <a:cubicBezTo>
                    <a:pt x="440690" y="220980"/>
                    <a:pt x="419100" y="227330"/>
                    <a:pt x="391160" y="245110"/>
                  </a:cubicBezTo>
                  <a:cubicBezTo>
                    <a:pt x="332740" y="283210"/>
                    <a:pt x="229870" y="457200"/>
                    <a:pt x="187960" y="530860"/>
                  </a:cubicBezTo>
                  <a:cubicBezTo>
                    <a:pt x="163830" y="572770"/>
                    <a:pt x="161290" y="614680"/>
                    <a:pt x="139700" y="635000"/>
                  </a:cubicBezTo>
                  <a:cubicBezTo>
                    <a:pt x="124460" y="648970"/>
                    <a:pt x="104140" y="656590"/>
                    <a:pt x="85090" y="655320"/>
                  </a:cubicBezTo>
                  <a:cubicBezTo>
                    <a:pt x="63500" y="654050"/>
                    <a:pt x="30480" y="633730"/>
                    <a:pt x="17780" y="618490"/>
                  </a:cubicBezTo>
                  <a:cubicBezTo>
                    <a:pt x="7620" y="607060"/>
                    <a:pt x="5080" y="593090"/>
                    <a:pt x="3810" y="580390"/>
                  </a:cubicBezTo>
                  <a:cubicBezTo>
                    <a:pt x="2540" y="567690"/>
                    <a:pt x="2540" y="557530"/>
                    <a:pt x="8890" y="541020"/>
                  </a:cubicBezTo>
                  <a:cubicBezTo>
                    <a:pt x="25400" y="500380"/>
                    <a:pt x="96520" y="410210"/>
                    <a:pt x="143510" y="351790"/>
                  </a:cubicBezTo>
                  <a:cubicBezTo>
                    <a:pt x="187960" y="297180"/>
                    <a:pt x="238760" y="256540"/>
                    <a:pt x="281940" y="203200"/>
                  </a:cubicBezTo>
                  <a:cubicBezTo>
                    <a:pt x="325120" y="149860"/>
                    <a:pt x="360680" y="62230"/>
                    <a:pt x="402590" y="31750"/>
                  </a:cubicBezTo>
                  <a:cubicBezTo>
                    <a:pt x="429260" y="12700"/>
                    <a:pt x="459740" y="0"/>
                    <a:pt x="486410" y="7620"/>
                  </a:cubicBezTo>
                  <a:cubicBezTo>
                    <a:pt x="518160" y="16510"/>
                    <a:pt x="554990" y="55880"/>
                    <a:pt x="572770" y="100330"/>
                  </a:cubicBezTo>
                  <a:cubicBezTo>
                    <a:pt x="599440" y="168910"/>
                    <a:pt x="567690" y="290830"/>
                    <a:pt x="570230" y="400050"/>
                  </a:cubicBezTo>
                  <a:cubicBezTo>
                    <a:pt x="574040" y="533400"/>
                    <a:pt x="593090" y="687070"/>
                    <a:pt x="598170" y="843280"/>
                  </a:cubicBezTo>
                  <a:cubicBezTo>
                    <a:pt x="603250" y="1018540"/>
                    <a:pt x="594360" y="1195070"/>
                    <a:pt x="598170" y="1399540"/>
                  </a:cubicBezTo>
                  <a:cubicBezTo>
                    <a:pt x="603250" y="1651000"/>
                    <a:pt x="613410" y="1963420"/>
                    <a:pt x="632460" y="2242820"/>
                  </a:cubicBezTo>
                  <a:cubicBezTo>
                    <a:pt x="650240" y="2518410"/>
                    <a:pt x="699770" y="2797810"/>
                    <a:pt x="708660" y="3063240"/>
                  </a:cubicBezTo>
                  <a:cubicBezTo>
                    <a:pt x="717550" y="3313430"/>
                    <a:pt x="722630" y="3696970"/>
                    <a:pt x="692150" y="3790950"/>
                  </a:cubicBezTo>
                  <a:cubicBezTo>
                    <a:pt x="684530" y="3816350"/>
                    <a:pt x="675640" y="3825240"/>
                    <a:pt x="662940" y="3834130"/>
                  </a:cubicBezTo>
                  <a:cubicBezTo>
                    <a:pt x="648970" y="3843020"/>
                    <a:pt x="628650" y="3848100"/>
                    <a:pt x="612140" y="3846830"/>
                  </a:cubicBezTo>
                  <a:cubicBezTo>
                    <a:pt x="595630" y="3845560"/>
                    <a:pt x="576580" y="3835400"/>
                    <a:pt x="565150" y="3822700"/>
                  </a:cubicBezTo>
                  <a:cubicBezTo>
                    <a:pt x="553720" y="3810000"/>
                    <a:pt x="546100" y="3773170"/>
                    <a:pt x="546100" y="3773170"/>
                  </a:cubicBezTo>
                </a:path>
              </a:pathLst>
            </a:custGeom>
            <a:solidFill>
              <a:srgbClr val="76BBD1"/>
            </a:solidFill>
            <a:ln cap="sq">
              <a:noFill/>
              <a:prstDash val="solid"/>
              <a:miter/>
            </a:ln>
          </p:spPr>
        </p:sp>
      </p:grpSp>
      <p:grpSp>
        <p:nvGrpSpPr>
          <p:cNvPr id="70" name="Group 27">
            <a:extLst>
              <a:ext uri="{FF2B5EF4-FFF2-40B4-BE49-F238E27FC236}">
                <a16:creationId xmlns:a16="http://schemas.microsoft.com/office/drawing/2014/main" id="{E8ED015F-C4DF-42A6-8EF0-970F93154AA0}"/>
              </a:ext>
            </a:extLst>
          </p:cNvPr>
          <p:cNvGrpSpPr/>
          <p:nvPr/>
        </p:nvGrpSpPr>
        <p:grpSpPr>
          <a:xfrm>
            <a:off x="4947132" y="3745001"/>
            <a:ext cx="1099595" cy="792273"/>
            <a:chOff x="0" y="0"/>
            <a:chExt cx="2767330" cy="1993900"/>
          </a:xfrm>
        </p:grpSpPr>
        <p:sp>
          <p:nvSpPr>
            <p:cNvPr id="71" name="Freeform 28">
              <a:extLst>
                <a:ext uri="{FF2B5EF4-FFF2-40B4-BE49-F238E27FC236}">
                  <a16:creationId xmlns:a16="http://schemas.microsoft.com/office/drawing/2014/main" id="{0420DD6C-2305-4B14-AABA-19CBEE2D7AB6}"/>
                </a:ext>
              </a:extLst>
            </p:cNvPr>
            <p:cNvSpPr/>
            <p:nvPr/>
          </p:nvSpPr>
          <p:spPr>
            <a:xfrm>
              <a:off x="45720" y="27940"/>
              <a:ext cx="2675890" cy="1918970"/>
            </a:xfrm>
            <a:custGeom>
              <a:avLst/>
              <a:gdLst/>
              <a:ahLst/>
              <a:cxnLst/>
              <a:rect l="l" t="t" r="r" b="b"/>
              <a:pathLst>
                <a:path w="2675890" h="1918970">
                  <a:moveTo>
                    <a:pt x="35560" y="1786890"/>
                  </a:moveTo>
                  <a:cubicBezTo>
                    <a:pt x="1000760" y="1144270"/>
                    <a:pt x="1353820" y="863600"/>
                    <a:pt x="1577340" y="709930"/>
                  </a:cubicBezTo>
                  <a:cubicBezTo>
                    <a:pt x="1718310" y="612140"/>
                    <a:pt x="1841500" y="546100"/>
                    <a:pt x="1930400" y="481330"/>
                  </a:cubicBezTo>
                  <a:cubicBezTo>
                    <a:pt x="1987550" y="439420"/>
                    <a:pt x="2015490" y="408940"/>
                    <a:pt x="2066290" y="372110"/>
                  </a:cubicBezTo>
                  <a:cubicBezTo>
                    <a:pt x="2127250" y="327660"/>
                    <a:pt x="2208530" y="273050"/>
                    <a:pt x="2275840" y="233680"/>
                  </a:cubicBezTo>
                  <a:cubicBezTo>
                    <a:pt x="2334260" y="199390"/>
                    <a:pt x="2396490" y="179070"/>
                    <a:pt x="2446020" y="144780"/>
                  </a:cubicBezTo>
                  <a:cubicBezTo>
                    <a:pt x="2490470" y="114300"/>
                    <a:pt x="2528570" y="58420"/>
                    <a:pt x="2562860" y="44450"/>
                  </a:cubicBezTo>
                  <a:cubicBezTo>
                    <a:pt x="2583180" y="36830"/>
                    <a:pt x="2602230" y="36830"/>
                    <a:pt x="2618740" y="41910"/>
                  </a:cubicBezTo>
                  <a:cubicBezTo>
                    <a:pt x="2635250" y="46990"/>
                    <a:pt x="2653030" y="63500"/>
                    <a:pt x="2661920" y="78740"/>
                  </a:cubicBezTo>
                  <a:cubicBezTo>
                    <a:pt x="2670810" y="93980"/>
                    <a:pt x="2675890" y="115570"/>
                    <a:pt x="2670810" y="133350"/>
                  </a:cubicBezTo>
                  <a:cubicBezTo>
                    <a:pt x="2665730" y="153670"/>
                    <a:pt x="2654300" y="176530"/>
                    <a:pt x="2623820" y="190500"/>
                  </a:cubicBezTo>
                  <a:cubicBezTo>
                    <a:pt x="2537460" y="231140"/>
                    <a:pt x="2095500" y="207010"/>
                    <a:pt x="2001520" y="190500"/>
                  </a:cubicBezTo>
                  <a:cubicBezTo>
                    <a:pt x="1972310" y="185420"/>
                    <a:pt x="1960880" y="182880"/>
                    <a:pt x="1946910" y="170180"/>
                  </a:cubicBezTo>
                  <a:cubicBezTo>
                    <a:pt x="1931670" y="154940"/>
                    <a:pt x="1918970" y="120650"/>
                    <a:pt x="1920240" y="99060"/>
                  </a:cubicBezTo>
                  <a:cubicBezTo>
                    <a:pt x="1921510" y="80010"/>
                    <a:pt x="1932940" y="59690"/>
                    <a:pt x="1946910" y="46990"/>
                  </a:cubicBezTo>
                  <a:cubicBezTo>
                    <a:pt x="1960880" y="35560"/>
                    <a:pt x="1973580" y="31750"/>
                    <a:pt x="2001520" y="26670"/>
                  </a:cubicBezTo>
                  <a:cubicBezTo>
                    <a:pt x="2084070" y="11430"/>
                    <a:pt x="2406650" y="0"/>
                    <a:pt x="2505710" y="22860"/>
                  </a:cubicBezTo>
                  <a:cubicBezTo>
                    <a:pt x="2550160" y="33020"/>
                    <a:pt x="2579370" y="44450"/>
                    <a:pt x="2598420" y="69850"/>
                  </a:cubicBezTo>
                  <a:cubicBezTo>
                    <a:pt x="2618740" y="96520"/>
                    <a:pt x="2616200" y="132080"/>
                    <a:pt x="2620010" y="179070"/>
                  </a:cubicBezTo>
                  <a:cubicBezTo>
                    <a:pt x="2626360" y="259080"/>
                    <a:pt x="2616200" y="429260"/>
                    <a:pt x="2603500" y="509270"/>
                  </a:cubicBezTo>
                  <a:cubicBezTo>
                    <a:pt x="2595880" y="554990"/>
                    <a:pt x="2589530" y="580390"/>
                    <a:pt x="2573020" y="617220"/>
                  </a:cubicBezTo>
                  <a:cubicBezTo>
                    <a:pt x="2553970" y="662940"/>
                    <a:pt x="2518410" y="735330"/>
                    <a:pt x="2487930" y="758190"/>
                  </a:cubicBezTo>
                  <a:cubicBezTo>
                    <a:pt x="2470150" y="770890"/>
                    <a:pt x="2449830" y="772160"/>
                    <a:pt x="2434590" y="772160"/>
                  </a:cubicBezTo>
                  <a:cubicBezTo>
                    <a:pt x="2423160" y="772160"/>
                    <a:pt x="2416810" y="770890"/>
                    <a:pt x="2406650" y="764540"/>
                  </a:cubicBezTo>
                  <a:cubicBezTo>
                    <a:pt x="2390140" y="754380"/>
                    <a:pt x="2362200" y="723900"/>
                    <a:pt x="2355850" y="702310"/>
                  </a:cubicBezTo>
                  <a:cubicBezTo>
                    <a:pt x="2350770" y="684530"/>
                    <a:pt x="2355850" y="662940"/>
                    <a:pt x="2363470" y="647700"/>
                  </a:cubicBezTo>
                  <a:cubicBezTo>
                    <a:pt x="2371090" y="632460"/>
                    <a:pt x="2385060" y="614680"/>
                    <a:pt x="2402840" y="608330"/>
                  </a:cubicBezTo>
                  <a:cubicBezTo>
                    <a:pt x="2423160" y="600710"/>
                    <a:pt x="2462530" y="601980"/>
                    <a:pt x="2482850" y="610870"/>
                  </a:cubicBezTo>
                  <a:cubicBezTo>
                    <a:pt x="2499360" y="618490"/>
                    <a:pt x="2513330" y="636270"/>
                    <a:pt x="2519680" y="651510"/>
                  </a:cubicBezTo>
                  <a:cubicBezTo>
                    <a:pt x="2527300" y="668020"/>
                    <a:pt x="2531110" y="688340"/>
                    <a:pt x="2524760" y="706120"/>
                  </a:cubicBezTo>
                  <a:cubicBezTo>
                    <a:pt x="2517140" y="727710"/>
                    <a:pt x="2493010" y="759460"/>
                    <a:pt x="2470150" y="767080"/>
                  </a:cubicBezTo>
                  <a:cubicBezTo>
                    <a:pt x="2447290" y="774700"/>
                    <a:pt x="2409190" y="769620"/>
                    <a:pt x="2390140" y="755650"/>
                  </a:cubicBezTo>
                  <a:cubicBezTo>
                    <a:pt x="2371090" y="741680"/>
                    <a:pt x="2353310" y="707390"/>
                    <a:pt x="2354580" y="683260"/>
                  </a:cubicBezTo>
                  <a:cubicBezTo>
                    <a:pt x="2355850" y="659130"/>
                    <a:pt x="2382520" y="641350"/>
                    <a:pt x="2393950" y="613410"/>
                  </a:cubicBezTo>
                  <a:cubicBezTo>
                    <a:pt x="2410460" y="575310"/>
                    <a:pt x="2425700" y="523240"/>
                    <a:pt x="2434590" y="473710"/>
                  </a:cubicBezTo>
                  <a:cubicBezTo>
                    <a:pt x="2444750" y="417830"/>
                    <a:pt x="2433320" y="344170"/>
                    <a:pt x="2448560" y="294640"/>
                  </a:cubicBezTo>
                  <a:cubicBezTo>
                    <a:pt x="2461260" y="254000"/>
                    <a:pt x="2519680" y="215900"/>
                    <a:pt x="2505710" y="193040"/>
                  </a:cubicBezTo>
                  <a:cubicBezTo>
                    <a:pt x="2477770" y="143510"/>
                    <a:pt x="2053590" y="205740"/>
                    <a:pt x="1982470" y="187960"/>
                  </a:cubicBezTo>
                  <a:cubicBezTo>
                    <a:pt x="1963420" y="182880"/>
                    <a:pt x="1957070" y="180340"/>
                    <a:pt x="1946910" y="170180"/>
                  </a:cubicBezTo>
                  <a:cubicBezTo>
                    <a:pt x="1935480" y="158750"/>
                    <a:pt x="1922780" y="135890"/>
                    <a:pt x="1920240" y="118110"/>
                  </a:cubicBezTo>
                  <a:cubicBezTo>
                    <a:pt x="1917700" y="100330"/>
                    <a:pt x="1925320" y="76200"/>
                    <a:pt x="1934210" y="62230"/>
                  </a:cubicBezTo>
                  <a:cubicBezTo>
                    <a:pt x="1941830" y="50800"/>
                    <a:pt x="1945640" y="43180"/>
                    <a:pt x="1963420" y="35560"/>
                  </a:cubicBezTo>
                  <a:cubicBezTo>
                    <a:pt x="2026920" y="10160"/>
                    <a:pt x="2345690" y="25400"/>
                    <a:pt x="2465070" y="29210"/>
                  </a:cubicBezTo>
                  <a:cubicBezTo>
                    <a:pt x="2531110" y="31750"/>
                    <a:pt x="2583180" y="25400"/>
                    <a:pt x="2618740" y="41910"/>
                  </a:cubicBezTo>
                  <a:cubicBezTo>
                    <a:pt x="2642870" y="53340"/>
                    <a:pt x="2661920" y="77470"/>
                    <a:pt x="2669540" y="95250"/>
                  </a:cubicBezTo>
                  <a:cubicBezTo>
                    <a:pt x="2674620" y="107950"/>
                    <a:pt x="2674620" y="120650"/>
                    <a:pt x="2670810" y="133350"/>
                  </a:cubicBezTo>
                  <a:cubicBezTo>
                    <a:pt x="2667000" y="148590"/>
                    <a:pt x="2655570" y="163830"/>
                    <a:pt x="2640330" y="180340"/>
                  </a:cubicBezTo>
                  <a:cubicBezTo>
                    <a:pt x="2617470" y="205740"/>
                    <a:pt x="2573020" y="243840"/>
                    <a:pt x="2537460" y="265430"/>
                  </a:cubicBezTo>
                  <a:cubicBezTo>
                    <a:pt x="2506980" y="284480"/>
                    <a:pt x="2481580" y="284480"/>
                    <a:pt x="2442210" y="304800"/>
                  </a:cubicBezTo>
                  <a:cubicBezTo>
                    <a:pt x="2372360" y="340360"/>
                    <a:pt x="2287270" y="394970"/>
                    <a:pt x="2159000" y="480060"/>
                  </a:cubicBezTo>
                  <a:cubicBezTo>
                    <a:pt x="1873250" y="669290"/>
                    <a:pt x="1183640" y="1183640"/>
                    <a:pt x="805180" y="1443990"/>
                  </a:cubicBezTo>
                  <a:cubicBezTo>
                    <a:pt x="535940" y="1628140"/>
                    <a:pt x="208280" y="1865630"/>
                    <a:pt x="107950" y="1906270"/>
                  </a:cubicBezTo>
                  <a:cubicBezTo>
                    <a:pt x="83820" y="1916430"/>
                    <a:pt x="73660" y="1918970"/>
                    <a:pt x="58420" y="1915160"/>
                  </a:cubicBezTo>
                  <a:cubicBezTo>
                    <a:pt x="40640" y="1911350"/>
                    <a:pt x="16510" y="1892300"/>
                    <a:pt x="7620" y="1875790"/>
                  </a:cubicBezTo>
                  <a:cubicBezTo>
                    <a:pt x="0" y="1861820"/>
                    <a:pt x="0" y="1840230"/>
                    <a:pt x="5080" y="1824990"/>
                  </a:cubicBezTo>
                  <a:cubicBezTo>
                    <a:pt x="10160" y="1809750"/>
                    <a:pt x="35560" y="1786890"/>
                    <a:pt x="35560" y="1786890"/>
                  </a:cubicBezTo>
                </a:path>
              </a:pathLst>
            </a:custGeom>
            <a:solidFill>
              <a:srgbClr val="CD7481"/>
            </a:solidFill>
            <a:ln cap="sq">
              <a:noFill/>
              <a:prstDash val="solid"/>
              <a:miter/>
            </a:ln>
          </p:spPr>
        </p:sp>
      </p:grpSp>
      <p:grpSp>
        <p:nvGrpSpPr>
          <p:cNvPr id="72" name="Group 29">
            <a:extLst>
              <a:ext uri="{FF2B5EF4-FFF2-40B4-BE49-F238E27FC236}">
                <a16:creationId xmlns:a16="http://schemas.microsoft.com/office/drawing/2014/main" id="{D1EE7327-8187-4392-BBBE-02EC8D9C1326}"/>
              </a:ext>
            </a:extLst>
          </p:cNvPr>
          <p:cNvGrpSpPr/>
          <p:nvPr/>
        </p:nvGrpSpPr>
        <p:grpSpPr>
          <a:xfrm>
            <a:off x="4437453" y="5443090"/>
            <a:ext cx="1136937" cy="1101613"/>
            <a:chOff x="0" y="0"/>
            <a:chExt cx="2861310" cy="2772410"/>
          </a:xfrm>
        </p:grpSpPr>
        <p:sp>
          <p:nvSpPr>
            <p:cNvPr id="73" name="Freeform 30">
              <a:extLst>
                <a:ext uri="{FF2B5EF4-FFF2-40B4-BE49-F238E27FC236}">
                  <a16:creationId xmlns:a16="http://schemas.microsoft.com/office/drawing/2014/main" id="{9199DE69-F787-4FB3-B067-3AEF2ED42253}"/>
                </a:ext>
              </a:extLst>
            </p:cNvPr>
            <p:cNvSpPr/>
            <p:nvPr/>
          </p:nvSpPr>
          <p:spPr>
            <a:xfrm>
              <a:off x="50800" y="50800"/>
              <a:ext cx="2804160" cy="2679700"/>
            </a:xfrm>
            <a:custGeom>
              <a:avLst/>
              <a:gdLst/>
              <a:ahLst/>
              <a:cxnLst/>
              <a:rect l="l" t="t" r="r" b="b"/>
              <a:pathLst>
                <a:path w="2804160" h="2679700">
                  <a:moveTo>
                    <a:pt x="127000" y="17780"/>
                  </a:moveTo>
                  <a:cubicBezTo>
                    <a:pt x="690880" y="454660"/>
                    <a:pt x="821690" y="605790"/>
                    <a:pt x="942340" y="708660"/>
                  </a:cubicBezTo>
                  <a:cubicBezTo>
                    <a:pt x="1038860" y="791210"/>
                    <a:pt x="1122680" y="843280"/>
                    <a:pt x="1214120" y="916940"/>
                  </a:cubicBezTo>
                  <a:cubicBezTo>
                    <a:pt x="1310640" y="995680"/>
                    <a:pt x="1410970" y="1079500"/>
                    <a:pt x="1507490" y="1169670"/>
                  </a:cubicBezTo>
                  <a:cubicBezTo>
                    <a:pt x="1607820" y="1263650"/>
                    <a:pt x="1714500" y="1388110"/>
                    <a:pt x="1802130" y="1469390"/>
                  </a:cubicBezTo>
                  <a:cubicBezTo>
                    <a:pt x="1866900" y="1529080"/>
                    <a:pt x="1907540" y="1549400"/>
                    <a:pt x="1978660" y="1619250"/>
                  </a:cubicBezTo>
                  <a:cubicBezTo>
                    <a:pt x="2108200" y="1747520"/>
                    <a:pt x="2352040" y="2042160"/>
                    <a:pt x="2486660" y="2203450"/>
                  </a:cubicBezTo>
                  <a:cubicBezTo>
                    <a:pt x="2579370" y="2313940"/>
                    <a:pt x="2729230" y="2451100"/>
                    <a:pt x="2715260" y="2489200"/>
                  </a:cubicBezTo>
                  <a:cubicBezTo>
                    <a:pt x="2708910" y="2508250"/>
                    <a:pt x="2655570" y="2514600"/>
                    <a:pt x="2632710" y="2505710"/>
                  </a:cubicBezTo>
                  <a:cubicBezTo>
                    <a:pt x="2608580" y="2496820"/>
                    <a:pt x="2593340" y="2471420"/>
                    <a:pt x="2576830" y="2433320"/>
                  </a:cubicBezTo>
                  <a:cubicBezTo>
                    <a:pt x="2541270" y="2349500"/>
                    <a:pt x="2519680" y="2084070"/>
                    <a:pt x="2509520" y="1981200"/>
                  </a:cubicBezTo>
                  <a:cubicBezTo>
                    <a:pt x="2504440" y="1929130"/>
                    <a:pt x="2501900" y="1891030"/>
                    <a:pt x="2504440" y="1861820"/>
                  </a:cubicBezTo>
                  <a:cubicBezTo>
                    <a:pt x="2505710" y="1845310"/>
                    <a:pt x="2505710" y="1835150"/>
                    <a:pt x="2513330" y="1822450"/>
                  </a:cubicBezTo>
                  <a:cubicBezTo>
                    <a:pt x="2522220" y="1807210"/>
                    <a:pt x="2542540" y="1790700"/>
                    <a:pt x="2557780" y="1783080"/>
                  </a:cubicBezTo>
                  <a:cubicBezTo>
                    <a:pt x="2570480" y="1776730"/>
                    <a:pt x="2583180" y="1774190"/>
                    <a:pt x="2597150" y="1776730"/>
                  </a:cubicBezTo>
                  <a:cubicBezTo>
                    <a:pt x="2613660" y="1779270"/>
                    <a:pt x="2637790" y="1791970"/>
                    <a:pt x="2650490" y="1803400"/>
                  </a:cubicBezTo>
                  <a:cubicBezTo>
                    <a:pt x="2660650" y="1813560"/>
                    <a:pt x="2663190" y="1819910"/>
                    <a:pt x="2669540" y="1838960"/>
                  </a:cubicBezTo>
                  <a:cubicBezTo>
                    <a:pt x="2692400" y="1903730"/>
                    <a:pt x="2738120" y="2170430"/>
                    <a:pt x="2749550" y="2289810"/>
                  </a:cubicBezTo>
                  <a:cubicBezTo>
                    <a:pt x="2757170" y="2366010"/>
                    <a:pt x="2766060" y="2426970"/>
                    <a:pt x="2753360" y="2480310"/>
                  </a:cubicBezTo>
                  <a:cubicBezTo>
                    <a:pt x="2743200" y="2523490"/>
                    <a:pt x="2724150" y="2562860"/>
                    <a:pt x="2693670" y="2588260"/>
                  </a:cubicBezTo>
                  <a:cubicBezTo>
                    <a:pt x="2661920" y="2614930"/>
                    <a:pt x="2604770" y="2623820"/>
                    <a:pt x="2561590" y="2633980"/>
                  </a:cubicBezTo>
                  <a:cubicBezTo>
                    <a:pt x="2522220" y="2642870"/>
                    <a:pt x="2495550" y="2642870"/>
                    <a:pt x="2446020" y="2646680"/>
                  </a:cubicBezTo>
                  <a:cubicBezTo>
                    <a:pt x="2355850" y="2654300"/>
                    <a:pt x="2132330" y="2679700"/>
                    <a:pt x="2065020" y="2670810"/>
                  </a:cubicBezTo>
                  <a:cubicBezTo>
                    <a:pt x="2039620" y="2667000"/>
                    <a:pt x="2028190" y="2665730"/>
                    <a:pt x="2014220" y="2654300"/>
                  </a:cubicBezTo>
                  <a:cubicBezTo>
                    <a:pt x="1997710" y="2640330"/>
                    <a:pt x="1979930" y="2606040"/>
                    <a:pt x="1981200" y="2583180"/>
                  </a:cubicBezTo>
                  <a:cubicBezTo>
                    <a:pt x="1982470" y="2560320"/>
                    <a:pt x="2001520" y="2528570"/>
                    <a:pt x="2020570" y="2517140"/>
                  </a:cubicBezTo>
                  <a:cubicBezTo>
                    <a:pt x="2040890" y="2505710"/>
                    <a:pt x="2078990" y="2504440"/>
                    <a:pt x="2099310" y="2512060"/>
                  </a:cubicBezTo>
                  <a:cubicBezTo>
                    <a:pt x="2115820" y="2518410"/>
                    <a:pt x="2129790" y="2533650"/>
                    <a:pt x="2137410" y="2548890"/>
                  </a:cubicBezTo>
                  <a:cubicBezTo>
                    <a:pt x="2145030" y="2564130"/>
                    <a:pt x="2150110" y="2583180"/>
                    <a:pt x="2146300" y="2600960"/>
                  </a:cubicBezTo>
                  <a:cubicBezTo>
                    <a:pt x="2141220" y="2621280"/>
                    <a:pt x="2119630" y="2653030"/>
                    <a:pt x="2099310" y="2663190"/>
                  </a:cubicBezTo>
                  <a:cubicBezTo>
                    <a:pt x="2078990" y="2673350"/>
                    <a:pt x="2040890" y="2669540"/>
                    <a:pt x="2021840" y="2659380"/>
                  </a:cubicBezTo>
                  <a:cubicBezTo>
                    <a:pt x="2005330" y="2651760"/>
                    <a:pt x="1993900" y="2633980"/>
                    <a:pt x="1987550" y="2618740"/>
                  </a:cubicBezTo>
                  <a:cubicBezTo>
                    <a:pt x="1981200" y="2603500"/>
                    <a:pt x="1977390" y="2583180"/>
                    <a:pt x="1983740" y="2566670"/>
                  </a:cubicBezTo>
                  <a:cubicBezTo>
                    <a:pt x="1991360" y="2546350"/>
                    <a:pt x="2006600" y="2523490"/>
                    <a:pt x="2037080" y="2509520"/>
                  </a:cubicBezTo>
                  <a:cubicBezTo>
                    <a:pt x="2104390" y="2477770"/>
                    <a:pt x="2321560" y="2496820"/>
                    <a:pt x="2421890" y="2481580"/>
                  </a:cubicBezTo>
                  <a:cubicBezTo>
                    <a:pt x="2487930" y="2471420"/>
                    <a:pt x="2556510" y="2479040"/>
                    <a:pt x="2584450" y="2443480"/>
                  </a:cubicBezTo>
                  <a:cubicBezTo>
                    <a:pt x="2613660" y="2406650"/>
                    <a:pt x="2589530" y="2330450"/>
                    <a:pt x="2581910" y="2258060"/>
                  </a:cubicBezTo>
                  <a:cubicBezTo>
                    <a:pt x="2570480" y="2150110"/>
                    <a:pt x="2499360" y="1932940"/>
                    <a:pt x="2504440" y="1861820"/>
                  </a:cubicBezTo>
                  <a:cubicBezTo>
                    <a:pt x="2506980" y="1833880"/>
                    <a:pt x="2512060" y="1819910"/>
                    <a:pt x="2524760" y="1805940"/>
                  </a:cubicBezTo>
                  <a:cubicBezTo>
                    <a:pt x="2536190" y="1791970"/>
                    <a:pt x="2559050" y="1780540"/>
                    <a:pt x="2576830" y="1778000"/>
                  </a:cubicBezTo>
                  <a:cubicBezTo>
                    <a:pt x="2595880" y="1775460"/>
                    <a:pt x="2620010" y="1780540"/>
                    <a:pt x="2635250" y="1790700"/>
                  </a:cubicBezTo>
                  <a:cubicBezTo>
                    <a:pt x="2650490" y="1800860"/>
                    <a:pt x="2661920" y="1817370"/>
                    <a:pt x="2669540" y="1838960"/>
                  </a:cubicBezTo>
                  <a:cubicBezTo>
                    <a:pt x="2679700" y="1869440"/>
                    <a:pt x="2669540" y="1903730"/>
                    <a:pt x="2674620" y="1959610"/>
                  </a:cubicBezTo>
                  <a:cubicBezTo>
                    <a:pt x="2686050" y="2085340"/>
                    <a:pt x="2804160" y="2475230"/>
                    <a:pt x="2759710" y="2567940"/>
                  </a:cubicBezTo>
                  <a:cubicBezTo>
                    <a:pt x="2740660" y="2608580"/>
                    <a:pt x="2693670" y="2627630"/>
                    <a:pt x="2660650" y="2626360"/>
                  </a:cubicBezTo>
                  <a:cubicBezTo>
                    <a:pt x="2626360" y="2623820"/>
                    <a:pt x="2595880" y="2586990"/>
                    <a:pt x="2560320" y="2550160"/>
                  </a:cubicBezTo>
                  <a:cubicBezTo>
                    <a:pt x="2504440" y="2493010"/>
                    <a:pt x="2457450" y="2399030"/>
                    <a:pt x="2379980" y="2301240"/>
                  </a:cubicBezTo>
                  <a:cubicBezTo>
                    <a:pt x="2259330" y="2146300"/>
                    <a:pt x="2057400" y="1898650"/>
                    <a:pt x="1889760" y="1723390"/>
                  </a:cubicBezTo>
                  <a:cubicBezTo>
                    <a:pt x="1734820" y="1560830"/>
                    <a:pt x="1551940" y="1404620"/>
                    <a:pt x="1412240" y="1280160"/>
                  </a:cubicBezTo>
                  <a:cubicBezTo>
                    <a:pt x="1305560" y="1184910"/>
                    <a:pt x="1221740" y="1113790"/>
                    <a:pt x="1125220" y="1036320"/>
                  </a:cubicBezTo>
                  <a:cubicBezTo>
                    <a:pt x="1031240" y="961390"/>
                    <a:pt x="937260" y="905510"/>
                    <a:pt x="840740" y="824230"/>
                  </a:cubicBezTo>
                  <a:cubicBezTo>
                    <a:pt x="727710" y="730250"/>
                    <a:pt x="621030" y="604520"/>
                    <a:pt x="494030" y="496570"/>
                  </a:cubicBezTo>
                  <a:cubicBezTo>
                    <a:pt x="353060" y="375920"/>
                    <a:pt x="87630" y="215900"/>
                    <a:pt x="27940" y="137160"/>
                  </a:cubicBezTo>
                  <a:cubicBezTo>
                    <a:pt x="6350" y="109220"/>
                    <a:pt x="0" y="90170"/>
                    <a:pt x="0" y="69850"/>
                  </a:cubicBezTo>
                  <a:cubicBezTo>
                    <a:pt x="0" y="52070"/>
                    <a:pt x="11430" y="31750"/>
                    <a:pt x="24130" y="20320"/>
                  </a:cubicBezTo>
                  <a:cubicBezTo>
                    <a:pt x="36830" y="8890"/>
                    <a:pt x="58420" y="0"/>
                    <a:pt x="74930" y="0"/>
                  </a:cubicBezTo>
                  <a:cubicBezTo>
                    <a:pt x="92710" y="0"/>
                    <a:pt x="127000" y="17780"/>
                    <a:pt x="127000" y="17780"/>
                  </a:cubicBezTo>
                </a:path>
              </a:pathLst>
            </a:custGeom>
            <a:solidFill>
              <a:srgbClr val="E6C078"/>
            </a:solidFill>
            <a:ln cap="sq">
              <a:noFill/>
              <a:prstDash val="solid"/>
              <a:miter/>
            </a:ln>
          </p:spPr>
        </p:sp>
      </p:grpSp>
      <p:grpSp>
        <p:nvGrpSpPr>
          <p:cNvPr id="74" name="Group 31">
            <a:extLst>
              <a:ext uri="{FF2B5EF4-FFF2-40B4-BE49-F238E27FC236}">
                <a16:creationId xmlns:a16="http://schemas.microsoft.com/office/drawing/2014/main" id="{206F6B85-079F-48F1-A096-313FBCF678D0}"/>
              </a:ext>
            </a:extLst>
          </p:cNvPr>
          <p:cNvGrpSpPr/>
          <p:nvPr/>
        </p:nvGrpSpPr>
        <p:grpSpPr>
          <a:xfrm>
            <a:off x="6613859" y="3117320"/>
            <a:ext cx="5506800" cy="3301607"/>
            <a:chOff x="0" y="0"/>
            <a:chExt cx="10180320" cy="6103620"/>
          </a:xfrm>
        </p:grpSpPr>
        <p:sp>
          <p:nvSpPr>
            <p:cNvPr id="75" name="Freeform 32">
              <a:extLst>
                <a:ext uri="{FF2B5EF4-FFF2-40B4-BE49-F238E27FC236}">
                  <a16:creationId xmlns:a16="http://schemas.microsoft.com/office/drawing/2014/main" id="{A5872DCE-017A-4C99-8C20-27C42746CA8B}"/>
                </a:ext>
              </a:extLst>
            </p:cNvPr>
            <p:cNvSpPr/>
            <p:nvPr/>
          </p:nvSpPr>
          <p:spPr>
            <a:xfrm>
              <a:off x="49530" y="41910"/>
              <a:ext cx="10082530" cy="6012180"/>
            </a:xfrm>
            <a:custGeom>
              <a:avLst/>
              <a:gdLst/>
              <a:ahLst/>
              <a:cxnLst/>
              <a:rect l="l" t="t" r="r" b="b"/>
              <a:pathLst>
                <a:path w="10082530" h="6012180">
                  <a:moveTo>
                    <a:pt x="1270" y="3318510"/>
                  </a:moveTo>
                  <a:cubicBezTo>
                    <a:pt x="54610" y="3100070"/>
                    <a:pt x="74930" y="2788920"/>
                    <a:pt x="95250" y="2686050"/>
                  </a:cubicBezTo>
                  <a:cubicBezTo>
                    <a:pt x="104140" y="2641600"/>
                    <a:pt x="109220" y="2623820"/>
                    <a:pt x="120650" y="2593340"/>
                  </a:cubicBezTo>
                  <a:cubicBezTo>
                    <a:pt x="133350" y="2561590"/>
                    <a:pt x="142240" y="2519680"/>
                    <a:pt x="168910" y="2500630"/>
                  </a:cubicBezTo>
                  <a:cubicBezTo>
                    <a:pt x="199390" y="2479040"/>
                    <a:pt x="265430" y="2467610"/>
                    <a:pt x="303530" y="2480310"/>
                  </a:cubicBezTo>
                  <a:cubicBezTo>
                    <a:pt x="340360" y="2491740"/>
                    <a:pt x="358140" y="2522220"/>
                    <a:pt x="392430" y="2569210"/>
                  </a:cubicBezTo>
                  <a:cubicBezTo>
                    <a:pt x="473710" y="2680970"/>
                    <a:pt x="709930" y="3202940"/>
                    <a:pt x="720090" y="3199130"/>
                  </a:cubicBezTo>
                  <a:cubicBezTo>
                    <a:pt x="723900" y="3197860"/>
                    <a:pt x="688340" y="3134360"/>
                    <a:pt x="689610" y="3105150"/>
                  </a:cubicBezTo>
                  <a:cubicBezTo>
                    <a:pt x="690880" y="3079750"/>
                    <a:pt x="702310" y="3053080"/>
                    <a:pt x="721360" y="3032760"/>
                  </a:cubicBezTo>
                  <a:cubicBezTo>
                    <a:pt x="745490" y="3006090"/>
                    <a:pt x="793750" y="2971800"/>
                    <a:pt x="830580" y="2970530"/>
                  </a:cubicBezTo>
                  <a:cubicBezTo>
                    <a:pt x="867410" y="2969260"/>
                    <a:pt x="913130" y="2995930"/>
                    <a:pt x="944880" y="3028950"/>
                  </a:cubicBezTo>
                  <a:cubicBezTo>
                    <a:pt x="988060" y="3073400"/>
                    <a:pt x="1014730" y="3154680"/>
                    <a:pt x="1042670" y="3232150"/>
                  </a:cubicBezTo>
                  <a:cubicBezTo>
                    <a:pt x="1076960" y="3326130"/>
                    <a:pt x="1093470" y="3444240"/>
                    <a:pt x="1129030" y="3557270"/>
                  </a:cubicBezTo>
                  <a:cubicBezTo>
                    <a:pt x="1168400" y="3684270"/>
                    <a:pt x="1264920" y="3957320"/>
                    <a:pt x="1270000" y="3956050"/>
                  </a:cubicBezTo>
                  <a:cubicBezTo>
                    <a:pt x="1272540" y="3954780"/>
                    <a:pt x="1250950" y="3909060"/>
                    <a:pt x="1249680" y="3860800"/>
                  </a:cubicBezTo>
                  <a:cubicBezTo>
                    <a:pt x="1245870" y="3712210"/>
                    <a:pt x="1353820" y="3262630"/>
                    <a:pt x="1397000" y="2943860"/>
                  </a:cubicBezTo>
                  <a:cubicBezTo>
                    <a:pt x="1443990" y="2600960"/>
                    <a:pt x="1479550" y="2176780"/>
                    <a:pt x="1517650" y="1870710"/>
                  </a:cubicBezTo>
                  <a:cubicBezTo>
                    <a:pt x="1546860" y="1642110"/>
                    <a:pt x="1569720" y="1451610"/>
                    <a:pt x="1601470" y="1271270"/>
                  </a:cubicBezTo>
                  <a:cubicBezTo>
                    <a:pt x="1628140" y="1120140"/>
                    <a:pt x="1653540" y="1000760"/>
                    <a:pt x="1690370" y="857250"/>
                  </a:cubicBezTo>
                  <a:cubicBezTo>
                    <a:pt x="1731010" y="699770"/>
                    <a:pt x="1799590" y="440690"/>
                    <a:pt x="1841500" y="364490"/>
                  </a:cubicBezTo>
                  <a:cubicBezTo>
                    <a:pt x="1856740" y="337820"/>
                    <a:pt x="1865630" y="322580"/>
                    <a:pt x="1883410" y="316230"/>
                  </a:cubicBezTo>
                  <a:cubicBezTo>
                    <a:pt x="1901190" y="309880"/>
                    <a:pt x="1931670" y="314960"/>
                    <a:pt x="1946910" y="323850"/>
                  </a:cubicBezTo>
                  <a:cubicBezTo>
                    <a:pt x="1960880" y="332740"/>
                    <a:pt x="1965960" y="346710"/>
                    <a:pt x="1974850" y="364490"/>
                  </a:cubicBezTo>
                  <a:cubicBezTo>
                    <a:pt x="1988820" y="393700"/>
                    <a:pt x="1997710" y="424180"/>
                    <a:pt x="2009140" y="488950"/>
                  </a:cubicBezTo>
                  <a:cubicBezTo>
                    <a:pt x="2045970" y="698500"/>
                    <a:pt x="2067560" y="1417320"/>
                    <a:pt x="2124710" y="1840230"/>
                  </a:cubicBezTo>
                  <a:cubicBezTo>
                    <a:pt x="2175510" y="2218690"/>
                    <a:pt x="2266950" y="2565400"/>
                    <a:pt x="2324100" y="2909570"/>
                  </a:cubicBezTo>
                  <a:cubicBezTo>
                    <a:pt x="2376170" y="3227070"/>
                    <a:pt x="2388870" y="3478530"/>
                    <a:pt x="2457450" y="3829050"/>
                  </a:cubicBezTo>
                  <a:cubicBezTo>
                    <a:pt x="2550160" y="4305300"/>
                    <a:pt x="2764790" y="5172710"/>
                    <a:pt x="2871470" y="5500370"/>
                  </a:cubicBezTo>
                  <a:cubicBezTo>
                    <a:pt x="2917190" y="5642610"/>
                    <a:pt x="2984500" y="5739130"/>
                    <a:pt x="2992120" y="5797550"/>
                  </a:cubicBezTo>
                  <a:cubicBezTo>
                    <a:pt x="2994660" y="5820410"/>
                    <a:pt x="2993390" y="5834380"/>
                    <a:pt x="2985770" y="5848350"/>
                  </a:cubicBezTo>
                  <a:cubicBezTo>
                    <a:pt x="2978150" y="5862320"/>
                    <a:pt x="2962910" y="5877560"/>
                    <a:pt x="2947670" y="5882640"/>
                  </a:cubicBezTo>
                  <a:cubicBezTo>
                    <a:pt x="2929890" y="5888990"/>
                    <a:pt x="2898140" y="5885180"/>
                    <a:pt x="2881630" y="5875020"/>
                  </a:cubicBezTo>
                  <a:cubicBezTo>
                    <a:pt x="2867660" y="5866130"/>
                    <a:pt x="2857500" y="5854700"/>
                    <a:pt x="2852420" y="5833110"/>
                  </a:cubicBezTo>
                  <a:cubicBezTo>
                    <a:pt x="2840990" y="5787390"/>
                    <a:pt x="2876550" y="5699760"/>
                    <a:pt x="2886710" y="5591810"/>
                  </a:cubicBezTo>
                  <a:cubicBezTo>
                    <a:pt x="2907030" y="5372100"/>
                    <a:pt x="2918460" y="4813300"/>
                    <a:pt x="2934970" y="4591050"/>
                  </a:cubicBezTo>
                  <a:cubicBezTo>
                    <a:pt x="2942590" y="4480560"/>
                    <a:pt x="2945130" y="4434840"/>
                    <a:pt x="2959100" y="4342130"/>
                  </a:cubicBezTo>
                  <a:cubicBezTo>
                    <a:pt x="2976880" y="4222750"/>
                    <a:pt x="3016250" y="4098290"/>
                    <a:pt x="3042920" y="3935730"/>
                  </a:cubicBezTo>
                  <a:cubicBezTo>
                    <a:pt x="3082290" y="3693160"/>
                    <a:pt x="3121660" y="3177540"/>
                    <a:pt x="3148330" y="3027680"/>
                  </a:cubicBezTo>
                  <a:cubicBezTo>
                    <a:pt x="3157220" y="2978150"/>
                    <a:pt x="3161030" y="2960370"/>
                    <a:pt x="3172460" y="2928620"/>
                  </a:cubicBezTo>
                  <a:cubicBezTo>
                    <a:pt x="3183890" y="2896870"/>
                    <a:pt x="3197860" y="2858770"/>
                    <a:pt x="3219450" y="2835910"/>
                  </a:cubicBezTo>
                  <a:cubicBezTo>
                    <a:pt x="3239770" y="2814320"/>
                    <a:pt x="3271520" y="2791460"/>
                    <a:pt x="3298190" y="2792730"/>
                  </a:cubicBezTo>
                  <a:cubicBezTo>
                    <a:pt x="3327400" y="2794000"/>
                    <a:pt x="3356610" y="2821940"/>
                    <a:pt x="3384550" y="2854960"/>
                  </a:cubicBezTo>
                  <a:cubicBezTo>
                    <a:pt x="3431540" y="2909570"/>
                    <a:pt x="3473450" y="3020060"/>
                    <a:pt x="3519170" y="3120390"/>
                  </a:cubicBezTo>
                  <a:cubicBezTo>
                    <a:pt x="3576320" y="3247390"/>
                    <a:pt x="3633470" y="3440430"/>
                    <a:pt x="3690620" y="3558540"/>
                  </a:cubicBezTo>
                  <a:cubicBezTo>
                    <a:pt x="3732530" y="3643630"/>
                    <a:pt x="3774440" y="3769360"/>
                    <a:pt x="3815080" y="3771900"/>
                  </a:cubicBezTo>
                  <a:cubicBezTo>
                    <a:pt x="3845560" y="3774440"/>
                    <a:pt x="3872230" y="3713480"/>
                    <a:pt x="3905250" y="3660140"/>
                  </a:cubicBezTo>
                  <a:cubicBezTo>
                    <a:pt x="3970020" y="3557270"/>
                    <a:pt x="4058920" y="3255010"/>
                    <a:pt x="4133850" y="3172460"/>
                  </a:cubicBezTo>
                  <a:cubicBezTo>
                    <a:pt x="4170680" y="3133090"/>
                    <a:pt x="4206240" y="3110230"/>
                    <a:pt x="4241800" y="3110230"/>
                  </a:cubicBezTo>
                  <a:cubicBezTo>
                    <a:pt x="4274820" y="3110230"/>
                    <a:pt x="4306570" y="3129280"/>
                    <a:pt x="4340860" y="3163570"/>
                  </a:cubicBezTo>
                  <a:cubicBezTo>
                    <a:pt x="4414520" y="3238500"/>
                    <a:pt x="4540250" y="3625850"/>
                    <a:pt x="4582160" y="3622040"/>
                  </a:cubicBezTo>
                  <a:cubicBezTo>
                    <a:pt x="4602480" y="3620770"/>
                    <a:pt x="4599940" y="3543300"/>
                    <a:pt x="4616450" y="3511550"/>
                  </a:cubicBezTo>
                  <a:cubicBezTo>
                    <a:pt x="4631690" y="3483610"/>
                    <a:pt x="4646930" y="3460750"/>
                    <a:pt x="4672330" y="3441700"/>
                  </a:cubicBezTo>
                  <a:cubicBezTo>
                    <a:pt x="4702810" y="3417570"/>
                    <a:pt x="4757420" y="3388360"/>
                    <a:pt x="4794250" y="3387090"/>
                  </a:cubicBezTo>
                  <a:cubicBezTo>
                    <a:pt x="4824730" y="3385820"/>
                    <a:pt x="4848860" y="3397250"/>
                    <a:pt x="4878070" y="3416300"/>
                  </a:cubicBezTo>
                  <a:cubicBezTo>
                    <a:pt x="4923790" y="3446780"/>
                    <a:pt x="4972050" y="3507740"/>
                    <a:pt x="5024120" y="3581400"/>
                  </a:cubicBezTo>
                  <a:cubicBezTo>
                    <a:pt x="5110480" y="3703320"/>
                    <a:pt x="5246370" y="4009390"/>
                    <a:pt x="5313680" y="4102100"/>
                  </a:cubicBezTo>
                  <a:cubicBezTo>
                    <a:pt x="5341620" y="4140200"/>
                    <a:pt x="5360670" y="4177030"/>
                    <a:pt x="5382260" y="4174490"/>
                  </a:cubicBezTo>
                  <a:cubicBezTo>
                    <a:pt x="5411470" y="4170680"/>
                    <a:pt x="5440680" y="4084320"/>
                    <a:pt x="5463540" y="4025900"/>
                  </a:cubicBezTo>
                  <a:cubicBezTo>
                    <a:pt x="5491480" y="3953510"/>
                    <a:pt x="5504180" y="3887470"/>
                    <a:pt x="5525770" y="3771900"/>
                  </a:cubicBezTo>
                  <a:cubicBezTo>
                    <a:pt x="5571490" y="3529330"/>
                    <a:pt x="5623560" y="3022600"/>
                    <a:pt x="5681980" y="2631440"/>
                  </a:cubicBezTo>
                  <a:cubicBezTo>
                    <a:pt x="5744210" y="2213610"/>
                    <a:pt x="5824220" y="1713230"/>
                    <a:pt x="5888990" y="1339850"/>
                  </a:cubicBezTo>
                  <a:cubicBezTo>
                    <a:pt x="5938520" y="1051560"/>
                    <a:pt x="5979160" y="792480"/>
                    <a:pt x="6031230" y="576580"/>
                  </a:cubicBezTo>
                  <a:cubicBezTo>
                    <a:pt x="6070600" y="412750"/>
                    <a:pt x="6118860" y="242570"/>
                    <a:pt x="6158230" y="151130"/>
                  </a:cubicBezTo>
                  <a:cubicBezTo>
                    <a:pt x="6178550" y="105410"/>
                    <a:pt x="6187440" y="76200"/>
                    <a:pt x="6216650" y="52070"/>
                  </a:cubicBezTo>
                  <a:cubicBezTo>
                    <a:pt x="6247130" y="26670"/>
                    <a:pt x="6301740" y="0"/>
                    <a:pt x="6338570" y="8890"/>
                  </a:cubicBezTo>
                  <a:cubicBezTo>
                    <a:pt x="6376670" y="17780"/>
                    <a:pt x="6413500" y="71120"/>
                    <a:pt x="6438900" y="110490"/>
                  </a:cubicBezTo>
                  <a:cubicBezTo>
                    <a:pt x="6465570" y="151130"/>
                    <a:pt x="6478270" y="201930"/>
                    <a:pt x="6494780" y="248920"/>
                  </a:cubicBezTo>
                  <a:cubicBezTo>
                    <a:pt x="6511290" y="294640"/>
                    <a:pt x="6525260" y="335280"/>
                    <a:pt x="6539230" y="388620"/>
                  </a:cubicBezTo>
                  <a:cubicBezTo>
                    <a:pt x="6557010" y="457200"/>
                    <a:pt x="6569710" y="520700"/>
                    <a:pt x="6587490" y="629920"/>
                  </a:cubicBezTo>
                  <a:cubicBezTo>
                    <a:pt x="6625590" y="857250"/>
                    <a:pt x="6671310" y="1352550"/>
                    <a:pt x="6724650" y="1689100"/>
                  </a:cubicBezTo>
                  <a:cubicBezTo>
                    <a:pt x="6774180" y="1997710"/>
                    <a:pt x="6835140" y="2241550"/>
                    <a:pt x="6893560" y="2574290"/>
                  </a:cubicBezTo>
                  <a:cubicBezTo>
                    <a:pt x="6968490" y="3002280"/>
                    <a:pt x="7047230" y="3604260"/>
                    <a:pt x="7127240" y="4047490"/>
                  </a:cubicBezTo>
                  <a:cubicBezTo>
                    <a:pt x="7193280" y="4414520"/>
                    <a:pt x="7261860" y="4765040"/>
                    <a:pt x="7329170" y="5050790"/>
                  </a:cubicBezTo>
                  <a:cubicBezTo>
                    <a:pt x="7379970" y="5267960"/>
                    <a:pt x="7432040" y="5457190"/>
                    <a:pt x="7481570" y="5617210"/>
                  </a:cubicBezTo>
                  <a:cubicBezTo>
                    <a:pt x="7518400" y="5735320"/>
                    <a:pt x="7581900" y="5866130"/>
                    <a:pt x="7588250" y="5924550"/>
                  </a:cubicBezTo>
                  <a:cubicBezTo>
                    <a:pt x="7590790" y="5947410"/>
                    <a:pt x="7588250" y="5960110"/>
                    <a:pt x="7583170" y="5972810"/>
                  </a:cubicBezTo>
                  <a:cubicBezTo>
                    <a:pt x="7578090" y="5982970"/>
                    <a:pt x="7571740" y="5991860"/>
                    <a:pt x="7561580" y="5998210"/>
                  </a:cubicBezTo>
                  <a:cubicBezTo>
                    <a:pt x="7550150" y="6005830"/>
                    <a:pt x="7529830" y="6012180"/>
                    <a:pt x="7514590" y="6010910"/>
                  </a:cubicBezTo>
                  <a:cubicBezTo>
                    <a:pt x="7499350" y="6009640"/>
                    <a:pt x="7481570" y="5999480"/>
                    <a:pt x="7471410" y="5989320"/>
                  </a:cubicBezTo>
                  <a:cubicBezTo>
                    <a:pt x="7462520" y="5981700"/>
                    <a:pt x="7457440" y="5975350"/>
                    <a:pt x="7454900" y="5960110"/>
                  </a:cubicBezTo>
                  <a:cubicBezTo>
                    <a:pt x="7449820" y="5920740"/>
                    <a:pt x="7489190" y="5850890"/>
                    <a:pt x="7508240" y="5734050"/>
                  </a:cubicBezTo>
                  <a:cubicBezTo>
                    <a:pt x="7570470" y="5350510"/>
                    <a:pt x="7688580" y="3641090"/>
                    <a:pt x="7740650" y="3242310"/>
                  </a:cubicBezTo>
                  <a:cubicBezTo>
                    <a:pt x="7757160" y="3115310"/>
                    <a:pt x="7763510" y="3056890"/>
                    <a:pt x="7782560" y="2993390"/>
                  </a:cubicBezTo>
                  <a:cubicBezTo>
                    <a:pt x="7795260" y="2951480"/>
                    <a:pt x="7804150" y="2915920"/>
                    <a:pt x="7828280" y="2891790"/>
                  </a:cubicBezTo>
                  <a:cubicBezTo>
                    <a:pt x="7852410" y="2867660"/>
                    <a:pt x="7895590" y="2842260"/>
                    <a:pt x="7929880" y="2847340"/>
                  </a:cubicBezTo>
                  <a:cubicBezTo>
                    <a:pt x="7974330" y="2854960"/>
                    <a:pt x="8026400" y="2917190"/>
                    <a:pt x="8067040" y="2970530"/>
                  </a:cubicBezTo>
                  <a:cubicBezTo>
                    <a:pt x="8116570" y="3035300"/>
                    <a:pt x="8153400" y="3133090"/>
                    <a:pt x="8188960" y="3219450"/>
                  </a:cubicBezTo>
                  <a:cubicBezTo>
                    <a:pt x="8225790" y="3307080"/>
                    <a:pt x="8244840" y="3409950"/>
                    <a:pt x="8281670" y="3493770"/>
                  </a:cubicBezTo>
                  <a:cubicBezTo>
                    <a:pt x="8315960" y="3569970"/>
                    <a:pt x="8360410" y="3702050"/>
                    <a:pt x="8399780" y="3703320"/>
                  </a:cubicBezTo>
                  <a:cubicBezTo>
                    <a:pt x="8432800" y="3704590"/>
                    <a:pt x="8460740" y="3627120"/>
                    <a:pt x="8500110" y="3559810"/>
                  </a:cubicBezTo>
                  <a:cubicBezTo>
                    <a:pt x="8578850" y="3422650"/>
                    <a:pt x="8735060" y="3027680"/>
                    <a:pt x="8807450" y="2907030"/>
                  </a:cubicBezTo>
                  <a:cubicBezTo>
                    <a:pt x="8837930" y="2856230"/>
                    <a:pt x="8849360" y="2829560"/>
                    <a:pt x="8882380" y="2806700"/>
                  </a:cubicBezTo>
                  <a:cubicBezTo>
                    <a:pt x="8916670" y="2782570"/>
                    <a:pt x="8970010" y="2760980"/>
                    <a:pt x="9011920" y="2768600"/>
                  </a:cubicBezTo>
                  <a:cubicBezTo>
                    <a:pt x="9057640" y="2776220"/>
                    <a:pt x="9107170" y="2827020"/>
                    <a:pt x="9142730" y="2862580"/>
                  </a:cubicBezTo>
                  <a:cubicBezTo>
                    <a:pt x="9174480" y="2894330"/>
                    <a:pt x="9192260" y="2928620"/>
                    <a:pt x="9217660" y="2970530"/>
                  </a:cubicBezTo>
                  <a:cubicBezTo>
                    <a:pt x="9249410" y="3023870"/>
                    <a:pt x="9277350" y="3098800"/>
                    <a:pt x="9314180" y="3159760"/>
                  </a:cubicBezTo>
                  <a:cubicBezTo>
                    <a:pt x="9351010" y="3221990"/>
                    <a:pt x="9398000" y="3342640"/>
                    <a:pt x="9437370" y="3341370"/>
                  </a:cubicBezTo>
                  <a:cubicBezTo>
                    <a:pt x="9475470" y="3340100"/>
                    <a:pt x="9512300" y="3204210"/>
                    <a:pt x="9547860" y="3161030"/>
                  </a:cubicBezTo>
                  <a:cubicBezTo>
                    <a:pt x="9571990" y="3131820"/>
                    <a:pt x="9588500" y="3108960"/>
                    <a:pt x="9616440" y="3097530"/>
                  </a:cubicBezTo>
                  <a:cubicBezTo>
                    <a:pt x="9646920" y="3084830"/>
                    <a:pt x="9693910" y="3079750"/>
                    <a:pt x="9728200" y="3091180"/>
                  </a:cubicBezTo>
                  <a:cubicBezTo>
                    <a:pt x="9763760" y="3102610"/>
                    <a:pt x="9789160" y="3130550"/>
                    <a:pt x="9824720" y="3172460"/>
                  </a:cubicBezTo>
                  <a:cubicBezTo>
                    <a:pt x="9892030" y="3251200"/>
                    <a:pt x="10033000" y="3495040"/>
                    <a:pt x="10064750" y="3564890"/>
                  </a:cubicBezTo>
                  <a:cubicBezTo>
                    <a:pt x="10074910" y="3589020"/>
                    <a:pt x="10082530" y="3597910"/>
                    <a:pt x="10079990" y="3615690"/>
                  </a:cubicBezTo>
                  <a:cubicBezTo>
                    <a:pt x="10077450" y="3637280"/>
                    <a:pt x="10058400" y="3670300"/>
                    <a:pt x="10041890" y="3683000"/>
                  </a:cubicBezTo>
                  <a:cubicBezTo>
                    <a:pt x="10027920" y="3693160"/>
                    <a:pt x="10007600" y="3695700"/>
                    <a:pt x="9991090" y="3694430"/>
                  </a:cubicBezTo>
                  <a:cubicBezTo>
                    <a:pt x="9974580" y="3693160"/>
                    <a:pt x="9955530" y="3685540"/>
                    <a:pt x="9942830" y="3674110"/>
                  </a:cubicBezTo>
                  <a:cubicBezTo>
                    <a:pt x="9930130" y="3662680"/>
                    <a:pt x="9918700" y="3646170"/>
                    <a:pt x="9916160" y="3628390"/>
                  </a:cubicBezTo>
                  <a:cubicBezTo>
                    <a:pt x="9913620" y="3606800"/>
                    <a:pt x="9922510" y="3571240"/>
                    <a:pt x="9939020" y="3554730"/>
                  </a:cubicBezTo>
                  <a:cubicBezTo>
                    <a:pt x="9955530" y="3538220"/>
                    <a:pt x="9989820" y="3528060"/>
                    <a:pt x="10012680" y="3531870"/>
                  </a:cubicBezTo>
                  <a:cubicBezTo>
                    <a:pt x="10035540" y="3535680"/>
                    <a:pt x="10063480" y="3561080"/>
                    <a:pt x="10073640" y="3580130"/>
                  </a:cubicBezTo>
                  <a:cubicBezTo>
                    <a:pt x="10082530" y="3595370"/>
                    <a:pt x="10081260" y="3616960"/>
                    <a:pt x="10077450" y="3633470"/>
                  </a:cubicBezTo>
                  <a:cubicBezTo>
                    <a:pt x="10073640" y="3649980"/>
                    <a:pt x="10060940" y="3666490"/>
                    <a:pt x="10048240" y="3676650"/>
                  </a:cubicBezTo>
                  <a:cubicBezTo>
                    <a:pt x="10035540" y="3686810"/>
                    <a:pt x="10016490" y="3695700"/>
                    <a:pt x="9999980" y="3695700"/>
                  </a:cubicBezTo>
                  <a:cubicBezTo>
                    <a:pt x="9983470" y="3695700"/>
                    <a:pt x="9969500" y="3694430"/>
                    <a:pt x="9949180" y="3679190"/>
                  </a:cubicBezTo>
                  <a:cubicBezTo>
                    <a:pt x="9886950" y="3630930"/>
                    <a:pt x="9735820" y="3243580"/>
                    <a:pt x="9678670" y="3243580"/>
                  </a:cubicBezTo>
                  <a:cubicBezTo>
                    <a:pt x="9652000" y="3243580"/>
                    <a:pt x="9643110" y="3305810"/>
                    <a:pt x="9620250" y="3336290"/>
                  </a:cubicBezTo>
                  <a:cubicBezTo>
                    <a:pt x="9594850" y="3369310"/>
                    <a:pt x="9561830" y="3409950"/>
                    <a:pt x="9531350" y="3434080"/>
                  </a:cubicBezTo>
                  <a:cubicBezTo>
                    <a:pt x="9505950" y="3453130"/>
                    <a:pt x="9484360" y="3472180"/>
                    <a:pt x="9455150" y="3475990"/>
                  </a:cubicBezTo>
                  <a:cubicBezTo>
                    <a:pt x="9419590" y="3479800"/>
                    <a:pt x="9367520" y="3467100"/>
                    <a:pt x="9329420" y="3439160"/>
                  </a:cubicBezTo>
                  <a:cubicBezTo>
                    <a:pt x="9276080" y="3398520"/>
                    <a:pt x="9229090" y="3291840"/>
                    <a:pt x="9189720" y="3223260"/>
                  </a:cubicBezTo>
                  <a:cubicBezTo>
                    <a:pt x="9155430" y="3163570"/>
                    <a:pt x="9138920" y="3103880"/>
                    <a:pt x="9103360" y="3050540"/>
                  </a:cubicBezTo>
                  <a:cubicBezTo>
                    <a:pt x="9067800" y="2997200"/>
                    <a:pt x="9017000" y="2900680"/>
                    <a:pt x="8977630" y="2901950"/>
                  </a:cubicBezTo>
                  <a:cubicBezTo>
                    <a:pt x="8938260" y="2903220"/>
                    <a:pt x="8903970" y="2992120"/>
                    <a:pt x="8865870" y="3061970"/>
                  </a:cubicBezTo>
                  <a:cubicBezTo>
                    <a:pt x="8804910" y="3172460"/>
                    <a:pt x="8735060" y="3384550"/>
                    <a:pt x="8674100" y="3512820"/>
                  </a:cubicBezTo>
                  <a:cubicBezTo>
                    <a:pt x="8627110" y="3610610"/>
                    <a:pt x="8581390" y="3714750"/>
                    <a:pt x="8540750" y="3766820"/>
                  </a:cubicBezTo>
                  <a:cubicBezTo>
                    <a:pt x="8519160" y="3794760"/>
                    <a:pt x="8507730" y="3812540"/>
                    <a:pt x="8479790" y="3823970"/>
                  </a:cubicBezTo>
                  <a:cubicBezTo>
                    <a:pt x="8444230" y="3837940"/>
                    <a:pt x="8375650" y="3844290"/>
                    <a:pt x="8336280" y="3826510"/>
                  </a:cubicBezTo>
                  <a:cubicBezTo>
                    <a:pt x="8298180" y="3808730"/>
                    <a:pt x="8275320" y="3757930"/>
                    <a:pt x="8247380" y="3714750"/>
                  </a:cubicBezTo>
                  <a:cubicBezTo>
                    <a:pt x="8214360" y="3662680"/>
                    <a:pt x="8185150" y="3597910"/>
                    <a:pt x="8157210" y="3530600"/>
                  </a:cubicBezTo>
                  <a:cubicBezTo>
                    <a:pt x="8125460" y="3454400"/>
                    <a:pt x="8096250" y="3343910"/>
                    <a:pt x="8068310" y="3279140"/>
                  </a:cubicBezTo>
                  <a:cubicBezTo>
                    <a:pt x="8050530" y="3237230"/>
                    <a:pt x="8039100" y="3213100"/>
                    <a:pt x="8017510" y="3177540"/>
                  </a:cubicBezTo>
                  <a:cubicBezTo>
                    <a:pt x="7989570" y="3131820"/>
                    <a:pt x="7936230" y="3021330"/>
                    <a:pt x="7908290" y="3027680"/>
                  </a:cubicBezTo>
                  <a:cubicBezTo>
                    <a:pt x="7870190" y="3036570"/>
                    <a:pt x="7865110" y="3211830"/>
                    <a:pt x="7843520" y="3361690"/>
                  </a:cubicBezTo>
                  <a:cubicBezTo>
                    <a:pt x="7800340" y="3663950"/>
                    <a:pt x="7748270" y="4312920"/>
                    <a:pt x="7713980" y="4738370"/>
                  </a:cubicBezTo>
                  <a:cubicBezTo>
                    <a:pt x="7684770" y="5104130"/>
                    <a:pt x="7684770" y="5542280"/>
                    <a:pt x="7644130" y="5759450"/>
                  </a:cubicBezTo>
                  <a:cubicBezTo>
                    <a:pt x="7625080" y="5863590"/>
                    <a:pt x="7607300" y="5951220"/>
                    <a:pt x="7574280" y="5986780"/>
                  </a:cubicBezTo>
                  <a:cubicBezTo>
                    <a:pt x="7556500" y="6005830"/>
                    <a:pt x="7532370" y="6012180"/>
                    <a:pt x="7514590" y="6010910"/>
                  </a:cubicBezTo>
                  <a:cubicBezTo>
                    <a:pt x="7499350" y="6010910"/>
                    <a:pt x="7484110" y="6002020"/>
                    <a:pt x="7471410" y="5989320"/>
                  </a:cubicBezTo>
                  <a:cubicBezTo>
                    <a:pt x="7452360" y="5969000"/>
                    <a:pt x="7443470" y="5937250"/>
                    <a:pt x="7425690" y="5883910"/>
                  </a:cubicBezTo>
                  <a:cubicBezTo>
                    <a:pt x="7377430" y="5741670"/>
                    <a:pt x="7283450" y="5358130"/>
                    <a:pt x="7217410" y="5072380"/>
                  </a:cubicBezTo>
                  <a:cubicBezTo>
                    <a:pt x="7145020" y="4756150"/>
                    <a:pt x="7080250" y="4434840"/>
                    <a:pt x="7014210" y="4066540"/>
                  </a:cubicBezTo>
                  <a:cubicBezTo>
                    <a:pt x="6934200" y="3623310"/>
                    <a:pt x="6855460" y="3023870"/>
                    <a:pt x="6780530" y="2595880"/>
                  </a:cubicBezTo>
                  <a:cubicBezTo>
                    <a:pt x="6722110" y="2261870"/>
                    <a:pt x="6656070" y="2000250"/>
                    <a:pt x="6609080" y="1706880"/>
                  </a:cubicBezTo>
                  <a:cubicBezTo>
                    <a:pt x="6563360" y="1422400"/>
                    <a:pt x="6537960" y="1097280"/>
                    <a:pt x="6499860" y="862330"/>
                  </a:cubicBezTo>
                  <a:cubicBezTo>
                    <a:pt x="6471920" y="693420"/>
                    <a:pt x="6446520" y="561340"/>
                    <a:pt x="6414770" y="429260"/>
                  </a:cubicBezTo>
                  <a:cubicBezTo>
                    <a:pt x="6388100" y="317500"/>
                    <a:pt x="6361430" y="127000"/>
                    <a:pt x="6328410" y="120650"/>
                  </a:cubicBezTo>
                  <a:cubicBezTo>
                    <a:pt x="6310630" y="116840"/>
                    <a:pt x="6286500" y="167640"/>
                    <a:pt x="6271260" y="195580"/>
                  </a:cubicBezTo>
                  <a:cubicBezTo>
                    <a:pt x="6254750" y="223520"/>
                    <a:pt x="6247130" y="246380"/>
                    <a:pt x="6233160" y="287020"/>
                  </a:cubicBezTo>
                  <a:cubicBezTo>
                    <a:pt x="6207760" y="359410"/>
                    <a:pt x="6165850" y="506730"/>
                    <a:pt x="6144260" y="598170"/>
                  </a:cubicBezTo>
                  <a:cubicBezTo>
                    <a:pt x="6127750" y="669290"/>
                    <a:pt x="6122670" y="708660"/>
                    <a:pt x="6107430" y="788670"/>
                  </a:cubicBezTo>
                  <a:cubicBezTo>
                    <a:pt x="6080760" y="927100"/>
                    <a:pt x="6043930" y="1121410"/>
                    <a:pt x="6003290" y="1357630"/>
                  </a:cubicBezTo>
                  <a:cubicBezTo>
                    <a:pt x="5937250" y="1747520"/>
                    <a:pt x="5819140" y="2466340"/>
                    <a:pt x="5759450" y="2912110"/>
                  </a:cubicBezTo>
                  <a:cubicBezTo>
                    <a:pt x="5713730" y="3247390"/>
                    <a:pt x="5685790" y="3613150"/>
                    <a:pt x="5659120" y="3797300"/>
                  </a:cubicBezTo>
                  <a:cubicBezTo>
                    <a:pt x="5647690" y="3881120"/>
                    <a:pt x="5645150" y="3915410"/>
                    <a:pt x="5627370" y="3978910"/>
                  </a:cubicBezTo>
                  <a:cubicBezTo>
                    <a:pt x="5607050" y="4051300"/>
                    <a:pt x="5570220" y="4154170"/>
                    <a:pt x="5542280" y="4206240"/>
                  </a:cubicBezTo>
                  <a:cubicBezTo>
                    <a:pt x="5525770" y="4236720"/>
                    <a:pt x="5520690" y="4257040"/>
                    <a:pt x="5495290" y="4274820"/>
                  </a:cubicBezTo>
                  <a:cubicBezTo>
                    <a:pt x="5461000" y="4298950"/>
                    <a:pt x="5382260" y="4324350"/>
                    <a:pt x="5337810" y="4314190"/>
                  </a:cubicBezTo>
                  <a:cubicBezTo>
                    <a:pt x="5298440" y="4305300"/>
                    <a:pt x="5273040" y="4274820"/>
                    <a:pt x="5237480" y="4232910"/>
                  </a:cubicBezTo>
                  <a:cubicBezTo>
                    <a:pt x="5173980" y="4159250"/>
                    <a:pt x="5104130" y="3991610"/>
                    <a:pt x="5030470" y="3874770"/>
                  </a:cubicBezTo>
                  <a:cubicBezTo>
                    <a:pt x="4956810" y="3759200"/>
                    <a:pt x="4869180" y="3536950"/>
                    <a:pt x="4798060" y="3535680"/>
                  </a:cubicBezTo>
                  <a:cubicBezTo>
                    <a:pt x="4739640" y="3534410"/>
                    <a:pt x="4695190" y="3731260"/>
                    <a:pt x="4635500" y="3761740"/>
                  </a:cubicBezTo>
                  <a:cubicBezTo>
                    <a:pt x="4596130" y="3782060"/>
                    <a:pt x="4541520" y="3778250"/>
                    <a:pt x="4509770" y="3763010"/>
                  </a:cubicBezTo>
                  <a:cubicBezTo>
                    <a:pt x="4481830" y="3750310"/>
                    <a:pt x="4471670" y="3724910"/>
                    <a:pt x="4448810" y="3689350"/>
                  </a:cubicBezTo>
                  <a:cubicBezTo>
                    <a:pt x="4401820" y="3616960"/>
                    <a:pt x="4292600" y="3413760"/>
                    <a:pt x="4269740" y="3332480"/>
                  </a:cubicBezTo>
                  <a:cubicBezTo>
                    <a:pt x="4258310" y="3294380"/>
                    <a:pt x="4272280" y="3244850"/>
                    <a:pt x="4260850" y="3242310"/>
                  </a:cubicBezTo>
                  <a:cubicBezTo>
                    <a:pt x="4229100" y="3237230"/>
                    <a:pt x="4036060" y="3754120"/>
                    <a:pt x="3968750" y="3849370"/>
                  </a:cubicBezTo>
                  <a:cubicBezTo>
                    <a:pt x="3944620" y="3883660"/>
                    <a:pt x="3934460" y="3896360"/>
                    <a:pt x="3907790" y="3910330"/>
                  </a:cubicBezTo>
                  <a:cubicBezTo>
                    <a:pt x="3877310" y="3925570"/>
                    <a:pt x="3827780" y="3938270"/>
                    <a:pt x="3793490" y="3929380"/>
                  </a:cubicBezTo>
                  <a:cubicBezTo>
                    <a:pt x="3759200" y="3920490"/>
                    <a:pt x="3729990" y="3892550"/>
                    <a:pt x="3702050" y="3859530"/>
                  </a:cubicBezTo>
                  <a:cubicBezTo>
                    <a:pt x="3663950" y="3815080"/>
                    <a:pt x="3634740" y="3754120"/>
                    <a:pt x="3596640" y="3676650"/>
                  </a:cubicBezTo>
                  <a:cubicBezTo>
                    <a:pt x="3535680" y="3553460"/>
                    <a:pt x="3442970" y="3291840"/>
                    <a:pt x="3392170" y="3181350"/>
                  </a:cubicBezTo>
                  <a:cubicBezTo>
                    <a:pt x="3365500" y="3124200"/>
                    <a:pt x="3336290" y="3097530"/>
                    <a:pt x="3326130" y="3053080"/>
                  </a:cubicBezTo>
                  <a:cubicBezTo>
                    <a:pt x="3317240" y="3011170"/>
                    <a:pt x="3338830" y="2924810"/>
                    <a:pt x="3331210" y="2923540"/>
                  </a:cubicBezTo>
                  <a:cubicBezTo>
                    <a:pt x="3324860" y="2922270"/>
                    <a:pt x="3302000" y="2976880"/>
                    <a:pt x="3291840" y="3007360"/>
                  </a:cubicBezTo>
                  <a:cubicBezTo>
                    <a:pt x="3280410" y="3041650"/>
                    <a:pt x="3276600" y="3064510"/>
                    <a:pt x="3267710" y="3119120"/>
                  </a:cubicBezTo>
                  <a:cubicBezTo>
                    <a:pt x="3242310" y="3268980"/>
                    <a:pt x="3202940" y="3731260"/>
                    <a:pt x="3166110" y="3958590"/>
                  </a:cubicBezTo>
                  <a:cubicBezTo>
                    <a:pt x="3140710" y="4116070"/>
                    <a:pt x="3105150" y="4226560"/>
                    <a:pt x="3084830" y="4356100"/>
                  </a:cubicBezTo>
                  <a:cubicBezTo>
                    <a:pt x="3065780" y="4479290"/>
                    <a:pt x="3056890" y="4569460"/>
                    <a:pt x="3048000" y="4716780"/>
                  </a:cubicBezTo>
                  <a:cubicBezTo>
                    <a:pt x="3034030" y="4947920"/>
                    <a:pt x="3050540" y="5415280"/>
                    <a:pt x="3031490" y="5612130"/>
                  </a:cubicBezTo>
                  <a:cubicBezTo>
                    <a:pt x="3021330" y="5711190"/>
                    <a:pt x="3013710" y="5786120"/>
                    <a:pt x="2992120" y="5831840"/>
                  </a:cubicBezTo>
                  <a:cubicBezTo>
                    <a:pt x="2979420" y="5857240"/>
                    <a:pt x="2966720" y="5875020"/>
                    <a:pt x="2947670" y="5882640"/>
                  </a:cubicBezTo>
                  <a:cubicBezTo>
                    <a:pt x="2929890" y="5890260"/>
                    <a:pt x="2899410" y="5885180"/>
                    <a:pt x="2881630" y="5875020"/>
                  </a:cubicBezTo>
                  <a:cubicBezTo>
                    <a:pt x="2865120" y="5866130"/>
                    <a:pt x="2858770" y="5853430"/>
                    <a:pt x="2846070" y="5829300"/>
                  </a:cubicBezTo>
                  <a:cubicBezTo>
                    <a:pt x="2816860" y="5774690"/>
                    <a:pt x="2787650" y="5671820"/>
                    <a:pt x="2747010" y="5529580"/>
                  </a:cubicBezTo>
                  <a:cubicBezTo>
                    <a:pt x="2653030" y="5198110"/>
                    <a:pt x="2438400" y="4342130"/>
                    <a:pt x="2341880" y="3848100"/>
                  </a:cubicBezTo>
                  <a:cubicBezTo>
                    <a:pt x="2266950" y="3463290"/>
                    <a:pt x="2242820" y="3152140"/>
                    <a:pt x="2185670" y="2814320"/>
                  </a:cubicBezTo>
                  <a:cubicBezTo>
                    <a:pt x="2129790" y="2486660"/>
                    <a:pt x="2053590" y="2203450"/>
                    <a:pt x="2004060" y="1850390"/>
                  </a:cubicBezTo>
                  <a:cubicBezTo>
                    <a:pt x="1944370" y="1424940"/>
                    <a:pt x="1912620" y="607060"/>
                    <a:pt x="1870710" y="435610"/>
                  </a:cubicBezTo>
                  <a:cubicBezTo>
                    <a:pt x="1860550" y="396240"/>
                    <a:pt x="1837690" y="384810"/>
                    <a:pt x="1841500" y="364490"/>
                  </a:cubicBezTo>
                  <a:cubicBezTo>
                    <a:pt x="1844040" y="345440"/>
                    <a:pt x="1865630" y="322580"/>
                    <a:pt x="1883410" y="316230"/>
                  </a:cubicBezTo>
                  <a:cubicBezTo>
                    <a:pt x="1901190" y="309880"/>
                    <a:pt x="1931670" y="314960"/>
                    <a:pt x="1946910" y="323850"/>
                  </a:cubicBezTo>
                  <a:cubicBezTo>
                    <a:pt x="1960880" y="332740"/>
                    <a:pt x="1971040" y="350520"/>
                    <a:pt x="1974850" y="364490"/>
                  </a:cubicBezTo>
                  <a:cubicBezTo>
                    <a:pt x="1978660" y="375920"/>
                    <a:pt x="1977390" y="379730"/>
                    <a:pt x="1974850" y="397510"/>
                  </a:cubicBezTo>
                  <a:cubicBezTo>
                    <a:pt x="1962150" y="473710"/>
                    <a:pt x="1824990" y="807720"/>
                    <a:pt x="1775460" y="996950"/>
                  </a:cubicBezTo>
                  <a:cubicBezTo>
                    <a:pt x="1732280" y="1162050"/>
                    <a:pt x="1717040" y="1258570"/>
                    <a:pt x="1684020" y="1469390"/>
                  </a:cubicBezTo>
                  <a:cubicBezTo>
                    <a:pt x="1619250" y="1891030"/>
                    <a:pt x="1521460" y="2936240"/>
                    <a:pt x="1465580" y="3373120"/>
                  </a:cubicBezTo>
                  <a:cubicBezTo>
                    <a:pt x="1436370" y="3602990"/>
                    <a:pt x="1413510" y="3796030"/>
                    <a:pt x="1390650" y="3900170"/>
                  </a:cubicBezTo>
                  <a:cubicBezTo>
                    <a:pt x="1380490" y="3944620"/>
                    <a:pt x="1381760" y="3966210"/>
                    <a:pt x="1361440" y="3994150"/>
                  </a:cubicBezTo>
                  <a:cubicBezTo>
                    <a:pt x="1333500" y="4030980"/>
                    <a:pt x="1258570" y="4094480"/>
                    <a:pt x="1220470" y="4090670"/>
                  </a:cubicBezTo>
                  <a:cubicBezTo>
                    <a:pt x="1191260" y="4088130"/>
                    <a:pt x="1172210" y="4060190"/>
                    <a:pt x="1146810" y="4019550"/>
                  </a:cubicBezTo>
                  <a:cubicBezTo>
                    <a:pt x="1076960" y="3907790"/>
                    <a:pt x="970280" y="3444240"/>
                    <a:pt x="906780" y="3300730"/>
                  </a:cubicBezTo>
                  <a:cubicBezTo>
                    <a:pt x="877570" y="3234690"/>
                    <a:pt x="850900" y="3162300"/>
                    <a:pt x="829310" y="3163570"/>
                  </a:cubicBezTo>
                  <a:cubicBezTo>
                    <a:pt x="811530" y="3164840"/>
                    <a:pt x="802640" y="3237230"/>
                    <a:pt x="783590" y="3265170"/>
                  </a:cubicBezTo>
                  <a:cubicBezTo>
                    <a:pt x="767080" y="3289300"/>
                    <a:pt x="750570" y="3318510"/>
                    <a:pt x="725170" y="3323590"/>
                  </a:cubicBezTo>
                  <a:cubicBezTo>
                    <a:pt x="692150" y="3329940"/>
                    <a:pt x="637540" y="3310890"/>
                    <a:pt x="596900" y="3274060"/>
                  </a:cubicBezTo>
                  <a:cubicBezTo>
                    <a:pt x="525780" y="3210560"/>
                    <a:pt x="457200" y="2988310"/>
                    <a:pt x="403860" y="2896870"/>
                  </a:cubicBezTo>
                  <a:cubicBezTo>
                    <a:pt x="372110" y="2840990"/>
                    <a:pt x="342900" y="2813050"/>
                    <a:pt x="321310" y="2767330"/>
                  </a:cubicBezTo>
                  <a:cubicBezTo>
                    <a:pt x="299720" y="2722880"/>
                    <a:pt x="288290" y="2626360"/>
                    <a:pt x="274320" y="2626360"/>
                  </a:cubicBezTo>
                  <a:cubicBezTo>
                    <a:pt x="264160" y="2626360"/>
                    <a:pt x="254000" y="2668270"/>
                    <a:pt x="245110" y="2707640"/>
                  </a:cubicBezTo>
                  <a:cubicBezTo>
                    <a:pt x="223520" y="2797810"/>
                    <a:pt x="210820" y="3044190"/>
                    <a:pt x="190500" y="3163570"/>
                  </a:cubicBezTo>
                  <a:cubicBezTo>
                    <a:pt x="177800" y="3242310"/>
                    <a:pt x="170180" y="3315970"/>
                    <a:pt x="148590" y="3357880"/>
                  </a:cubicBezTo>
                  <a:cubicBezTo>
                    <a:pt x="135890" y="3383280"/>
                    <a:pt x="119380" y="3402330"/>
                    <a:pt x="100330" y="3409950"/>
                  </a:cubicBezTo>
                  <a:cubicBezTo>
                    <a:pt x="83820" y="3416300"/>
                    <a:pt x="62230" y="3415030"/>
                    <a:pt x="46990" y="3408680"/>
                  </a:cubicBezTo>
                  <a:cubicBezTo>
                    <a:pt x="31750" y="3402330"/>
                    <a:pt x="15240" y="3387090"/>
                    <a:pt x="7620" y="3371850"/>
                  </a:cubicBezTo>
                  <a:cubicBezTo>
                    <a:pt x="0" y="3356610"/>
                    <a:pt x="1270" y="3318510"/>
                    <a:pt x="1270" y="3318510"/>
                  </a:cubicBezTo>
                </a:path>
              </a:pathLst>
            </a:custGeom>
            <a:solidFill>
              <a:srgbClr val="E6C078"/>
            </a:solidFill>
            <a:ln cap="sq">
              <a:noFill/>
              <a:prstDash val="solid"/>
              <a:miter/>
            </a:ln>
          </p:spPr>
        </p:sp>
      </p:grpSp>
      <p:grpSp>
        <p:nvGrpSpPr>
          <p:cNvPr id="76" name="Group 33">
            <a:extLst>
              <a:ext uri="{FF2B5EF4-FFF2-40B4-BE49-F238E27FC236}">
                <a16:creationId xmlns:a16="http://schemas.microsoft.com/office/drawing/2014/main" id="{3F0743EE-A2E9-4BB8-962D-0F565DC0E5CC}"/>
              </a:ext>
            </a:extLst>
          </p:cNvPr>
          <p:cNvGrpSpPr/>
          <p:nvPr/>
        </p:nvGrpSpPr>
        <p:grpSpPr>
          <a:xfrm>
            <a:off x="6502569" y="4482342"/>
            <a:ext cx="5644883" cy="555764"/>
            <a:chOff x="0" y="0"/>
            <a:chExt cx="10435590" cy="1027430"/>
          </a:xfrm>
        </p:grpSpPr>
        <p:sp>
          <p:nvSpPr>
            <p:cNvPr id="77" name="Freeform 34">
              <a:extLst>
                <a:ext uri="{FF2B5EF4-FFF2-40B4-BE49-F238E27FC236}">
                  <a16:creationId xmlns:a16="http://schemas.microsoft.com/office/drawing/2014/main" id="{02728397-2C9A-47E3-83CE-18ED0B56AE19}"/>
                </a:ext>
              </a:extLst>
            </p:cNvPr>
            <p:cNvSpPr/>
            <p:nvPr/>
          </p:nvSpPr>
          <p:spPr>
            <a:xfrm>
              <a:off x="48260" y="41910"/>
              <a:ext cx="10339070" cy="938530"/>
            </a:xfrm>
            <a:custGeom>
              <a:avLst/>
              <a:gdLst/>
              <a:ahLst/>
              <a:cxnLst/>
              <a:rect l="l" t="t" r="r" b="b"/>
              <a:pathLst>
                <a:path w="10339070" h="938530">
                  <a:moveTo>
                    <a:pt x="106680" y="462280"/>
                  </a:moveTo>
                  <a:cubicBezTo>
                    <a:pt x="307340" y="509270"/>
                    <a:pt x="358140" y="452120"/>
                    <a:pt x="410210" y="405130"/>
                  </a:cubicBezTo>
                  <a:cubicBezTo>
                    <a:pt x="472440" y="349250"/>
                    <a:pt x="541020" y="237490"/>
                    <a:pt x="596900" y="196850"/>
                  </a:cubicBezTo>
                  <a:cubicBezTo>
                    <a:pt x="631190" y="172720"/>
                    <a:pt x="656590" y="157480"/>
                    <a:pt x="692150" y="154940"/>
                  </a:cubicBezTo>
                  <a:cubicBezTo>
                    <a:pt x="732790" y="151130"/>
                    <a:pt x="795020" y="171450"/>
                    <a:pt x="829310" y="190500"/>
                  </a:cubicBezTo>
                  <a:cubicBezTo>
                    <a:pt x="855980" y="204470"/>
                    <a:pt x="864870" y="217170"/>
                    <a:pt x="889000" y="246380"/>
                  </a:cubicBezTo>
                  <a:cubicBezTo>
                    <a:pt x="944880" y="314960"/>
                    <a:pt x="1064260" y="553720"/>
                    <a:pt x="1121410" y="623570"/>
                  </a:cubicBezTo>
                  <a:cubicBezTo>
                    <a:pt x="1146810" y="654050"/>
                    <a:pt x="1162050" y="681990"/>
                    <a:pt x="1184910" y="683260"/>
                  </a:cubicBezTo>
                  <a:cubicBezTo>
                    <a:pt x="1207770" y="684530"/>
                    <a:pt x="1230630" y="657860"/>
                    <a:pt x="1256030" y="631190"/>
                  </a:cubicBezTo>
                  <a:cubicBezTo>
                    <a:pt x="1303020" y="582930"/>
                    <a:pt x="1366520" y="439420"/>
                    <a:pt x="1418590" y="394970"/>
                  </a:cubicBezTo>
                  <a:cubicBezTo>
                    <a:pt x="1449070" y="368300"/>
                    <a:pt x="1478280" y="353060"/>
                    <a:pt x="1507490" y="350520"/>
                  </a:cubicBezTo>
                  <a:cubicBezTo>
                    <a:pt x="1534160" y="347980"/>
                    <a:pt x="1559560" y="360680"/>
                    <a:pt x="1586230" y="374650"/>
                  </a:cubicBezTo>
                  <a:cubicBezTo>
                    <a:pt x="1617980" y="391160"/>
                    <a:pt x="1645920" y="417830"/>
                    <a:pt x="1681480" y="450850"/>
                  </a:cubicBezTo>
                  <a:cubicBezTo>
                    <a:pt x="1734820" y="500380"/>
                    <a:pt x="1812290" y="651510"/>
                    <a:pt x="1869440" y="651510"/>
                  </a:cubicBezTo>
                  <a:cubicBezTo>
                    <a:pt x="1918970" y="651510"/>
                    <a:pt x="1965960" y="533400"/>
                    <a:pt x="2006600" y="500380"/>
                  </a:cubicBezTo>
                  <a:cubicBezTo>
                    <a:pt x="2032000" y="480060"/>
                    <a:pt x="2049780" y="464820"/>
                    <a:pt x="2076450" y="459740"/>
                  </a:cubicBezTo>
                  <a:cubicBezTo>
                    <a:pt x="2109470" y="453390"/>
                    <a:pt x="2150110" y="453390"/>
                    <a:pt x="2190750" y="473710"/>
                  </a:cubicBezTo>
                  <a:cubicBezTo>
                    <a:pt x="2258060" y="506730"/>
                    <a:pt x="2357120" y="704850"/>
                    <a:pt x="2411730" y="703580"/>
                  </a:cubicBezTo>
                  <a:cubicBezTo>
                    <a:pt x="2444750" y="702310"/>
                    <a:pt x="2461260" y="655320"/>
                    <a:pt x="2489200" y="614680"/>
                  </a:cubicBezTo>
                  <a:cubicBezTo>
                    <a:pt x="2540000" y="541020"/>
                    <a:pt x="2606040" y="386080"/>
                    <a:pt x="2665730" y="281940"/>
                  </a:cubicBezTo>
                  <a:cubicBezTo>
                    <a:pt x="2719070" y="187960"/>
                    <a:pt x="2772410" y="52070"/>
                    <a:pt x="2827020" y="17780"/>
                  </a:cubicBezTo>
                  <a:cubicBezTo>
                    <a:pt x="2856230" y="0"/>
                    <a:pt x="2884170" y="2540"/>
                    <a:pt x="2913380" y="8890"/>
                  </a:cubicBezTo>
                  <a:cubicBezTo>
                    <a:pt x="2947670" y="16510"/>
                    <a:pt x="2979420" y="39370"/>
                    <a:pt x="3016250" y="74930"/>
                  </a:cubicBezTo>
                  <a:cubicBezTo>
                    <a:pt x="3084830" y="140970"/>
                    <a:pt x="3183890" y="331470"/>
                    <a:pt x="3248660" y="419100"/>
                  </a:cubicBezTo>
                  <a:cubicBezTo>
                    <a:pt x="3290570" y="476250"/>
                    <a:pt x="3322320" y="530860"/>
                    <a:pt x="3360420" y="554990"/>
                  </a:cubicBezTo>
                  <a:cubicBezTo>
                    <a:pt x="3385820" y="571500"/>
                    <a:pt x="3409950" y="585470"/>
                    <a:pt x="3439160" y="575310"/>
                  </a:cubicBezTo>
                  <a:cubicBezTo>
                    <a:pt x="3502660" y="553720"/>
                    <a:pt x="3618230" y="330200"/>
                    <a:pt x="3674110" y="266700"/>
                  </a:cubicBezTo>
                  <a:cubicBezTo>
                    <a:pt x="3700780" y="236220"/>
                    <a:pt x="3712210" y="217170"/>
                    <a:pt x="3738880" y="201930"/>
                  </a:cubicBezTo>
                  <a:cubicBezTo>
                    <a:pt x="3768090" y="185420"/>
                    <a:pt x="3811270" y="172720"/>
                    <a:pt x="3843020" y="175260"/>
                  </a:cubicBezTo>
                  <a:cubicBezTo>
                    <a:pt x="3869690" y="176530"/>
                    <a:pt x="3890010" y="189230"/>
                    <a:pt x="3915410" y="204470"/>
                  </a:cubicBezTo>
                  <a:cubicBezTo>
                    <a:pt x="3949700" y="226060"/>
                    <a:pt x="3982720" y="257810"/>
                    <a:pt x="4022090" y="299720"/>
                  </a:cubicBezTo>
                  <a:cubicBezTo>
                    <a:pt x="4081780" y="364490"/>
                    <a:pt x="4168140" y="552450"/>
                    <a:pt x="4227830" y="566420"/>
                  </a:cubicBezTo>
                  <a:cubicBezTo>
                    <a:pt x="4260850" y="574040"/>
                    <a:pt x="4290060" y="543560"/>
                    <a:pt x="4320540" y="519430"/>
                  </a:cubicBezTo>
                  <a:cubicBezTo>
                    <a:pt x="4359910" y="488950"/>
                    <a:pt x="4392930" y="412750"/>
                    <a:pt x="4432300" y="384810"/>
                  </a:cubicBezTo>
                  <a:cubicBezTo>
                    <a:pt x="4461510" y="364490"/>
                    <a:pt x="4489450" y="353060"/>
                    <a:pt x="4522470" y="351790"/>
                  </a:cubicBezTo>
                  <a:cubicBezTo>
                    <a:pt x="4559300" y="350520"/>
                    <a:pt x="4602480" y="365760"/>
                    <a:pt x="4644390" y="384810"/>
                  </a:cubicBezTo>
                  <a:cubicBezTo>
                    <a:pt x="4697730" y="408940"/>
                    <a:pt x="4765040" y="481330"/>
                    <a:pt x="4813300" y="499110"/>
                  </a:cubicBezTo>
                  <a:cubicBezTo>
                    <a:pt x="4843780" y="510540"/>
                    <a:pt x="4869180" y="518160"/>
                    <a:pt x="4895850" y="506730"/>
                  </a:cubicBezTo>
                  <a:cubicBezTo>
                    <a:pt x="4937760" y="488950"/>
                    <a:pt x="4982210" y="391160"/>
                    <a:pt x="5019040" y="356870"/>
                  </a:cubicBezTo>
                  <a:cubicBezTo>
                    <a:pt x="5043170" y="334010"/>
                    <a:pt x="5059680" y="316230"/>
                    <a:pt x="5086350" y="309880"/>
                  </a:cubicBezTo>
                  <a:cubicBezTo>
                    <a:pt x="5115560" y="302260"/>
                    <a:pt x="5151120" y="306070"/>
                    <a:pt x="5189220" y="321310"/>
                  </a:cubicBezTo>
                  <a:cubicBezTo>
                    <a:pt x="5248910" y="344170"/>
                    <a:pt x="5355590" y="483870"/>
                    <a:pt x="5397500" y="473710"/>
                  </a:cubicBezTo>
                  <a:cubicBezTo>
                    <a:pt x="5424170" y="467360"/>
                    <a:pt x="5424170" y="412750"/>
                    <a:pt x="5444490" y="383540"/>
                  </a:cubicBezTo>
                  <a:cubicBezTo>
                    <a:pt x="5466080" y="351790"/>
                    <a:pt x="5492750" y="309880"/>
                    <a:pt x="5525770" y="289560"/>
                  </a:cubicBezTo>
                  <a:cubicBezTo>
                    <a:pt x="5556250" y="270510"/>
                    <a:pt x="5595620" y="259080"/>
                    <a:pt x="5631180" y="260350"/>
                  </a:cubicBezTo>
                  <a:cubicBezTo>
                    <a:pt x="5669280" y="261620"/>
                    <a:pt x="5712460" y="281940"/>
                    <a:pt x="5749290" y="303530"/>
                  </a:cubicBezTo>
                  <a:cubicBezTo>
                    <a:pt x="5787390" y="325120"/>
                    <a:pt x="5816600" y="355600"/>
                    <a:pt x="5852160" y="392430"/>
                  </a:cubicBezTo>
                  <a:cubicBezTo>
                    <a:pt x="5900420" y="441960"/>
                    <a:pt x="5960110" y="530860"/>
                    <a:pt x="6004560" y="579120"/>
                  </a:cubicBezTo>
                  <a:cubicBezTo>
                    <a:pt x="6035040" y="612140"/>
                    <a:pt x="6055360" y="647700"/>
                    <a:pt x="6087110" y="656590"/>
                  </a:cubicBezTo>
                  <a:cubicBezTo>
                    <a:pt x="6117590" y="665480"/>
                    <a:pt x="6163310" y="652780"/>
                    <a:pt x="6189980" y="635000"/>
                  </a:cubicBezTo>
                  <a:cubicBezTo>
                    <a:pt x="6216650" y="617220"/>
                    <a:pt x="6228080" y="585470"/>
                    <a:pt x="6249670" y="549910"/>
                  </a:cubicBezTo>
                  <a:cubicBezTo>
                    <a:pt x="6282690" y="496570"/>
                    <a:pt x="6323330" y="392430"/>
                    <a:pt x="6357620" y="339090"/>
                  </a:cubicBezTo>
                  <a:cubicBezTo>
                    <a:pt x="6380480" y="302260"/>
                    <a:pt x="6399530" y="276860"/>
                    <a:pt x="6423660" y="252730"/>
                  </a:cubicBezTo>
                  <a:cubicBezTo>
                    <a:pt x="6446520" y="229870"/>
                    <a:pt x="6470650" y="212090"/>
                    <a:pt x="6498590" y="198120"/>
                  </a:cubicBezTo>
                  <a:cubicBezTo>
                    <a:pt x="6529070" y="182880"/>
                    <a:pt x="6565900" y="168910"/>
                    <a:pt x="6598920" y="165100"/>
                  </a:cubicBezTo>
                  <a:cubicBezTo>
                    <a:pt x="6629400" y="161290"/>
                    <a:pt x="6661150" y="158750"/>
                    <a:pt x="6690360" y="171450"/>
                  </a:cubicBezTo>
                  <a:cubicBezTo>
                    <a:pt x="6727190" y="186690"/>
                    <a:pt x="6758940" y="218440"/>
                    <a:pt x="6798310" y="265430"/>
                  </a:cubicBezTo>
                  <a:cubicBezTo>
                    <a:pt x="6874510" y="355600"/>
                    <a:pt x="6992620" y="698500"/>
                    <a:pt x="7066280" y="712470"/>
                  </a:cubicBezTo>
                  <a:cubicBezTo>
                    <a:pt x="7101840" y="718820"/>
                    <a:pt x="7134860" y="671830"/>
                    <a:pt x="7162800" y="636270"/>
                  </a:cubicBezTo>
                  <a:cubicBezTo>
                    <a:pt x="7200900" y="588010"/>
                    <a:pt x="7222490" y="496570"/>
                    <a:pt x="7256780" y="431800"/>
                  </a:cubicBezTo>
                  <a:cubicBezTo>
                    <a:pt x="7289800" y="368300"/>
                    <a:pt x="7332980" y="293370"/>
                    <a:pt x="7363460" y="251460"/>
                  </a:cubicBezTo>
                  <a:cubicBezTo>
                    <a:pt x="7381240" y="226060"/>
                    <a:pt x="7391400" y="210820"/>
                    <a:pt x="7412990" y="194310"/>
                  </a:cubicBezTo>
                  <a:cubicBezTo>
                    <a:pt x="7438390" y="175260"/>
                    <a:pt x="7477760" y="149860"/>
                    <a:pt x="7510780" y="149860"/>
                  </a:cubicBezTo>
                  <a:cubicBezTo>
                    <a:pt x="7546340" y="149860"/>
                    <a:pt x="7590790" y="172720"/>
                    <a:pt x="7618730" y="196850"/>
                  </a:cubicBezTo>
                  <a:cubicBezTo>
                    <a:pt x="7646670" y="219710"/>
                    <a:pt x="7659370" y="245110"/>
                    <a:pt x="7679690" y="289560"/>
                  </a:cubicBezTo>
                  <a:cubicBezTo>
                    <a:pt x="7722870" y="383540"/>
                    <a:pt x="7762240" y="748030"/>
                    <a:pt x="7819390" y="754380"/>
                  </a:cubicBezTo>
                  <a:cubicBezTo>
                    <a:pt x="7863840" y="759460"/>
                    <a:pt x="7927340" y="548640"/>
                    <a:pt x="7973060" y="495300"/>
                  </a:cubicBezTo>
                  <a:cubicBezTo>
                    <a:pt x="7998460" y="464820"/>
                    <a:pt x="8014970" y="445770"/>
                    <a:pt x="8045450" y="435610"/>
                  </a:cubicBezTo>
                  <a:cubicBezTo>
                    <a:pt x="8081010" y="422910"/>
                    <a:pt x="8138160" y="422910"/>
                    <a:pt x="8174990" y="436880"/>
                  </a:cubicBezTo>
                  <a:cubicBezTo>
                    <a:pt x="8209280" y="449580"/>
                    <a:pt x="8233410" y="482600"/>
                    <a:pt x="8262620" y="511810"/>
                  </a:cubicBezTo>
                  <a:cubicBezTo>
                    <a:pt x="8298180" y="547370"/>
                    <a:pt x="8341360" y="598170"/>
                    <a:pt x="8371840" y="640080"/>
                  </a:cubicBezTo>
                  <a:cubicBezTo>
                    <a:pt x="8398510" y="675640"/>
                    <a:pt x="8415020" y="745490"/>
                    <a:pt x="8439150" y="745490"/>
                  </a:cubicBezTo>
                  <a:cubicBezTo>
                    <a:pt x="8468360" y="745490"/>
                    <a:pt x="8501380" y="657860"/>
                    <a:pt x="8536940" y="591820"/>
                  </a:cubicBezTo>
                  <a:cubicBezTo>
                    <a:pt x="8594090" y="486410"/>
                    <a:pt x="8663940" y="248920"/>
                    <a:pt x="8727440" y="162560"/>
                  </a:cubicBezTo>
                  <a:cubicBezTo>
                    <a:pt x="8761730" y="115570"/>
                    <a:pt x="8792210" y="80010"/>
                    <a:pt x="8831580" y="71120"/>
                  </a:cubicBezTo>
                  <a:cubicBezTo>
                    <a:pt x="8869680" y="63500"/>
                    <a:pt x="8923020" y="87630"/>
                    <a:pt x="8956040" y="109220"/>
                  </a:cubicBezTo>
                  <a:cubicBezTo>
                    <a:pt x="8983980" y="128270"/>
                    <a:pt x="8991600" y="146050"/>
                    <a:pt x="9020810" y="184150"/>
                  </a:cubicBezTo>
                  <a:cubicBezTo>
                    <a:pt x="9098280" y="287020"/>
                    <a:pt x="9349740" y="793750"/>
                    <a:pt x="9413240" y="784860"/>
                  </a:cubicBezTo>
                  <a:cubicBezTo>
                    <a:pt x="9442450" y="781050"/>
                    <a:pt x="9434830" y="702310"/>
                    <a:pt x="9457690" y="642620"/>
                  </a:cubicBezTo>
                  <a:cubicBezTo>
                    <a:pt x="9498330" y="533400"/>
                    <a:pt x="9596120" y="273050"/>
                    <a:pt x="9652000" y="193040"/>
                  </a:cubicBezTo>
                  <a:cubicBezTo>
                    <a:pt x="9677400" y="157480"/>
                    <a:pt x="9693910" y="140970"/>
                    <a:pt x="9721850" y="128270"/>
                  </a:cubicBezTo>
                  <a:cubicBezTo>
                    <a:pt x="9748520" y="115570"/>
                    <a:pt x="9787890" y="109220"/>
                    <a:pt x="9815830" y="113030"/>
                  </a:cubicBezTo>
                  <a:cubicBezTo>
                    <a:pt x="9841230" y="116840"/>
                    <a:pt x="9865360" y="130810"/>
                    <a:pt x="9885680" y="146050"/>
                  </a:cubicBezTo>
                  <a:cubicBezTo>
                    <a:pt x="9907270" y="161290"/>
                    <a:pt x="9918700" y="176530"/>
                    <a:pt x="9941560" y="203200"/>
                  </a:cubicBezTo>
                  <a:cubicBezTo>
                    <a:pt x="9986010" y="255270"/>
                    <a:pt x="10050780" y="383540"/>
                    <a:pt x="10118090" y="449580"/>
                  </a:cubicBezTo>
                  <a:cubicBezTo>
                    <a:pt x="10179050" y="509270"/>
                    <a:pt x="10294620" y="547370"/>
                    <a:pt x="10322560" y="586740"/>
                  </a:cubicBezTo>
                  <a:cubicBezTo>
                    <a:pt x="10336530" y="605790"/>
                    <a:pt x="10339070" y="621030"/>
                    <a:pt x="10336530" y="638810"/>
                  </a:cubicBezTo>
                  <a:cubicBezTo>
                    <a:pt x="10333990" y="660400"/>
                    <a:pt x="10316210" y="693420"/>
                    <a:pt x="10297160" y="704850"/>
                  </a:cubicBezTo>
                  <a:cubicBezTo>
                    <a:pt x="10278110" y="716280"/>
                    <a:pt x="10240010" y="718820"/>
                    <a:pt x="10219690" y="709930"/>
                  </a:cubicBezTo>
                  <a:cubicBezTo>
                    <a:pt x="10198100" y="701040"/>
                    <a:pt x="10176510" y="669290"/>
                    <a:pt x="10171430" y="647700"/>
                  </a:cubicBezTo>
                  <a:cubicBezTo>
                    <a:pt x="10167620" y="629920"/>
                    <a:pt x="10170160" y="610870"/>
                    <a:pt x="10180320" y="595630"/>
                  </a:cubicBezTo>
                  <a:cubicBezTo>
                    <a:pt x="10191750" y="577850"/>
                    <a:pt x="10222230" y="553720"/>
                    <a:pt x="10245090" y="551180"/>
                  </a:cubicBezTo>
                  <a:cubicBezTo>
                    <a:pt x="10267950" y="548640"/>
                    <a:pt x="10302240" y="565150"/>
                    <a:pt x="10317480" y="580390"/>
                  </a:cubicBezTo>
                  <a:cubicBezTo>
                    <a:pt x="10330180" y="593090"/>
                    <a:pt x="10335260" y="613410"/>
                    <a:pt x="10336530" y="629920"/>
                  </a:cubicBezTo>
                  <a:cubicBezTo>
                    <a:pt x="10337800" y="646430"/>
                    <a:pt x="10331450" y="666750"/>
                    <a:pt x="10322560" y="680720"/>
                  </a:cubicBezTo>
                  <a:cubicBezTo>
                    <a:pt x="10313670" y="694690"/>
                    <a:pt x="10295890" y="707390"/>
                    <a:pt x="10280650" y="712470"/>
                  </a:cubicBezTo>
                  <a:cubicBezTo>
                    <a:pt x="10264140" y="717550"/>
                    <a:pt x="10248900" y="720090"/>
                    <a:pt x="10227310" y="713740"/>
                  </a:cubicBezTo>
                  <a:cubicBezTo>
                    <a:pt x="10180320" y="701040"/>
                    <a:pt x="10087610" y="641350"/>
                    <a:pt x="10027920" y="585470"/>
                  </a:cubicBezTo>
                  <a:cubicBezTo>
                    <a:pt x="9961880" y="523240"/>
                    <a:pt x="9908540" y="392430"/>
                    <a:pt x="9853930" y="349250"/>
                  </a:cubicBezTo>
                  <a:cubicBezTo>
                    <a:pt x="9822180" y="323850"/>
                    <a:pt x="9791700" y="297180"/>
                    <a:pt x="9763760" y="308610"/>
                  </a:cubicBezTo>
                  <a:cubicBezTo>
                    <a:pt x="9710420" y="330200"/>
                    <a:pt x="9677400" y="546100"/>
                    <a:pt x="9630410" y="643890"/>
                  </a:cubicBezTo>
                  <a:cubicBezTo>
                    <a:pt x="9591040" y="726440"/>
                    <a:pt x="9558020" y="815340"/>
                    <a:pt x="9505950" y="862330"/>
                  </a:cubicBezTo>
                  <a:cubicBezTo>
                    <a:pt x="9465310" y="899160"/>
                    <a:pt x="9401810" y="925830"/>
                    <a:pt x="9362440" y="923290"/>
                  </a:cubicBezTo>
                  <a:cubicBezTo>
                    <a:pt x="9334500" y="922020"/>
                    <a:pt x="9319260" y="909320"/>
                    <a:pt x="9291320" y="881380"/>
                  </a:cubicBezTo>
                  <a:cubicBezTo>
                    <a:pt x="9211310" y="805180"/>
                    <a:pt x="9030970" y="431800"/>
                    <a:pt x="8942070" y="337820"/>
                  </a:cubicBezTo>
                  <a:cubicBezTo>
                    <a:pt x="8902700" y="297180"/>
                    <a:pt x="8874760" y="256540"/>
                    <a:pt x="8841740" y="265430"/>
                  </a:cubicBezTo>
                  <a:cubicBezTo>
                    <a:pt x="8771890" y="284480"/>
                    <a:pt x="8679180" y="670560"/>
                    <a:pt x="8630920" y="760730"/>
                  </a:cubicBezTo>
                  <a:cubicBezTo>
                    <a:pt x="8611870" y="797560"/>
                    <a:pt x="8601710" y="810260"/>
                    <a:pt x="8582660" y="833120"/>
                  </a:cubicBezTo>
                  <a:cubicBezTo>
                    <a:pt x="8562340" y="857250"/>
                    <a:pt x="8538210" y="886460"/>
                    <a:pt x="8511540" y="900430"/>
                  </a:cubicBezTo>
                  <a:cubicBezTo>
                    <a:pt x="8486140" y="914400"/>
                    <a:pt x="8456930" y="923290"/>
                    <a:pt x="8428990" y="919480"/>
                  </a:cubicBezTo>
                  <a:cubicBezTo>
                    <a:pt x="8397240" y="915670"/>
                    <a:pt x="8364220" y="895350"/>
                    <a:pt x="8332470" y="867410"/>
                  </a:cubicBezTo>
                  <a:cubicBezTo>
                    <a:pt x="8286750" y="826770"/>
                    <a:pt x="8247380" y="723900"/>
                    <a:pt x="8200390" y="679450"/>
                  </a:cubicBezTo>
                  <a:cubicBezTo>
                    <a:pt x="8164830" y="646430"/>
                    <a:pt x="8120380" y="603250"/>
                    <a:pt x="8086090" y="612140"/>
                  </a:cubicBezTo>
                  <a:cubicBezTo>
                    <a:pt x="8039100" y="624840"/>
                    <a:pt x="7997190" y="774700"/>
                    <a:pt x="7961630" y="825500"/>
                  </a:cubicBezTo>
                  <a:cubicBezTo>
                    <a:pt x="7941310" y="855980"/>
                    <a:pt x="7931150" y="875030"/>
                    <a:pt x="7905750" y="892810"/>
                  </a:cubicBezTo>
                  <a:cubicBezTo>
                    <a:pt x="7876540" y="913130"/>
                    <a:pt x="7827010" y="938530"/>
                    <a:pt x="7792720" y="934720"/>
                  </a:cubicBezTo>
                  <a:cubicBezTo>
                    <a:pt x="7760970" y="930910"/>
                    <a:pt x="7734300" y="915670"/>
                    <a:pt x="7706360" y="880110"/>
                  </a:cubicBezTo>
                  <a:cubicBezTo>
                    <a:pt x="7637780" y="793750"/>
                    <a:pt x="7574280" y="325120"/>
                    <a:pt x="7510780" y="317500"/>
                  </a:cubicBezTo>
                  <a:cubicBezTo>
                    <a:pt x="7472680" y="313690"/>
                    <a:pt x="7432040" y="433070"/>
                    <a:pt x="7397750" y="497840"/>
                  </a:cubicBezTo>
                  <a:cubicBezTo>
                    <a:pt x="7360920" y="567690"/>
                    <a:pt x="7331710" y="657860"/>
                    <a:pt x="7298690" y="721360"/>
                  </a:cubicBezTo>
                  <a:cubicBezTo>
                    <a:pt x="7273290" y="770890"/>
                    <a:pt x="7254240" y="814070"/>
                    <a:pt x="7221220" y="847090"/>
                  </a:cubicBezTo>
                  <a:cubicBezTo>
                    <a:pt x="7188200" y="878840"/>
                    <a:pt x="7139940" y="913130"/>
                    <a:pt x="7101840" y="918210"/>
                  </a:cubicBezTo>
                  <a:cubicBezTo>
                    <a:pt x="7071360" y="922020"/>
                    <a:pt x="7039610" y="909320"/>
                    <a:pt x="7012940" y="892810"/>
                  </a:cubicBezTo>
                  <a:cubicBezTo>
                    <a:pt x="6982460" y="873760"/>
                    <a:pt x="6967220" y="845820"/>
                    <a:pt x="6935470" y="801370"/>
                  </a:cubicBezTo>
                  <a:cubicBezTo>
                    <a:pt x="6866890" y="706120"/>
                    <a:pt x="6725920" y="355600"/>
                    <a:pt x="6648450" y="325120"/>
                  </a:cubicBezTo>
                  <a:cubicBezTo>
                    <a:pt x="6616700" y="313690"/>
                    <a:pt x="6588760" y="335280"/>
                    <a:pt x="6563360" y="350520"/>
                  </a:cubicBezTo>
                  <a:cubicBezTo>
                    <a:pt x="6536690" y="367030"/>
                    <a:pt x="6518910" y="389890"/>
                    <a:pt x="6496050" y="421640"/>
                  </a:cubicBezTo>
                  <a:cubicBezTo>
                    <a:pt x="6460490" y="472440"/>
                    <a:pt x="6426200" y="575310"/>
                    <a:pt x="6389370" y="635000"/>
                  </a:cubicBezTo>
                  <a:cubicBezTo>
                    <a:pt x="6360160" y="683260"/>
                    <a:pt x="6328410" y="725170"/>
                    <a:pt x="6300470" y="756920"/>
                  </a:cubicBezTo>
                  <a:cubicBezTo>
                    <a:pt x="6280150" y="779780"/>
                    <a:pt x="6266180" y="796290"/>
                    <a:pt x="6240780" y="810260"/>
                  </a:cubicBezTo>
                  <a:cubicBezTo>
                    <a:pt x="6207760" y="829310"/>
                    <a:pt x="6153150" y="852170"/>
                    <a:pt x="6113780" y="849630"/>
                  </a:cubicBezTo>
                  <a:cubicBezTo>
                    <a:pt x="6078220" y="848360"/>
                    <a:pt x="6045200" y="825500"/>
                    <a:pt x="6015990" y="807720"/>
                  </a:cubicBezTo>
                  <a:cubicBezTo>
                    <a:pt x="5988050" y="789940"/>
                    <a:pt x="5974080" y="773430"/>
                    <a:pt x="5943600" y="744220"/>
                  </a:cubicBezTo>
                  <a:cubicBezTo>
                    <a:pt x="5880100" y="683260"/>
                    <a:pt x="5735320" y="473710"/>
                    <a:pt x="5666740" y="454660"/>
                  </a:cubicBezTo>
                  <a:cubicBezTo>
                    <a:pt x="5636260" y="445770"/>
                    <a:pt x="5615940" y="459740"/>
                    <a:pt x="5589270" y="476250"/>
                  </a:cubicBezTo>
                  <a:cubicBezTo>
                    <a:pt x="5548630" y="501650"/>
                    <a:pt x="5510530" y="594360"/>
                    <a:pt x="5466080" y="619760"/>
                  </a:cubicBezTo>
                  <a:cubicBezTo>
                    <a:pt x="5431790" y="638810"/>
                    <a:pt x="5391150" y="643890"/>
                    <a:pt x="5358130" y="640080"/>
                  </a:cubicBezTo>
                  <a:cubicBezTo>
                    <a:pt x="5328920" y="637540"/>
                    <a:pt x="5302250" y="621030"/>
                    <a:pt x="5276850" y="605790"/>
                  </a:cubicBezTo>
                  <a:cubicBezTo>
                    <a:pt x="5248910" y="588010"/>
                    <a:pt x="5223510" y="554990"/>
                    <a:pt x="5195570" y="538480"/>
                  </a:cubicBezTo>
                  <a:cubicBezTo>
                    <a:pt x="5170170" y="523240"/>
                    <a:pt x="5137150" y="500380"/>
                    <a:pt x="5114290" y="506730"/>
                  </a:cubicBezTo>
                  <a:cubicBezTo>
                    <a:pt x="5087620" y="514350"/>
                    <a:pt x="5074920" y="571500"/>
                    <a:pt x="5048250" y="598170"/>
                  </a:cubicBezTo>
                  <a:cubicBezTo>
                    <a:pt x="5021580" y="623570"/>
                    <a:pt x="4991100" y="647700"/>
                    <a:pt x="4956810" y="662940"/>
                  </a:cubicBezTo>
                  <a:cubicBezTo>
                    <a:pt x="4919980" y="678180"/>
                    <a:pt x="4869180" y="690880"/>
                    <a:pt x="4832350" y="687070"/>
                  </a:cubicBezTo>
                  <a:cubicBezTo>
                    <a:pt x="4803140" y="684530"/>
                    <a:pt x="4782820" y="671830"/>
                    <a:pt x="4753610" y="656590"/>
                  </a:cubicBezTo>
                  <a:cubicBezTo>
                    <a:pt x="4710430" y="633730"/>
                    <a:pt x="4644390" y="576580"/>
                    <a:pt x="4599940" y="554990"/>
                  </a:cubicBezTo>
                  <a:cubicBezTo>
                    <a:pt x="4568190" y="539750"/>
                    <a:pt x="4542790" y="520700"/>
                    <a:pt x="4514850" y="528320"/>
                  </a:cubicBezTo>
                  <a:cubicBezTo>
                    <a:pt x="4472940" y="539750"/>
                    <a:pt x="4434840" y="638810"/>
                    <a:pt x="4390390" y="673100"/>
                  </a:cubicBezTo>
                  <a:cubicBezTo>
                    <a:pt x="4353560" y="701040"/>
                    <a:pt x="4315460" y="725170"/>
                    <a:pt x="4274820" y="730250"/>
                  </a:cubicBezTo>
                  <a:cubicBezTo>
                    <a:pt x="4234180" y="735330"/>
                    <a:pt x="4192270" y="731520"/>
                    <a:pt x="4149090" y="704850"/>
                  </a:cubicBezTo>
                  <a:cubicBezTo>
                    <a:pt x="4074160" y="659130"/>
                    <a:pt x="3978910" y="462280"/>
                    <a:pt x="3907790" y="407670"/>
                  </a:cubicBezTo>
                  <a:cubicBezTo>
                    <a:pt x="3868420" y="377190"/>
                    <a:pt x="3835400" y="347980"/>
                    <a:pt x="3797300" y="358140"/>
                  </a:cubicBezTo>
                  <a:cubicBezTo>
                    <a:pt x="3733800" y="374650"/>
                    <a:pt x="3655060" y="565150"/>
                    <a:pt x="3597910" y="628650"/>
                  </a:cubicBezTo>
                  <a:cubicBezTo>
                    <a:pt x="3562350" y="668020"/>
                    <a:pt x="3539490" y="695960"/>
                    <a:pt x="3503930" y="715010"/>
                  </a:cubicBezTo>
                  <a:cubicBezTo>
                    <a:pt x="3470910" y="732790"/>
                    <a:pt x="3430270" y="744220"/>
                    <a:pt x="3397250" y="741680"/>
                  </a:cubicBezTo>
                  <a:cubicBezTo>
                    <a:pt x="3365500" y="739140"/>
                    <a:pt x="3332480" y="718820"/>
                    <a:pt x="3307080" y="702310"/>
                  </a:cubicBezTo>
                  <a:cubicBezTo>
                    <a:pt x="3284220" y="688340"/>
                    <a:pt x="3268980" y="673100"/>
                    <a:pt x="3248660" y="652780"/>
                  </a:cubicBezTo>
                  <a:cubicBezTo>
                    <a:pt x="3221990" y="626110"/>
                    <a:pt x="3194050" y="598170"/>
                    <a:pt x="3161030" y="556260"/>
                  </a:cubicBezTo>
                  <a:cubicBezTo>
                    <a:pt x="3110230" y="491490"/>
                    <a:pt x="3032760" y="359410"/>
                    <a:pt x="2981960" y="293370"/>
                  </a:cubicBezTo>
                  <a:cubicBezTo>
                    <a:pt x="2948940" y="250190"/>
                    <a:pt x="2928620" y="187960"/>
                    <a:pt x="2894330" y="191770"/>
                  </a:cubicBezTo>
                  <a:cubicBezTo>
                    <a:pt x="2814320" y="200660"/>
                    <a:pt x="2665730" y="720090"/>
                    <a:pt x="2562860" y="820420"/>
                  </a:cubicBezTo>
                  <a:cubicBezTo>
                    <a:pt x="2514600" y="867410"/>
                    <a:pt x="2465070" y="889000"/>
                    <a:pt x="2421890" y="890270"/>
                  </a:cubicBezTo>
                  <a:cubicBezTo>
                    <a:pt x="2386330" y="891540"/>
                    <a:pt x="2358390" y="871220"/>
                    <a:pt x="2325370" y="847090"/>
                  </a:cubicBezTo>
                  <a:cubicBezTo>
                    <a:pt x="2278380" y="814070"/>
                    <a:pt x="2228850" y="721360"/>
                    <a:pt x="2181860" y="690880"/>
                  </a:cubicBezTo>
                  <a:cubicBezTo>
                    <a:pt x="2150110" y="670560"/>
                    <a:pt x="2120900" y="652780"/>
                    <a:pt x="2087880" y="660400"/>
                  </a:cubicBezTo>
                  <a:cubicBezTo>
                    <a:pt x="2037080" y="673100"/>
                    <a:pt x="1977390" y="812800"/>
                    <a:pt x="1922780" y="831850"/>
                  </a:cubicBezTo>
                  <a:cubicBezTo>
                    <a:pt x="1885950" y="844550"/>
                    <a:pt x="1852930" y="838200"/>
                    <a:pt x="1813560" y="819150"/>
                  </a:cubicBezTo>
                  <a:cubicBezTo>
                    <a:pt x="1744980" y="784860"/>
                    <a:pt x="1620520" y="637540"/>
                    <a:pt x="1578610" y="576580"/>
                  </a:cubicBezTo>
                  <a:cubicBezTo>
                    <a:pt x="1557020" y="546100"/>
                    <a:pt x="1559560" y="500380"/>
                    <a:pt x="1541780" y="499110"/>
                  </a:cubicBezTo>
                  <a:cubicBezTo>
                    <a:pt x="1513840" y="496570"/>
                    <a:pt x="1459230" y="626110"/>
                    <a:pt x="1419860" y="676910"/>
                  </a:cubicBezTo>
                  <a:cubicBezTo>
                    <a:pt x="1386840" y="718820"/>
                    <a:pt x="1355090" y="756920"/>
                    <a:pt x="1324610" y="784860"/>
                  </a:cubicBezTo>
                  <a:cubicBezTo>
                    <a:pt x="1301750" y="805180"/>
                    <a:pt x="1285240" y="824230"/>
                    <a:pt x="1257300" y="833120"/>
                  </a:cubicBezTo>
                  <a:cubicBezTo>
                    <a:pt x="1221740" y="843280"/>
                    <a:pt x="1159510" y="840740"/>
                    <a:pt x="1122680" y="826770"/>
                  </a:cubicBezTo>
                  <a:cubicBezTo>
                    <a:pt x="1090930" y="815340"/>
                    <a:pt x="1075690" y="797560"/>
                    <a:pt x="1045210" y="764540"/>
                  </a:cubicBezTo>
                  <a:cubicBezTo>
                    <a:pt x="976630" y="690880"/>
                    <a:pt x="831850" y="421640"/>
                    <a:pt x="768350" y="355600"/>
                  </a:cubicBezTo>
                  <a:cubicBezTo>
                    <a:pt x="742950" y="330200"/>
                    <a:pt x="731520" y="308610"/>
                    <a:pt x="706120" y="311150"/>
                  </a:cubicBezTo>
                  <a:cubicBezTo>
                    <a:pt x="657860" y="316230"/>
                    <a:pt x="574040" y="464820"/>
                    <a:pt x="513080" y="520700"/>
                  </a:cubicBezTo>
                  <a:cubicBezTo>
                    <a:pt x="466090" y="563880"/>
                    <a:pt x="420370" y="600710"/>
                    <a:pt x="378460" y="626110"/>
                  </a:cubicBezTo>
                  <a:cubicBezTo>
                    <a:pt x="347980" y="645160"/>
                    <a:pt x="321310" y="659130"/>
                    <a:pt x="292100" y="665480"/>
                  </a:cubicBezTo>
                  <a:cubicBezTo>
                    <a:pt x="266700" y="671830"/>
                    <a:pt x="245110" y="673100"/>
                    <a:pt x="214630" y="666750"/>
                  </a:cubicBezTo>
                  <a:cubicBezTo>
                    <a:pt x="163830" y="656590"/>
                    <a:pt x="46990" y="610870"/>
                    <a:pt x="19050" y="584200"/>
                  </a:cubicBezTo>
                  <a:cubicBezTo>
                    <a:pt x="7620" y="572770"/>
                    <a:pt x="5080" y="563880"/>
                    <a:pt x="2540" y="551180"/>
                  </a:cubicBezTo>
                  <a:cubicBezTo>
                    <a:pt x="0" y="535940"/>
                    <a:pt x="1270" y="511810"/>
                    <a:pt x="10160" y="496570"/>
                  </a:cubicBezTo>
                  <a:cubicBezTo>
                    <a:pt x="19050" y="481330"/>
                    <a:pt x="35560" y="468630"/>
                    <a:pt x="52070" y="462280"/>
                  </a:cubicBezTo>
                  <a:cubicBezTo>
                    <a:pt x="68580" y="455930"/>
                    <a:pt x="106680" y="462280"/>
                    <a:pt x="106680" y="462280"/>
                  </a:cubicBezTo>
                </a:path>
              </a:pathLst>
            </a:custGeom>
            <a:solidFill>
              <a:srgbClr val="CD7481"/>
            </a:solidFill>
            <a:ln cap="sq">
              <a:noFill/>
              <a:prstDash val="solid"/>
              <a:miter/>
            </a:ln>
          </p:spPr>
        </p:sp>
      </p:grpSp>
      <p:grpSp>
        <p:nvGrpSpPr>
          <p:cNvPr id="78" name="Group 35">
            <a:extLst>
              <a:ext uri="{FF2B5EF4-FFF2-40B4-BE49-F238E27FC236}">
                <a16:creationId xmlns:a16="http://schemas.microsoft.com/office/drawing/2014/main" id="{93A29207-A3E6-403E-B1FD-D0BA75AF30B1}"/>
              </a:ext>
            </a:extLst>
          </p:cNvPr>
          <p:cNvGrpSpPr/>
          <p:nvPr/>
        </p:nvGrpSpPr>
        <p:grpSpPr>
          <a:xfrm>
            <a:off x="6819265" y="4017740"/>
            <a:ext cx="5679231" cy="1314872"/>
            <a:chOff x="0" y="0"/>
            <a:chExt cx="10499090" cy="2430780"/>
          </a:xfrm>
        </p:grpSpPr>
        <p:sp>
          <p:nvSpPr>
            <p:cNvPr id="79" name="Freeform 36">
              <a:extLst>
                <a:ext uri="{FF2B5EF4-FFF2-40B4-BE49-F238E27FC236}">
                  <a16:creationId xmlns:a16="http://schemas.microsoft.com/office/drawing/2014/main" id="{5171D9AD-C652-4547-B9C3-20F5890E9DBE}"/>
                </a:ext>
              </a:extLst>
            </p:cNvPr>
            <p:cNvSpPr/>
            <p:nvPr/>
          </p:nvSpPr>
          <p:spPr>
            <a:xfrm>
              <a:off x="45720" y="48260"/>
              <a:ext cx="10406380" cy="2331720"/>
            </a:xfrm>
            <a:custGeom>
              <a:avLst/>
              <a:gdLst/>
              <a:ahLst/>
              <a:cxnLst/>
              <a:rect l="l" t="t" r="r" b="b"/>
              <a:pathLst>
                <a:path w="10406380" h="2331720">
                  <a:moveTo>
                    <a:pt x="5080" y="1470660"/>
                  </a:moveTo>
                  <a:cubicBezTo>
                    <a:pt x="149860" y="1079500"/>
                    <a:pt x="209550" y="748030"/>
                    <a:pt x="260350" y="605790"/>
                  </a:cubicBezTo>
                  <a:cubicBezTo>
                    <a:pt x="287020" y="529590"/>
                    <a:pt x="312420" y="480060"/>
                    <a:pt x="339090" y="436880"/>
                  </a:cubicBezTo>
                  <a:cubicBezTo>
                    <a:pt x="358140" y="406400"/>
                    <a:pt x="375920" y="384810"/>
                    <a:pt x="397510" y="364490"/>
                  </a:cubicBezTo>
                  <a:cubicBezTo>
                    <a:pt x="417830" y="345440"/>
                    <a:pt x="438150" y="328930"/>
                    <a:pt x="462280" y="317500"/>
                  </a:cubicBezTo>
                  <a:cubicBezTo>
                    <a:pt x="488950" y="304800"/>
                    <a:pt x="524510" y="294640"/>
                    <a:pt x="553720" y="294640"/>
                  </a:cubicBezTo>
                  <a:cubicBezTo>
                    <a:pt x="581660" y="294640"/>
                    <a:pt x="607060" y="298450"/>
                    <a:pt x="637540" y="314960"/>
                  </a:cubicBezTo>
                  <a:cubicBezTo>
                    <a:pt x="685800" y="340360"/>
                    <a:pt x="755650" y="410210"/>
                    <a:pt x="800100" y="461010"/>
                  </a:cubicBezTo>
                  <a:cubicBezTo>
                    <a:pt x="839470" y="506730"/>
                    <a:pt x="858520" y="539750"/>
                    <a:pt x="894080" y="603250"/>
                  </a:cubicBezTo>
                  <a:cubicBezTo>
                    <a:pt x="955040" y="712470"/>
                    <a:pt x="1042670" y="947420"/>
                    <a:pt x="1109980" y="1074420"/>
                  </a:cubicBezTo>
                  <a:cubicBezTo>
                    <a:pt x="1158240" y="1164590"/>
                    <a:pt x="1207770" y="1225550"/>
                    <a:pt x="1248410" y="1299210"/>
                  </a:cubicBezTo>
                  <a:cubicBezTo>
                    <a:pt x="1285240" y="1366520"/>
                    <a:pt x="1301750" y="1417320"/>
                    <a:pt x="1343660" y="1498600"/>
                  </a:cubicBezTo>
                  <a:cubicBezTo>
                    <a:pt x="1410970" y="1628140"/>
                    <a:pt x="1560830" y="1908810"/>
                    <a:pt x="1623060" y="1998980"/>
                  </a:cubicBezTo>
                  <a:cubicBezTo>
                    <a:pt x="1648460" y="2035810"/>
                    <a:pt x="1657350" y="2045970"/>
                    <a:pt x="1682750" y="2071370"/>
                  </a:cubicBezTo>
                  <a:cubicBezTo>
                    <a:pt x="1714500" y="2103120"/>
                    <a:pt x="1771650" y="2171700"/>
                    <a:pt x="1804670" y="2171700"/>
                  </a:cubicBezTo>
                  <a:cubicBezTo>
                    <a:pt x="1827530" y="2171700"/>
                    <a:pt x="1841500" y="2147570"/>
                    <a:pt x="1864360" y="2123440"/>
                  </a:cubicBezTo>
                  <a:cubicBezTo>
                    <a:pt x="1911350" y="2075180"/>
                    <a:pt x="1985010" y="1969770"/>
                    <a:pt x="2045970" y="1879600"/>
                  </a:cubicBezTo>
                  <a:cubicBezTo>
                    <a:pt x="2115820" y="1776730"/>
                    <a:pt x="2203450" y="1639570"/>
                    <a:pt x="2256790" y="1537970"/>
                  </a:cubicBezTo>
                  <a:cubicBezTo>
                    <a:pt x="2297430" y="1461770"/>
                    <a:pt x="2316480" y="1414780"/>
                    <a:pt x="2348230" y="1328420"/>
                  </a:cubicBezTo>
                  <a:cubicBezTo>
                    <a:pt x="2397760" y="1196340"/>
                    <a:pt x="2444750" y="980440"/>
                    <a:pt x="2505710" y="815340"/>
                  </a:cubicBezTo>
                  <a:cubicBezTo>
                    <a:pt x="2564130" y="656590"/>
                    <a:pt x="2637790" y="467360"/>
                    <a:pt x="2705100" y="355600"/>
                  </a:cubicBezTo>
                  <a:cubicBezTo>
                    <a:pt x="2748280" y="283210"/>
                    <a:pt x="2794000" y="227330"/>
                    <a:pt x="2835910" y="189230"/>
                  </a:cubicBezTo>
                  <a:cubicBezTo>
                    <a:pt x="2865120" y="162560"/>
                    <a:pt x="2890520" y="143510"/>
                    <a:pt x="2923540" y="133350"/>
                  </a:cubicBezTo>
                  <a:cubicBezTo>
                    <a:pt x="2960370" y="121920"/>
                    <a:pt x="3012440" y="116840"/>
                    <a:pt x="3048000" y="127000"/>
                  </a:cubicBezTo>
                  <a:cubicBezTo>
                    <a:pt x="3078480" y="135890"/>
                    <a:pt x="3103880" y="163830"/>
                    <a:pt x="3125470" y="185420"/>
                  </a:cubicBezTo>
                  <a:cubicBezTo>
                    <a:pt x="3144520" y="204470"/>
                    <a:pt x="3149600" y="210820"/>
                    <a:pt x="3173730" y="245110"/>
                  </a:cubicBezTo>
                  <a:cubicBezTo>
                    <a:pt x="3271520" y="384810"/>
                    <a:pt x="3676650" y="1093470"/>
                    <a:pt x="3860800" y="1379220"/>
                  </a:cubicBezTo>
                  <a:cubicBezTo>
                    <a:pt x="3975100" y="1558290"/>
                    <a:pt x="4075430" y="1703070"/>
                    <a:pt x="4151630" y="1807210"/>
                  </a:cubicBezTo>
                  <a:cubicBezTo>
                    <a:pt x="4197350" y="1870710"/>
                    <a:pt x="4232910" y="1911350"/>
                    <a:pt x="4268470" y="1954530"/>
                  </a:cubicBezTo>
                  <a:cubicBezTo>
                    <a:pt x="4297680" y="1988820"/>
                    <a:pt x="4316730" y="2016760"/>
                    <a:pt x="4349750" y="2047240"/>
                  </a:cubicBezTo>
                  <a:cubicBezTo>
                    <a:pt x="4389120" y="2084070"/>
                    <a:pt x="4451350" y="2134870"/>
                    <a:pt x="4493260" y="2152650"/>
                  </a:cubicBezTo>
                  <a:cubicBezTo>
                    <a:pt x="4521200" y="2164080"/>
                    <a:pt x="4541520" y="2164080"/>
                    <a:pt x="4568190" y="2164080"/>
                  </a:cubicBezTo>
                  <a:cubicBezTo>
                    <a:pt x="4597400" y="2164080"/>
                    <a:pt x="4630420" y="2170430"/>
                    <a:pt x="4662170" y="2151380"/>
                  </a:cubicBezTo>
                  <a:cubicBezTo>
                    <a:pt x="4716780" y="2119630"/>
                    <a:pt x="4784090" y="2011680"/>
                    <a:pt x="4833620" y="1930400"/>
                  </a:cubicBezTo>
                  <a:cubicBezTo>
                    <a:pt x="4885690" y="1844040"/>
                    <a:pt x="4930140" y="1743710"/>
                    <a:pt x="4965700" y="1647190"/>
                  </a:cubicBezTo>
                  <a:cubicBezTo>
                    <a:pt x="5001260" y="1551940"/>
                    <a:pt x="5007610" y="1474470"/>
                    <a:pt x="5046980" y="1356360"/>
                  </a:cubicBezTo>
                  <a:cubicBezTo>
                    <a:pt x="5110480" y="1163320"/>
                    <a:pt x="5259070" y="793750"/>
                    <a:pt x="5336540" y="607060"/>
                  </a:cubicBezTo>
                  <a:cubicBezTo>
                    <a:pt x="5383530" y="492760"/>
                    <a:pt x="5408930" y="406400"/>
                    <a:pt x="5455920" y="335280"/>
                  </a:cubicBezTo>
                  <a:cubicBezTo>
                    <a:pt x="5491480" y="280670"/>
                    <a:pt x="5538470" y="240030"/>
                    <a:pt x="5576570" y="207010"/>
                  </a:cubicBezTo>
                  <a:cubicBezTo>
                    <a:pt x="5605780" y="181610"/>
                    <a:pt x="5633720" y="158750"/>
                    <a:pt x="5662930" y="146050"/>
                  </a:cubicBezTo>
                  <a:cubicBezTo>
                    <a:pt x="5689600" y="134620"/>
                    <a:pt x="5713730" y="129540"/>
                    <a:pt x="5744210" y="128270"/>
                  </a:cubicBezTo>
                  <a:cubicBezTo>
                    <a:pt x="5781040" y="127000"/>
                    <a:pt x="5830570" y="137160"/>
                    <a:pt x="5869940" y="146050"/>
                  </a:cubicBezTo>
                  <a:cubicBezTo>
                    <a:pt x="5906770" y="154940"/>
                    <a:pt x="5941060" y="163830"/>
                    <a:pt x="5976620" y="180340"/>
                  </a:cubicBezTo>
                  <a:cubicBezTo>
                    <a:pt x="6015990" y="198120"/>
                    <a:pt x="6060440" y="226060"/>
                    <a:pt x="6092190" y="251460"/>
                  </a:cubicBezTo>
                  <a:cubicBezTo>
                    <a:pt x="6118860" y="271780"/>
                    <a:pt x="6134100" y="287020"/>
                    <a:pt x="6159500" y="316230"/>
                  </a:cubicBezTo>
                  <a:cubicBezTo>
                    <a:pt x="6202680" y="365760"/>
                    <a:pt x="6266180" y="447040"/>
                    <a:pt x="6316980" y="533400"/>
                  </a:cubicBezTo>
                  <a:cubicBezTo>
                    <a:pt x="6383020" y="646430"/>
                    <a:pt x="6441440" y="825500"/>
                    <a:pt x="6507480" y="947420"/>
                  </a:cubicBezTo>
                  <a:cubicBezTo>
                    <a:pt x="6562090" y="1050290"/>
                    <a:pt x="6616700" y="1115060"/>
                    <a:pt x="6677660" y="1221740"/>
                  </a:cubicBezTo>
                  <a:cubicBezTo>
                    <a:pt x="6757670" y="1362710"/>
                    <a:pt x="6852920" y="1587500"/>
                    <a:pt x="6936740" y="1725930"/>
                  </a:cubicBezTo>
                  <a:cubicBezTo>
                    <a:pt x="7000240" y="1830070"/>
                    <a:pt x="7075170" y="1929130"/>
                    <a:pt x="7122160" y="1987550"/>
                  </a:cubicBezTo>
                  <a:cubicBezTo>
                    <a:pt x="7146290" y="2018030"/>
                    <a:pt x="7160260" y="2038350"/>
                    <a:pt x="7183120" y="2054860"/>
                  </a:cubicBezTo>
                  <a:cubicBezTo>
                    <a:pt x="7204710" y="2070100"/>
                    <a:pt x="7230110" y="2086610"/>
                    <a:pt x="7256780" y="2086610"/>
                  </a:cubicBezTo>
                  <a:cubicBezTo>
                    <a:pt x="7287260" y="2086610"/>
                    <a:pt x="7322820" y="2067560"/>
                    <a:pt x="7354570" y="2042160"/>
                  </a:cubicBezTo>
                  <a:cubicBezTo>
                    <a:pt x="7399020" y="2005330"/>
                    <a:pt x="7444740" y="1925320"/>
                    <a:pt x="7480300" y="1861820"/>
                  </a:cubicBezTo>
                  <a:cubicBezTo>
                    <a:pt x="7514590" y="1799590"/>
                    <a:pt x="7538720" y="1736090"/>
                    <a:pt x="7565390" y="1663700"/>
                  </a:cubicBezTo>
                  <a:cubicBezTo>
                    <a:pt x="7595870" y="1579880"/>
                    <a:pt x="7612380" y="1499870"/>
                    <a:pt x="7650480" y="1389380"/>
                  </a:cubicBezTo>
                  <a:cubicBezTo>
                    <a:pt x="7708900" y="1216660"/>
                    <a:pt x="7828280" y="901700"/>
                    <a:pt x="7896860" y="735330"/>
                  </a:cubicBezTo>
                  <a:cubicBezTo>
                    <a:pt x="7940040" y="631190"/>
                    <a:pt x="7966710" y="557530"/>
                    <a:pt x="8008620" y="482600"/>
                  </a:cubicBezTo>
                  <a:cubicBezTo>
                    <a:pt x="8045450" y="417830"/>
                    <a:pt x="8091170" y="351790"/>
                    <a:pt x="8128000" y="308610"/>
                  </a:cubicBezTo>
                  <a:cubicBezTo>
                    <a:pt x="8153400" y="279400"/>
                    <a:pt x="8173720" y="270510"/>
                    <a:pt x="8199120" y="241300"/>
                  </a:cubicBezTo>
                  <a:cubicBezTo>
                    <a:pt x="8235950" y="199390"/>
                    <a:pt x="8276590" y="111760"/>
                    <a:pt x="8317230" y="76200"/>
                  </a:cubicBezTo>
                  <a:cubicBezTo>
                    <a:pt x="8345170" y="50800"/>
                    <a:pt x="8374380" y="40640"/>
                    <a:pt x="8404860" y="27940"/>
                  </a:cubicBezTo>
                  <a:cubicBezTo>
                    <a:pt x="8435340" y="15240"/>
                    <a:pt x="8465820" y="5080"/>
                    <a:pt x="8498840" y="2540"/>
                  </a:cubicBezTo>
                  <a:cubicBezTo>
                    <a:pt x="8533130" y="0"/>
                    <a:pt x="8569960" y="1270"/>
                    <a:pt x="8604250" y="12700"/>
                  </a:cubicBezTo>
                  <a:cubicBezTo>
                    <a:pt x="8641080" y="25400"/>
                    <a:pt x="8674100" y="49530"/>
                    <a:pt x="8708390" y="76200"/>
                  </a:cubicBezTo>
                  <a:cubicBezTo>
                    <a:pt x="8746490" y="105410"/>
                    <a:pt x="8784590" y="143510"/>
                    <a:pt x="8821420" y="184150"/>
                  </a:cubicBezTo>
                  <a:cubicBezTo>
                    <a:pt x="8860790" y="228600"/>
                    <a:pt x="8898890" y="274320"/>
                    <a:pt x="8935720" y="331470"/>
                  </a:cubicBezTo>
                  <a:cubicBezTo>
                    <a:pt x="8981440" y="402590"/>
                    <a:pt x="9027160" y="488950"/>
                    <a:pt x="9067800" y="585470"/>
                  </a:cubicBezTo>
                  <a:cubicBezTo>
                    <a:pt x="9117330" y="702310"/>
                    <a:pt x="9146540" y="849630"/>
                    <a:pt x="9199880" y="989330"/>
                  </a:cubicBezTo>
                  <a:cubicBezTo>
                    <a:pt x="9259570" y="1146810"/>
                    <a:pt x="9347200" y="1366520"/>
                    <a:pt x="9411970" y="1484630"/>
                  </a:cubicBezTo>
                  <a:cubicBezTo>
                    <a:pt x="9451340" y="1555750"/>
                    <a:pt x="9475470" y="1592580"/>
                    <a:pt x="9521190" y="1648460"/>
                  </a:cubicBezTo>
                  <a:cubicBezTo>
                    <a:pt x="9577070" y="1718310"/>
                    <a:pt x="9664700" y="1805940"/>
                    <a:pt x="9732010" y="1863090"/>
                  </a:cubicBezTo>
                  <a:cubicBezTo>
                    <a:pt x="9785350" y="1908810"/>
                    <a:pt x="9842500" y="1954530"/>
                    <a:pt x="9888220" y="1972310"/>
                  </a:cubicBezTo>
                  <a:cubicBezTo>
                    <a:pt x="9917430" y="1983740"/>
                    <a:pt x="9937750" y="1991360"/>
                    <a:pt x="9966960" y="1985010"/>
                  </a:cubicBezTo>
                  <a:cubicBezTo>
                    <a:pt x="10010140" y="1976120"/>
                    <a:pt x="10067290" y="1934210"/>
                    <a:pt x="10111740" y="1887220"/>
                  </a:cubicBezTo>
                  <a:cubicBezTo>
                    <a:pt x="10171430" y="1823720"/>
                    <a:pt x="10226040" y="1654810"/>
                    <a:pt x="10271760" y="1620520"/>
                  </a:cubicBezTo>
                  <a:cubicBezTo>
                    <a:pt x="10290810" y="1606550"/>
                    <a:pt x="10309860" y="1606550"/>
                    <a:pt x="10325100" y="1606550"/>
                  </a:cubicBezTo>
                  <a:cubicBezTo>
                    <a:pt x="10335260" y="1606550"/>
                    <a:pt x="10342880" y="1609090"/>
                    <a:pt x="10351770" y="1614170"/>
                  </a:cubicBezTo>
                  <a:cubicBezTo>
                    <a:pt x="10364470" y="1621790"/>
                    <a:pt x="10383520" y="1635760"/>
                    <a:pt x="10392410" y="1651000"/>
                  </a:cubicBezTo>
                  <a:cubicBezTo>
                    <a:pt x="10401300" y="1666240"/>
                    <a:pt x="10406380" y="1686560"/>
                    <a:pt x="10402570" y="1704340"/>
                  </a:cubicBezTo>
                  <a:cubicBezTo>
                    <a:pt x="10397490" y="1725930"/>
                    <a:pt x="10374630" y="1757680"/>
                    <a:pt x="10355580" y="1769110"/>
                  </a:cubicBezTo>
                  <a:cubicBezTo>
                    <a:pt x="10340340" y="1778000"/>
                    <a:pt x="10318750" y="1781810"/>
                    <a:pt x="10300970" y="1776730"/>
                  </a:cubicBezTo>
                  <a:cubicBezTo>
                    <a:pt x="10279380" y="1770380"/>
                    <a:pt x="10247630" y="1747520"/>
                    <a:pt x="10238740" y="1725930"/>
                  </a:cubicBezTo>
                  <a:cubicBezTo>
                    <a:pt x="10229850" y="1704340"/>
                    <a:pt x="10234930" y="1664970"/>
                    <a:pt x="10245090" y="1645920"/>
                  </a:cubicBezTo>
                  <a:cubicBezTo>
                    <a:pt x="10253980" y="1629410"/>
                    <a:pt x="10271760" y="1617980"/>
                    <a:pt x="10288270" y="1611630"/>
                  </a:cubicBezTo>
                  <a:cubicBezTo>
                    <a:pt x="10304780" y="1605280"/>
                    <a:pt x="10326370" y="1604010"/>
                    <a:pt x="10342880" y="1610360"/>
                  </a:cubicBezTo>
                  <a:cubicBezTo>
                    <a:pt x="10363200" y="1619250"/>
                    <a:pt x="10392410" y="1647190"/>
                    <a:pt x="10400030" y="1667510"/>
                  </a:cubicBezTo>
                  <a:cubicBezTo>
                    <a:pt x="10406380" y="1684020"/>
                    <a:pt x="10403840" y="1697990"/>
                    <a:pt x="10397490" y="1722120"/>
                  </a:cubicBezTo>
                  <a:cubicBezTo>
                    <a:pt x="10383520" y="1772920"/>
                    <a:pt x="10314940" y="1902460"/>
                    <a:pt x="10280650" y="1953260"/>
                  </a:cubicBezTo>
                  <a:cubicBezTo>
                    <a:pt x="10261600" y="1981200"/>
                    <a:pt x="10252710" y="1991360"/>
                    <a:pt x="10227310" y="2012950"/>
                  </a:cubicBezTo>
                  <a:cubicBezTo>
                    <a:pt x="10187940" y="2047240"/>
                    <a:pt x="10102850" y="2103120"/>
                    <a:pt x="10053320" y="2125980"/>
                  </a:cubicBezTo>
                  <a:cubicBezTo>
                    <a:pt x="10020300" y="2141220"/>
                    <a:pt x="9996170" y="2151380"/>
                    <a:pt x="9965690" y="2153920"/>
                  </a:cubicBezTo>
                  <a:cubicBezTo>
                    <a:pt x="9936480" y="2156460"/>
                    <a:pt x="9907270" y="2155190"/>
                    <a:pt x="9874250" y="2145030"/>
                  </a:cubicBezTo>
                  <a:cubicBezTo>
                    <a:pt x="9827260" y="2131060"/>
                    <a:pt x="9761220" y="2092960"/>
                    <a:pt x="9715500" y="2062480"/>
                  </a:cubicBezTo>
                  <a:cubicBezTo>
                    <a:pt x="9677400" y="2037080"/>
                    <a:pt x="9654540" y="2016760"/>
                    <a:pt x="9616440" y="1981200"/>
                  </a:cubicBezTo>
                  <a:cubicBezTo>
                    <a:pt x="9555480" y="1924050"/>
                    <a:pt x="9453880" y="1824990"/>
                    <a:pt x="9391650" y="1747520"/>
                  </a:cubicBezTo>
                  <a:cubicBezTo>
                    <a:pt x="9339580" y="1682750"/>
                    <a:pt x="9307830" y="1637030"/>
                    <a:pt x="9263380" y="1554480"/>
                  </a:cubicBezTo>
                  <a:cubicBezTo>
                    <a:pt x="9194800" y="1427480"/>
                    <a:pt x="9109710" y="1215390"/>
                    <a:pt x="9044940" y="1049020"/>
                  </a:cubicBezTo>
                  <a:cubicBezTo>
                    <a:pt x="8982710" y="891540"/>
                    <a:pt x="8938260" y="707390"/>
                    <a:pt x="8879840" y="581660"/>
                  </a:cubicBezTo>
                  <a:cubicBezTo>
                    <a:pt x="8836660" y="488950"/>
                    <a:pt x="8799830" y="421640"/>
                    <a:pt x="8745220" y="351790"/>
                  </a:cubicBezTo>
                  <a:cubicBezTo>
                    <a:pt x="8690610" y="281940"/>
                    <a:pt x="8610600" y="182880"/>
                    <a:pt x="8554720" y="165100"/>
                  </a:cubicBezTo>
                  <a:cubicBezTo>
                    <a:pt x="8521700" y="154940"/>
                    <a:pt x="8491220" y="167640"/>
                    <a:pt x="8464550" y="180340"/>
                  </a:cubicBezTo>
                  <a:cubicBezTo>
                    <a:pt x="8437880" y="193040"/>
                    <a:pt x="8422640" y="212090"/>
                    <a:pt x="8394700" y="238760"/>
                  </a:cubicBezTo>
                  <a:cubicBezTo>
                    <a:pt x="8346440" y="285750"/>
                    <a:pt x="8256270" y="387350"/>
                    <a:pt x="8213090" y="445770"/>
                  </a:cubicBezTo>
                  <a:cubicBezTo>
                    <a:pt x="8183880" y="483870"/>
                    <a:pt x="8171180" y="505460"/>
                    <a:pt x="8148320" y="547370"/>
                  </a:cubicBezTo>
                  <a:cubicBezTo>
                    <a:pt x="8115300" y="608330"/>
                    <a:pt x="8083550" y="684530"/>
                    <a:pt x="8042910" y="783590"/>
                  </a:cubicBezTo>
                  <a:cubicBezTo>
                    <a:pt x="7976870" y="946150"/>
                    <a:pt x="7856220" y="1275080"/>
                    <a:pt x="7804150" y="1436370"/>
                  </a:cubicBezTo>
                  <a:cubicBezTo>
                    <a:pt x="7773670" y="1530350"/>
                    <a:pt x="7767320" y="1587500"/>
                    <a:pt x="7741920" y="1661160"/>
                  </a:cubicBezTo>
                  <a:cubicBezTo>
                    <a:pt x="7716520" y="1736090"/>
                    <a:pt x="7688580" y="1807210"/>
                    <a:pt x="7650480" y="1882140"/>
                  </a:cubicBezTo>
                  <a:cubicBezTo>
                    <a:pt x="7607300" y="1967230"/>
                    <a:pt x="7538720" y="2085340"/>
                    <a:pt x="7490460" y="2142490"/>
                  </a:cubicBezTo>
                  <a:cubicBezTo>
                    <a:pt x="7461250" y="2176780"/>
                    <a:pt x="7440930" y="2195830"/>
                    <a:pt x="7409180" y="2214880"/>
                  </a:cubicBezTo>
                  <a:cubicBezTo>
                    <a:pt x="7376160" y="2235200"/>
                    <a:pt x="7329170" y="2251710"/>
                    <a:pt x="7293610" y="2255520"/>
                  </a:cubicBezTo>
                  <a:cubicBezTo>
                    <a:pt x="7263130" y="2259330"/>
                    <a:pt x="7236460" y="2254250"/>
                    <a:pt x="7208520" y="2246630"/>
                  </a:cubicBezTo>
                  <a:cubicBezTo>
                    <a:pt x="7179310" y="2237740"/>
                    <a:pt x="7148830" y="2218690"/>
                    <a:pt x="7120890" y="2202180"/>
                  </a:cubicBezTo>
                  <a:cubicBezTo>
                    <a:pt x="7094220" y="2186940"/>
                    <a:pt x="7068820" y="2172970"/>
                    <a:pt x="7047230" y="2152650"/>
                  </a:cubicBezTo>
                  <a:cubicBezTo>
                    <a:pt x="7024370" y="2132330"/>
                    <a:pt x="7011670" y="2113280"/>
                    <a:pt x="6986270" y="2078990"/>
                  </a:cubicBezTo>
                  <a:cubicBezTo>
                    <a:pt x="6935470" y="2011680"/>
                    <a:pt x="6838950" y="1883410"/>
                    <a:pt x="6770370" y="1766570"/>
                  </a:cubicBezTo>
                  <a:cubicBezTo>
                    <a:pt x="6690360" y="1631950"/>
                    <a:pt x="6619240" y="1447800"/>
                    <a:pt x="6544310" y="1313180"/>
                  </a:cubicBezTo>
                  <a:cubicBezTo>
                    <a:pt x="6480810" y="1200150"/>
                    <a:pt x="6413500" y="1116330"/>
                    <a:pt x="6356350" y="1007110"/>
                  </a:cubicBezTo>
                  <a:cubicBezTo>
                    <a:pt x="6295390" y="890270"/>
                    <a:pt x="6249670" y="736600"/>
                    <a:pt x="6189980" y="633730"/>
                  </a:cubicBezTo>
                  <a:cubicBezTo>
                    <a:pt x="6144260" y="553720"/>
                    <a:pt x="6087110" y="483870"/>
                    <a:pt x="6043930" y="435610"/>
                  </a:cubicBezTo>
                  <a:cubicBezTo>
                    <a:pt x="6015990" y="403860"/>
                    <a:pt x="6000750" y="382270"/>
                    <a:pt x="5966460" y="361950"/>
                  </a:cubicBezTo>
                  <a:cubicBezTo>
                    <a:pt x="5920740" y="334010"/>
                    <a:pt x="5838190" y="302260"/>
                    <a:pt x="5787390" y="299720"/>
                  </a:cubicBezTo>
                  <a:cubicBezTo>
                    <a:pt x="5751830" y="298450"/>
                    <a:pt x="5722620" y="308610"/>
                    <a:pt x="5694680" y="322580"/>
                  </a:cubicBezTo>
                  <a:cubicBezTo>
                    <a:pt x="5668010" y="335280"/>
                    <a:pt x="5645150" y="356870"/>
                    <a:pt x="5626100" y="377190"/>
                  </a:cubicBezTo>
                  <a:cubicBezTo>
                    <a:pt x="5607050" y="397510"/>
                    <a:pt x="5595620" y="415290"/>
                    <a:pt x="5579110" y="443230"/>
                  </a:cubicBezTo>
                  <a:cubicBezTo>
                    <a:pt x="5553710" y="486410"/>
                    <a:pt x="5533390" y="535940"/>
                    <a:pt x="5500370" y="614680"/>
                  </a:cubicBezTo>
                  <a:cubicBezTo>
                    <a:pt x="5431790" y="779780"/>
                    <a:pt x="5265420" y="1209040"/>
                    <a:pt x="5208270" y="1389380"/>
                  </a:cubicBezTo>
                  <a:cubicBezTo>
                    <a:pt x="5179060" y="1484630"/>
                    <a:pt x="5177790" y="1531620"/>
                    <a:pt x="5152390" y="1610360"/>
                  </a:cubicBezTo>
                  <a:cubicBezTo>
                    <a:pt x="5121910" y="1703070"/>
                    <a:pt x="5071110" y="1823720"/>
                    <a:pt x="5031740" y="1908810"/>
                  </a:cubicBezTo>
                  <a:cubicBezTo>
                    <a:pt x="5002530" y="1973580"/>
                    <a:pt x="4974590" y="2033270"/>
                    <a:pt x="4945380" y="2076450"/>
                  </a:cubicBezTo>
                  <a:cubicBezTo>
                    <a:pt x="4925060" y="2106930"/>
                    <a:pt x="4908550" y="2122170"/>
                    <a:pt x="4884420" y="2150110"/>
                  </a:cubicBezTo>
                  <a:cubicBezTo>
                    <a:pt x="4851400" y="2188210"/>
                    <a:pt x="4804410" y="2251710"/>
                    <a:pt x="4766310" y="2280920"/>
                  </a:cubicBezTo>
                  <a:cubicBezTo>
                    <a:pt x="4739640" y="2301240"/>
                    <a:pt x="4714240" y="2311400"/>
                    <a:pt x="4687570" y="2320290"/>
                  </a:cubicBezTo>
                  <a:cubicBezTo>
                    <a:pt x="4662170" y="2327910"/>
                    <a:pt x="4639310" y="2331720"/>
                    <a:pt x="4607560" y="2331720"/>
                  </a:cubicBezTo>
                  <a:cubicBezTo>
                    <a:pt x="4563110" y="2331720"/>
                    <a:pt x="4488180" y="2322830"/>
                    <a:pt x="4443730" y="2308860"/>
                  </a:cubicBezTo>
                  <a:cubicBezTo>
                    <a:pt x="4411980" y="2298700"/>
                    <a:pt x="4392930" y="2288540"/>
                    <a:pt x="4363720" y="2269490"/>
                  </a:cubicBezTo>
                  <a:cubicBezTo>
                    <a:pt x="4321810" y="2241550"/>
                    <a:pt x="4264660" y="2188210"/>
                    <a:pt x="4226560" y="2148840"/>
                  </a:cubicBezTo>
                  <a:cubicBezTo>
                    <a:pt x="4194810" y="2117090"/>
                    <a:pt x="4180840" y="2100580"/>
                    <a:pt x="4145280" y="2054860"/>
                  </a:cubicBezTo>
                  <a:cubicBezTo>
                    <a:pt x="4057650" y="1943100"/>
                    <a:pt x="3876040" y="1687830"/>
                    <a:pt x="3722370" y="1454150"/>
                  </a:cubicBezTo>
                  <a:cubicBezTo>
                    <a:pt x="3519170" y="1145540"/>
                    <a:pt x="3164840" y="495300"/>
                    <a:pt x="3048000" y="354330"/>
                  </a:cubicBezTo>
                  <a:cubicBezTo>
                    <a:pt x="3016250" y="316230"/>
                    <a:pt x="3003550" y="288290"/>
                    <a:pt x="2976880" y="289560"/>
                  </a:cubicBezTo>
                  <a:cubicBezTo>
                    <a:pt x="2938780" y="290830"/>
                    <a:pt x="2886710" y="364490"/>
                    <a:pt x="2846070" y="424180"/>
                  </a:cubicBezTo>
                  <a:cubicBezTo>
                    <a:pt x="2788920" y="506730"/>
                    <a:pt x="2729230" y="679450"/>
                    <a:pt x="2694940" y="758190"/>
                  </a:cubicBezTo>
                  <a:cubicBezTo>
                    <a:pt x="2675890" y="800100"/>
                    <a:pt x="2670810" y="808990"/>
                    <a:pt x="2653030" y="855980"/>
                  </a:cubicBezTo>
                  <a:cubicBezTo>
                    <a:pt x="2611120" y="971550"/>
                    <a:pt x="2515870" y="1339850"/>
                    <a:pt x="2466340" y="1470660"/>
                  </a:cubicBezTo>
                  <a:cubicBezTo>
                    <a:pt x="2442210" y="1535430"/>
                    <a:pt x="2430780" y="1554480"/>
                    <a:pt x="2401570" y="1610360"/>
                  </a:cubicBezTo>
                  <a:cubicBezTo>
                    <a:pt x="2355850" y="1699260"/>
                    <a:pt x="2270760" y="1849120"/>
                    <a:pt x="2205990" y="1948180"/>
                  </a:cubicBezTo>
                  <a:cubicBezTo>
                    <a:pt x="2151380" y="2032000"/>
                    <a:pt x="2098040" y="2109470"/>
                    <a:pt x="2044700" y="2171700"/>
                  </a:cubicBezTo>
                  <a:cubicBezTo>
                    <a:pt x="2001520" y="2222500"/>
                    <a:pt x="1958340" y="2275840"/>
                    <a:pt x="1916430" y="2301240"/>
                  </a:cubicBezTo>
                  <a:cubicBezTo>
                    <a:pt x="1887220" y="2319020"/>
                    <a:pt x="1858010" y="2326640"/>
                    <a:pt x="1830070" y="2329180"/>
                  </a:cubicBezTo>
                  <a:cubicBezTo>
                    <a:pt x="1803400" y="2331720"/>
                    <a:pt x="1781810" y="2331720"/>
                    <a:pt x="1751330" y="2319020"/>
                  </a:cubicBezTo>
                  <a:cubicBezTo>
                    <a:pt x="1700530" y="2297430"/>
                    <a:pt x="1611630" y="2223770"/>
                    <a:pt x="1564640" y="2176780"/>
                  </a:cubicBezTo>
                  <a:cubicBezTo>
                    <a:pt x="1529080" y="2142490"/>
                    <a:pt x="1516380" y="2123440"/>
                    <a:pt x="1483360" y="2073910"/>
                  </a:cubicBezTo>
                  <a:cubicBezTo>
                    <a:pt x="1413510" y="1968500"/>
                    <a:pt x="1264920" y="1685290"/>
                    <a:pt x="1200150" y="1555750"/>
                  </a:cubicBezTo>
                  <a:cubicBezTo>
                    <a:pt x="1162050" y="1479550"/>
                    <a:pt x="1150620" y="1435100"/>
                    <a:pt x="1117600" y="1371600"/>
                  </a:cubicBezTo>
                  <a:cubicBezTo>
                    <a:pt x="1079500" y="1297940"/>
                    <a:pt x="1029970" y="1231900"/>
                    <a:pt x="980440" y="1140460"/>
                  </a:cubicBezTo>
                  <a:cubicBezTo>
                    <a:pt x="913130" y="1014730"/>
                    <a:pt x="807720" y="772160"/>
                    <a:pt x="759460" y="684530"/>
                  </a:cubicBezTo>
                  <a:cubicBezTo>
                    <a:pt x="739140" y="647700"/>
                    <a:pt x="734060" y="637540"/>
                    <a:pt x="712470" y="608330"/>
                  </a:cubicBezTo>
                  <a:cubicBezTo>
                    <a:pt x="676910" y="561340"/>
                    <a:pt x="596900" y="441960"/>
                    <a:pt x="554990" y="439420"/>
                  </a:cubicBezTo>
                  <a:cubicBezTo>
                    <a:pt x="530860" y="438150"/>
                    <a:pt x="514350" y="464820"/>
                    <a:pt x="494030" y="487680"/>
                  </a:cubicBezTo>
                  <a:cubicBezTo>
                    <a:pt x="462280" y="524510"/>
                    <a:pt x="431800" y="575310"/>
                    <a:pt x="400050" y="650240"/>
                  </a:cubicBezTo>
                  <a:cubicBezTo>
                    <a:pt x="341630" y="789940"/>
                    <a:pt x="276860" y="1125220"/>
                    <a:pt x="227330" y="1285240"/>
                  </a:cubicBezTo>
                  <a:cubicBezTo>
                    <a:pt x="196850" y="1384300"/>
                    <a:pt x="168910" y="1477010"/>
                    <a:pt x="143510" y="1521460"/>
                  </a:cubicBezTo>
                  <a:cubicBezTo>
                    <a:pt x="132080" y="1541780"/>
                    <a:pt x="124460" y="1553210"/>
                    <a:pt x="109220" y="1560830"/>
                  </a:cubicBezTo>
                  <a:cubicBezTo>
                    <a:pt x="91440" y="1568450"/>
                    <a:pt x="58420" y="1569720"/>
                    <a:pt x="40640" y="1562100"/>
                  </a:cubicBezTo>
                  <a:cubicBezTo>
                    <a:pt x="25400" y="1555750"/>
                    <a:pt x="12700" y="1537970"/>
                    <a:pt x="6350" y="1522730"/>
                  </a:cubicBezTo>
                  <a:cubicBezTo>
                    <a:pt x="0" y="1507490"/>
                    <a:pt x="5080" y="1470660"/>
                    <a:pt x="5080" y="1470660"/>
                  </a:cubicBezTo>
                </a:path>
              </a:pathLst>
            </a:custGeom>
            <a:solidFill>
              <a:srgbClr val="76BBD1"/>
            </a:solidFill>
            <a:ln cap="sq">
              <a:noFill/>
              <a:prstDash val="solid"/>
              <a:miter/>
            </a:ln>
          </p:spPr>
        </p:sp>
      </p:grpSp>
      <p:sp>
        <p:nvSpPr>
          <p:cNvPr id="80" name="Freeform: Shape 79">
            <a:extLst>
              <a:ext uri="{FF2B5EF4-FFF2-40B4-BE49-F238E27FC236}">
                <a16:creationId xmlns:a16="http://schemas.microsoft.com/office/drawing/2014/main" id="{84CC2081-9247-4A8F-A9BE-AA177AD94432}"/>
              </a:ext>
            </a:extLst>
          </p:cNvPr>
          <p:cNvSpPr/>
          <p:nvPr/>
        </p:nvSpPr>
        <p:spPr>
          <a:xfrm>
            <a:off x="2194560" y="4664636"/>
            <a:ext cx="3647975" cy="2111549"/>
          </a:xfrm>
          <a:custGeom>
            <a:avLst/>
            <a:gdLst>
              <a:gd name="connsiteX0" fmla="*/ 808522 w 3647975"/>
              <a:gd name="connsiteY0" fmla="*/ 552257 h 2111549"/>
              <a:gd name="connsiteX1" fmla="*/ 693019 w 3647975"/>
              <a:gd name="connsiteY1" fmla="*/ 629259 h 2111549"/>
              <a:gd name="connsiteX2" fmla="*/ 587141 w 3647975"/>
              <a:gd name="connsiteY2" fmla="*/ 715886 h 2111549"/>
              <a:gd name="connsiteX3" fmla="*/ 510139 w 3647975"/>
              <a:gd name="connsiteY3" fmla="*/ 773638 h 2111549"/>
              <a:gd name="connsiteX4" fmla="*/ 481263 w 3647975"/>
              <a:gd name="connsiteY4" fmla="*/ 812139 h 2111549"/>
              <a:gd name="connsiteX5" fmla="*/ 423512 w 3647975"/>
              <a:gd name="connsiteY5" fmla="*/ 850640 h 2111549"/>
              <a:gd name="connsiteX6" fmla="*/ 356135 w 3647975"/>
              <a:gd name="connsiteY6" fmla="*/ 908391 h 2111549"/>
              <a:gd name="connsiteX7" fmla="*/ 327259 w 3647975"/>
              <a:gd name="connsiteY7" fmla="*/ 927642 h 2111549"/>
              <a:gd name="connsiteX8" fmla="*/ 250257 w 3647975"/>
              <a:gd name="connsiteY8" fmla="*/ 975768 h 2111549"/>
              <a:gd name="connsiteX9" fmla="*/ 202131 w 3647975"/>
              <a:gd name="connsiteY9" fmla="*/ 1014269 h 2111549"/>
              <a:gd name="connsiteX10" fmla="*/ 173255 w 3647975"/>
              <a:gd name="connsiteY10" fmla="*/ 1033520 h 2111549"/>
              <a:gd name="connsiteX11" fmla="*/ 134754 w 3647975"/>
              <a:gd name="connsiteY11" fmla="*/ 1072021 h 2111549"/>
              <a:gd name="connsiteX12" fmla="*/ 57752 w 3647975"/>
              <a:gd name="connsiteY12" fmla="*/ 1110522 h 2111549"/>
              <a:gd name="connsiteX13" fmla="*/ 28876 w 3647975"/>
              <a:gd name="connsiteY13" fmla="*/ 1129772 h 2111549"/>
              <a:gd name="connsiteX14" fmla="*/ 19251 w 3647975"/>
              <a:gd name="connsiteY14" fmla="*/ 1158648 h 2111549"/>
              <a:gd name="connsiteX15" fmla="*/ 38501 w 3647975"/>
              <a:gd name="connsiteY15" fmla="*/ 1688038 h 2111549"/>
              <a:gd name="connsiteX16" fmla="*/ 77002 w 3647975"/>
              <a:gd name="connsiteY16" fmla="*/ 1774665 h 2111549"/>
              <a:gd name="connsiteX17" fmla="*/ 105878 w 3647975"/>
              <a:gd name="connsiteY17" fmla="*/ 1880543 h 2111549"/>
              <a:gd name="connsiteX18" fmla="*/ 144379 w 3647975"/>
              <a:gd name="connsiteY18" fmla="*/ 1957545 h 2111549"/>
              <a:gd name="connsiteX19" fmla="*/ 163629 w 3647975"/>
              <a:gd name="connsiteY19" fmla="*/ 2053798 h 2111549"/>
              <a:gd name="connsiteX20" fmla="*/ 182880 w 3647975"/>
              <a:gd name="connsiteY20" fmla="*/ 2111549 h 2111549"/>
              <a:gd name="connsiteX21" fmla="*/ 433137 w 3647975"/>
              <a:gd name="connsiteY21" fmla="*/ 2073048 h 2111549"/>
              <a:gd name="connsiteX22" fmla="*/ 471638 w 3647975"/>
              <a:gd name="connsiteY22" fmla="*/ 2063423 h 2111549"/>
              <a:gd name="connsiteX23" fmla="*/ 558265 w 3647975"/>
              <a:gd name="connsiteY23" fmla="*/ 2024922 h 2111549"/>
              <a:gd name="connsiteX24" fmla="*/ 644893 w 3647975"/>
              <a:gd name="connsiteY24" fmla="*/ 1967170 h 2111549"/>
              <a:gd name="connsiteX25" fmla="*/ 702644 w 3647975"/>
              <a:gd name="connsiteY25" fmla="*/ 1938295 h 2111549"/>
              <a:gd name="connsiteX26" fmla="*/ 750771 w 3647975"/>
              <a:gd name="connsiteY26" fmla="*/ 1899793 h 2111549"/>
              <a:gd name="connsiteX27" fmla="*/ 847023 w 3647975"/>
              <a:gd name="connsiteY27" fmla="*/ 1851667 h 2111549"/>
              <a:gd name="connsiteX28" fmla="*/ 914400 w 3647975"/>
              <a:gd name="connsiteY28" fmla="*/ 1813166 h 2111549"/>
              <a:gd name="connsiteX29" fmla="*/ 991402 w 3647975"/>
              <a:gd name="connsiteY29" fmla="*/ 1784290 h 2111549"/>
              <a:gd name="connsiteX30" fmla="*/ 1058779 w 3647975"/>
              <a:gd name="connsiteY30" fmla="*/ 1755415 h 2111549"/>
              <a:gd name="connsiteX31" fmla="*/ 1193533 w 3647975"/>
              <a:gd name="connsiteY31" fmla="*/ 1688038 h 2111549"/>
              <a:gd name="connsiteX32" fmla="*/ 1251284 w 3647975"/>
              <a:gd name="connsiteY32" fmla="*/ 1649537 h 2111549"/>
              <a:gd name="connsiteX33" fmla="*/ 1395663 w 3647975"/>
              <a:gd name="connsiteY33" fmla="*/ 1591785 h 2111549"/>
              <a:gd name="connsiteX34" fmla="*/ 1453415 w 3647975"/>
              <a:gd name="connsiteY34" fmla="*/ 1543659 h 2111549"/>
              <a:gd name="connsiteX35" fmla="*/ 1665171 w 3647975"/>
              <a:gd name="connsiteY35" fmla="*/ 1428156 h 2111549"/>
              <a:gd name="connsiteX36" fmla="*/ 1953928 w 3647975"/>
              <a:gd name="connsiteY36" fmla="*/ 1254901 h 2111549"/>
              <a:gd name="connsiteX37" fmla="*/ 1982804 w 3647975"/>
              <a:gd name="connsiteY37" fmla="*/ 1245276 h 2111549"/>
              <a:gd name="connsiteX38" fmla="*/ 2165684 w 3647975"/>
              <a:gd name="connsiteY38" fmla="*/ 1149023 h 2111549"/>
              <a:gd name="connsiteX39" fmla="*/ 2252312 w 3647975"/>
              <a:gd name="connsiteY39" fmla="*/ 1120147 h 2111549"/>
              <a:gd name="connsiteX40" fmla="*/ 2358189 w 3647975"/>
              <a:gd name="connsiteY40" fmla="*/ 1072021 h 2111549"/>
              <a:gd name="connsiteX41" fmla="*/ 2502568 w 3647975"/>
              <a:gd name="connsiteY41" fmla="*/ 1023895 h 2111549"/>
              <a:gd name="connsiteX42" fmla="*/ 2550695 w 3647975"/>
              <a:gd name="connsiteY42" fmla="*/ 995019 h 2111549"/>
              <a:gd name="connsiteX43" fmla="*/ 2618072 w 3647975"/>
              <a:gd name="connsiteY43" fmla="*/ 975768 h 2111549"/>
              <a:gd name="connsiteX44" fmla="*/ 2685448 w 3647975"/>
              <a:gd name="connsiteY44" fmla="*/ 937267 h 2111549"/>
              <a:gd name="connsiteX45" fmla="*/ 2743200 w 3647975"/>
              <a:gd name="connsiteY45" fmla="*/ 918017 h 2111549"/>
              <a:gd name="connsiteX46" fmla="*/ 3070459 w 3647975"/>
              <a:gd name="connsiteY46" fmla="*/ 802513 h 2111549"/>
              <a:gd name="connsiteX47" fmla="*/ 3311091 w 3647975"/>
              <a:gd name="connsiteY47" fmla="*/ 638884 h 2111549"/>
              <a:gd name="connsiteX48" fmla="*/ 3388093 w 3647975"/>
              <a:gd name="connsiteY48" fmla="*/ 619633 h 2111549"/>
              <a:gd name="connsiteX49" fmla="*/ 3436219 w 3647975"/>
              <a:gd name="connsiteY49" fmla="*/ 590758 h 2111549"/>
              <a:gd name="connsiteX50" fmla="*/ 3474720 w 3647975"/>
              <a:gd name="connsiteY50" fmla="*/ 581132 h 2111549"/>
              <a:gd name="connsiteX51" fmla="*/ 3503596 w 3647975"/>
              <a:gd name="connsiteY51" fmla="*/ 552257 h 2111549"/>
              <a:gd name="connsiteX52" fmla="*/ 3551722 w 3647975"/>
              <a:gd name="connsiteY52" fmla="*/ 523381 h 2111549"/>
              <a:gd name="connsiteX53" fmla="*/ 3628724 w 3647975"/>
              <a:gd name="connsiteY53" fmla="*/ 388627 h 2111549"/>
              <a:gd name="connsiteX54" fmla="*/ 3647975 w 3647975"/>
              <a:gd name="connsiteY54" fmla="*/ 359751 h 2111549"/>
              <a:gd name="connsiteX55" fmla="*/ 3580598 w 3647975"/>
              <a:gd name="connsiteY55" fmla="*/ 253873 h 2111549"/>
              <a:gd name="connsiteX56" fmla="*/ 3561347 w 3647975"/>
              <a:gd name="connsiteY56" fmla="*/ 224998 h 2111549"/>
              <a:gd name="connsiteX57" fmla="*/ 3532472 w 3647975"/>
              <a:gd name="connsiteY57" fmla="*/ 215372 h 2111549"/>
              <a:gd name="connsiteX58" fmla="*/ 3455469 w 3647975"/>
              <a:gd name="connsiteY58" fmla="*/ 157621 h 2111549"/>
              <a:gd name="connsiteX59" fmla="*/ 3426594 w 3647975"/>
              <a:gd name="connsiteY59" fmla="*/ 128745 h 2111549"/>
              <a:gd name="connsiteX60" fmla="*/ 3339966 w 3647975"/>
              <a:gd name="connsiteY60" fmla="*/ 90244 h 2111549"/>
              <a:gd name="connsiteX61" fmla="*/ 3272589 w 3647975"/>
              <a:gd name="connsiteY61" fmla="*/ 51743 h 2111549"/>
              <a:gd name="connsiteX62" fmla="*/ 3243714 w 3647975"/>
              <a:gd name="connsiteY62" fmla="*/ 42118 h 2111549"/>
              <a:gd name="connsiteX63" fmla="*/ 3108960 w 3647975"/>
              <a:gd name="connsiteY63" fmla="*/ 3617 h 2111549"/>
              <a:gd name="connsiteX64" fmla="*/ 3022333 w 3647975"/>
              <a:gd name="connsiteY64" fmla="*/ 13242 h 2111549"/>
              <a:gd name="connsiteX65" fmla="*/ 3080084 w 3647975"/>
              <a:gd name="connsiteY65" fmla="*/ 138370 h 2111549"/>
              <a:gd name="connsiteX66" fmla="*/ 3051208 w 3647975"/>
              <a:gd name="connsiteY66" fmla="*/ 186497 h 2111549"/>
              <a:gd name="connsiteX67" fmla="*/ 2983832 w 3647975"/>
              <a:gd name="connsiteY67" fmla="*/ 215372 h 2111549"/>
              <a:gd name="connsiteX68" fmla="*/ 2954956 w 3647975"/>
              <a:gd name="connsiteY68" fmla="*/ 234623 h 2111549"/>
              <a:gd name="connsiteX69" fmla="*/ 2829827 w 3647975"/>
              <a:gd name="connsiteY69" fmla="*/ 263499 h 2111549"/>
              <a:gd name="connsiteX70" fmla="*/ 2772076 w 3647975"/>
              <a:gd name="connsiteY70" fmla="*/ 292375 h 2111549"/>
              <a:gd name="connsiteX71" fmla="*/ 2695074 w 3647975"/>
              <a:gd name="connsiteY71" fmla="*/ 311625 h 2111549"/>
              <a:gd name="connsiteX72" fmla="*/ 2637322 w 3647975"/>
              <a:gd name="connsiteY72" fmla="*/ 350126 h 2111549"/>
              <a:gd name="connsiteX73" fmla="*/ 2569945 w 3647975"/>
              <a:gd name="connsiteY73" fmla="*/ 369377 h 2111549"/>
              <a:gd name="connsiteX74" fmla="*/ 2541069 w 3647975"/>
              <a:gd name="connsiteY74" fmla="*/ 379002 h 2111549"/>
              <a:gd name="connsiteX75" fmla="*/ 2444817 w 3647975"/>
              <a:gd name="connsiteY75" fmla="*/ 427128 h 2111549"/>
              <a:gd name="connsiteX76" fmla="*/ 2387065 w 3647975"/>
              <a:gd name="connsiteY76" fmla="*/ 446379 h 2111549"/>
              <a:gd name="connsiteX77" fmla="*/ 2290813 w 3647975"/>
              <a:gd name="connsiteY77" fmla="*/ 504130 h 2111549"/>
              <a:gd name="connsiteX78" fmla="*/ 2242686 w 3647975"/>
              <a:gd name="connsiteY78" fmla="*/ 523381 h 2111549"/>
              <a:gd name="connsiteX79" fmla="*/ 2021305 w 3647975"/>
              <a:gd name="connsiteY79" fmla="*/ 667760 h 2111549"/>
              <a:gd name="connsiteX80" fmla="*/ 1934678 w 3647975"/>
              <a:gd name="connsiteY80" fmla="*/ 706261 h 2111549"/>
              <a:gd name="connsiteX81" fmla="*/ 1848051 w 3647975"/>
              <a:gd name="connsiteY81" fmla="*/ 744762 h 2111549"/>
              <a:gd name="connsiteX82" fmla="*/ 1790299 w 3647975"/>
              <a:gd name="connsiteY82" fmla="*/ 773638 h 2111549"/>
              <a:gd name="connsiteX83" fmla="*/ 1742173 w 3647975"/>
              <a:gd name="connsiteY83" fmla="*/ 802513 h 2111549"/>
              <a:gd name="connsiteX84" fmla="*/ 1703672 w 3647975"/>
              <a:gd name="connsiteY84" fmla="*/ 812139 h 2111549"/>
              <a:gd name="connsiteX85" fmla="*/ 1655545 w 3647975"/>
              <a:gd name="connsiteY85" fmla="*/ 831389 h 2111549"/>
              <a:gd name="connsiteX86" fmla="*/ 1617044 w 3647975"/>
              <a:gd name="connsiteY86" fmla="*/ 860265 h 2111549"/>
              <a:gd name="connsiteX87" fmla="*/ 1482291 w 3647975"/>
              <a:gd name="connsiteY87" fmla="*/ 879516 h 2111549"/>
              <a:gd name="connsiteX88" fmla="*/ 1366787 w 3647975"/>
              <a:gd name="connsiteY88" fmla="*/ 869890 h 2111549"/>
              <a:gd name="connsiteX89" fmla="*/ 1328286 w 3647975"/>
              <a:gd name="connsiteY89" fmla="*/ 841015 h 2111549"/>
              <a:gd name="connsiteX90" fmla="*/ 1280160 w 3647975"/>
              <a:gd name="connsiteY90" fmla="*/ 821764 h 2111549"/>
              <a:gd name="connsiteX91" fmla="*/ 1193533 w 3647975"/>
              <a:gd name="connsiteY91" fmla="*/ 735137 h 2111549"/>
              <a:gd name="connsiteX92" fmla="*/ 1164657 w 3647975"/>
              <a:gd name="connsiteY92" fmla="*/ 706261 h 2111549"/>
              <a:gd name="connsiteX93" fmla="*/ 1106905 w 3647975"/>
              <a:gd name="connsiteY93" fmla="*/ 629259 h 2111549"/>
              <a:gd name="connsiteX94" fmla="*/ 1029903 w 3647975"/>
              <a:gd name="connsiteY94" fmla="*/ 533006 h 2111549"/>
              <a:gd name="connsiteX95" fmla="*/ 952901 w 3647975"/>
              <a:gd name="connsiteY95" fmla="*/ 446379 h 2111549"/>
              <a:gd name="connsiteX96" fmla="*/ 837398 w 3647975"/>
              <a:gd name="connsiteY96" fmla="*/ 436753 h 2111549"/>
              <a:gd name="connsiteX97" fmla="*/ 808522 w 3647975"/>
              <a:gd name="connsiteY97" fmla="*/ 446379 h 2111549"/>
              <a:gd name="connsiteX98" fmla="*/ 693019 w 3647975"/>
              <a:gd name="connsiteY98" fmla="*/ 552257 h 2111549"/>
              <a:gd name="connsiteX99" fmla="*/ 616017 w 3647975"/>
              <a:gd name="connsiteY99" fmla="*/ 619633 h 2111549"/>
              <a:gd name="connsiteX100" fmla="*/ 394636 w 3647975"/>
              <a:gd name="connsiteY100" fmla="*/ 802513 h 2111549"/>
              <a:gd name="connsiteX101" fmla="*/ 346509 w 3647975"/>
              <a:gd name="connsiteY101" fmla="*/ 869890 h 2111549"/>
              <a:gd name="connsiteX102" fmla="*/ 269507 w 3647975"/>
              <a:gd name="connsiteY102" fmla="*/ 898766 h 2111549"/>
              <a:gd name="connsiteX103" fmla="*/ 202131 w 3647975"/>
              <a:gd name="connsiteY103" fmla="*/ 975768 h 2111549"/>
              <a:gd name="connsiteX104" fmla="*/ 192505 w 3647975"/>
              <a:gd name="connsiteY104" fmla="*/ 1004644 h 2111549"/>
              <a:gd name="connsiteX105" fmla="*/ 115503 w 3647975"/>
              <a:gd name="connsiteY105" fmla="*/ 1062396 h 2111549"/>
              <a:gd name="connsiteX106" fmla="*/ 77002 w 3647975"/>
              <a:gd name="connsiteY106" fmla="*/ 1100897 h 2111549"/>
              <a:gd name="connsiteX107" fmla="*/ 19251 w 3647975"/>
              <a:gd name="connsiteY107" fmla="*/ 1129772 h 2111549"/>
              <a:gd name="connsiteX108" fmla="*/ 0 w 3647975"/>
              <a:gd name="connsiteY108" fmla="*/ 1139398 h 2111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3647975" h="2111549">
                <a:moveTo>
                  <a:pt x="808522" y="552257"/>
                </a:moveTo>
                <a:cubicBezTo>
                  <a:pt x="756721" y="583337"/>
                  <a:pt x="746125" y="587954"/>
                  <a:pt x="693019" y="629259"/>
                </a:cubicBezTo>
                <a:cubicBezTo>
                  <a:pt x="657024" y="657255"/>
                  <a:pt x="622932" y="687630"/>
                  <a:pt x="587141" y="715886"/>
                </a:cubicBezTo>
                <a:cubicBezTo>
                  <a:pt x="561959" y="735767"/>
                  <a:pt x="529390" y="747971"/>
                  <a:pt x="510139" y="773638"/>
                </a:cubicBezTo>
                <a:cubicBezTo>
                  <a:pt x="500514" y="786472"/>
                  <a:pt x="493253" y="801481"/>
                  <a:pt x="481263" y="812139"/>
                </a:cubicBezTo>
                <a:cubicBezTo>
                  <a:pt x="463971" y="827510"/>
                  <a:pt x="441850" y="836534"/>
                  <a:pt x="423512" y="850640"/>
                </a:cubicBezTo>
                <a:cubicBezTo>
                  <a:pt x="400066" y="868675"/>
                  <a:pt x="379233" y="889913"/>
                  <a:pt x="356135" y="908391"/>
                </a:cubicBezTo>
                <a:cubicBezTo>
                  <a:pt x="347102" y="915618"/>
                  <a:pt x="337069" y="921511"/>
                  <a:pt x="327259" y="927642"/>
                </a:cubicBezTo>
                <a:cubicBezTo>
                  <a:pt x="305533" y="941221"/>
                  <a:pt x="272241" y="959280"/>
                  <a:pt x="250257" y="975768"/>
                </a:cubicBezTo>
                <a:cubicBezTo>
                  <a:pt x="233822" y="988094"/>
                  <a:pt x="218566" y="1001943"/>
                  <a:pt x="202131" y="1014269"/>
                </a:cubicBezTo>
                <a:cubicBezTo>
                  <a:pt x="192876" y="1021210"/>
                  <a:pt x="182038" y="1025991"/>
                  <a:pt x="173255" y="1033520"/>
                </a:cubicBezTo>
                <a:cubicBezTo>
                  <a:pt x="159475" y="1045332"/>
                  <a:pt x="149855" y="1061953"/>
                  <a:pt x="134754" y="1072021"/>
                </a:cubicBezTo>
                <a:cubicBezTo>
                  <a:pt x="110877" y="1087939"/>
                  <a:pt x="81630" y="1094604"/>
                  <a:pt x="57752" y="1110522"/>
                </a:cubicBezTo>
                <a:lnTo>
                  <a:pt x="28876" y="1129772"/>
                </a:lnTo>
                <a:cubicBezTo>
                  <a:pt x="25668" y="1139397"/>
                  <a:pt x="21241" y="1148699"/>
                  <a:pt x="19251" y="1158648"/>
                </a:cubicBezTo>
                <a:cubicBezTo>
                  <a:pt x="-14713" y="1328464"/>
                  <a:pt x="25311" y="1545593"/>
                  <a:pt x="38501" y="1688038"/>
                </a:cubicBezTo>
                <a:cubicBezTo>
                  <a:pt x="42196" y="1727941"/>
                  <a:pt x="57450" y="1745337"/>
                  <a:pt x="77002" y="1774665"/>
                </a:cubicBezTo>
                <a:cubicBezTo>
                  <a:pt x="77859" y="1778092"/>
                  <a:pt x="95884" y="1858557"/>
                  <a:pt x="105878" y="1880543"/>
                </a:cubicBezTo>
                <a:cubicBezTo>
                  <a:pt x="117753" y="1906668"/>
                  <a:pt x="144379" y="1957545"/>
                  <a:pt x="144379" y="1957545"/>
                </a:cubicBezTo>
                <a:cubicBezTo>
                  <a:pt x="150796" y="1989629"/>
                  <a:pt x="155693" y="2022055"/>
                  <a:pt x="163629" y="2053798"/>
                </a:cubicBezTo>
                <a:cubicBezTo>
                  <a:pt x="168550" y="2073484"/>
                  <a:pt x="182880" y="2111549"/>
                  <a:pt x="182880" y="2111549"/>
                </a:cubicBezTo>
                <a:lnTo>
                  <a:pt x="433137" y="2073048"/>
                </a:lnTo>
                <a:cubicBezTo>
                  <a:pt x="446186" y="2070873"/>
                  <a:pt x="459550" y="2068796"/>
                  <a:pt x="471638" y="2063423"/>
                </a:cubicBezTo>
                <a:cubicBezTo>
                  <a:pt x="578683" y="2015847"/>
                  <a:pt x="467973" y="2047494"/>
                  <a:pt x="558265" y="2024922"/>
                </a:cubicBezTo>
                <a:cubicBezTo>
                  <a:pt x="587141" y="2005671"/>
                  <a:pt x="613852" y="1982690"/>
                  <a:pt x="644893" y="1967170"/>
                </a:cubicBezTo>
                <a:cubicBezTo>
                  <a:pt x="664143" y="1957545"/>
                  <a:pt x="684486" y="1949850"/>
                  <a:pt x="702644" y="1938295"/>
                </a:cubicBezTo>
                <a:cubicBezTo>
                  <a:pt x="719976" y="1927265"/>
                  <a:pt x="733154" y="1910363"/>
                  <a:pt x="750771" y="1899793"/>
                </a:cubicBezTo>
                <a:cubicBezTo>
                  <a:pt x="781530" y="1881337"/>
                  <a:pt x="815878" y="1869464"/>
                  <a:pt x="847023" y="1851667"/>
                </a:cubicBezTo>
                <a:cubicBezTo>
                  <a:pt x="869482" y="1838833"/>
                  <a:pt x="890960" y="1824105"/>
                  <a:pt x="914400" y="1813166"/>
                </a:cubicBezTo>
                <a:cubicBezTo>
                  <a:pt x="939241" y="1801574"/>
                  <a:pt x="965950" y="1794471"/>
                  <a:pt x="991402" y="1784290"/>
                </a:cubicBezTo>
                <a:cubicBezTo>
                  <a:pt x="1014089" y="1775215"/>
                  <a:pt x="1036718" y="1765920"/>
                  <a:pt x="1058779" y="1755415"/>
                </a:cubicBezTo>
                <a:cubicBezTo>
                  <a:pt x="1104121" y="1733824"/>
                  <a:pt x="1151748" y="1715895"/>
                  <a:pt x="1193533" y="1688038"/>
                </a:cubicBezTo>
                <a:cubicBezTo>
                  <a:pt x="1212783" y="1675204"/>
                  <a:pt x="1230913" y="1660506"/>
                  <a:pt x="1251284" y="1649537"/>
                </a:cubicBezTo>
                <a:cubicBezTo>
                  <a:pt x="1281623" y="1633201"/>
                  <a:pt x="1365602" y="1603058"/>
                  <a:pt x="1395663" y="1591785"/>
                </a:cubicBezTo>
                <a:cubicBezTo>
                  <a:pt x="1414914" y="1575743"/>
                  <a:pt x="1431995" y="1556664"/>
                  <a:pt x="1453415" y="1543659"/>
                </a:cubicBezTo>
                <a:cubicBezTo>
                  <a:pt x="1522142" y="1501932"/>
                  <a:pt x="1600849" y="1476398"/>
                  <a:pt x="1665171" y="1428156"/>
                </a:cubicBezTo>
                <a:cubicBezTo>
                  <a:pt x="1757754" y="1358718"/>
                  <a:pt x="1836150" y="1294159"/>
                  <a:pt x="1953928" y="1254901"/>
                </a:cubicBezTo>
                <a:cubicBezTo>
                  <a:pt x="1963553" y="1251693"/>
                  <a:pt x="1973729" y="1249813"/>
                  <a:pt x="1982804" y="1245276"/>
                </a:cubicBezTo>
                <a:cubicBezTo>
                  <a:pt x="2044419" y="1214468"/>
                  <a:pt x="2103202" y="1178032"/>
                  <a:pt x="2165684" y="1149023"/>
                </a:cubicBezTo>
                <a:cubicBezTo>
                  <a:pt x="2193292" y="1136205"/>
                  <a:pt x="2224051" y="1131451"/>
                  <a:pt x="2252312" y="1120147"/>
                </a:cubicBezTo>
                <a:cubicBezTo>
                  <a:pt x="2288306" y="1105749"/>
                  <a:pt x="2322058" y="1086072"/>
                  <a:pt x="2358189" y="1072021"/>
                </a:cubicBezTo>
                <a:cubicBezTo>
                  <a:pt x="2484686" y="1022828"/>
                  <a:pt x="2365246" y="1087273"/>
                  <a:pt x="2502568" y="1023895"/>
                </a:cubicBezTo>
                <a:cubicBezTo>
                  <a:pt x="2519554" y="1016055"/>
                  <a:pt x="2533426" y="1002215"/>
                  <a:pt x="2550695" y="995019"/>
                </a:cubicBezTo>
                <a:cubicBezTo>
                  <a:pt x="2572256" y="986035"/>
                  <a:pt x="2596603" y="984969"/>
                  <a:pt x="2618072" y="975768"/>
                </a:cubicBezTo>
                <a:cubicBezTo>
                  <a:pt x="2641847" y="965578"/>
                  <a:pt x="2661962" y="948107"/>
                  <a:pt x="2685448" y="937267"/>
                </a:cubicBezTo>
                <a:cubicBezTo>
                  <a:pt x="2703872" y="928764"/>
                  <a:pt x="2724359" y="925553"/>
                  <a:pt x="2743200" y="918017"/>
                </a:cubicBezTo>
                <a:cubicBezTo>
                  <a:pt x="2995636" y="817043"/>
                  <a:pt x="2754232" y="897382"/>
                  <a:pt x="3070459" y="802513"/>
                </a:cubicBezTo>
                <a:cubicBezTo>
                  <a:pt x="3118389" y="767365"/>
                  <a:pt x="3243049" y="669125"/>
                  <a:pt x="3311091" y="638884"/>
                </a:cubicBezTo>
                <a:cubicBezTo>
                  <a:pt x="3335268" y="628139"/>
                  <a:pt x="3362426" y="626050"/>
                  <a:pt x="3388093" y="619633"/>
                </a:cubicBezTo>
                <a:cubicBezTo>
                  <a:pt x="3404135" y="610008"/>
                  <a:pt x="3419123" y="598356"/>
                  <a:pt x="3436219" y="590758"/>
                </a:cubicBezTo>
                <a:cubicBezTo>
                  <a:pt x="3448308" y="585385"/>
                  <a:pt x="3463234" y="587695"/>
                  <a:pt x="3474720" y="581132"/>
                </a:cubicBezTo>
                <a:cubicBezTo>
                  <a:pt x="3486539" y="574379"/>
                  <a:pt x="3492706" y="560424"/>
                  <a:pt x="3503596" y="552257"/>
                </a:cubicBezTo>
                <a:cubicBezTo>
                  <a:pt x="3518563" y="541032"/>
                  <a:pt x="3535680" y="533006"/>
                  <a:pt x="3551722" y="523381"/>
                </a:cubicBezTo>
                <a:cubicBezTo>
                  <a:pt x="3583862" y="443034"/>
                  <a:pt x="3561390" y="489629"/>
                  <a:pt x="3628724" y="388627"/>
                </a:cubicBezTo>
                <a:lnTo>
                  <a:pt x="3647975" y="359751"/>
                </a:lnTo>
                <a:lnTo>
                  <a:pt x="3580598" y="253873"/>
                </a:lnTo>
                <a:cubicBezTo>
                  <a:pt x="3574342" y="244142"/>
                  <a:pt x="3572321" y="228656"/>
                  <a:pt x="3561347" y="224998"/>
                </a:cubicBezTo>
                <a:lnTo>
                  <a:pt x="3532472" y="215372"/>
                </a:lnTo>
                <a:cubicBezTo>
                  <a:pt x="3431895" y="114795"/>
                  <a:pt x="3551259" y="226042"/>
                  <a:pt x="3455469" y="157621"/>
                </a:cubicBezTo>
                <a:cubicBezTo>
                  <a:pt x="3444392" y="149709"/>
                  <a:pt x="3437920" y="136296"/>
                  <a:pt x="3426594" y="128745"/>
                </a:cubicBezTo>
                <a:cubicBezTo>
                  <a:pt x="3322026" y="59032"/>
                  <a:pt x="3407052" y="123786"/>
                  <a:pt x="3339966" y="90244"/>
                </a:cubicBezTo>
                <a:cubicBezTo>
                  <a:pt x="3316830" y="78676"/>
                  <a:pt x="3295725" y="63311"/>
                  <a:pt x="3272589" y="51743"/>
                </a:cubicBezTo>
                <a:cubicBezTo>
                  <a:pt x="3263514" y="47206"/>
                  <a:pt x="3253447" y="44981"/>
                  <a:pt x="3243714" y="42118"/>
                </a:cubicBezTo>
                <a:lnTo>
                  <a:pt x="3108960" y="3617"/>
                </a:lnTo>
                <a:cubicBezTo>
                  <a:pt x="3080084" y="6825"/>
                  <a:pt x="3037281" y="-11671"/>
                  <a:pt x="3022333" y="13242"/>
                </a:cubicBezTo>
                <a:cubicBezTo>
                  <a:pt x="3003472" y="44677"/>
                  <a:pt x="3060778" y="112629"/>
                  <a:pt x="3080084" y="138370"/>
                </a:cubicBezTo>
                <a:cubicBezTo>
                  <a:pt x="3070459" y="154412"/>
                  <a:pt x="3065817" y="174810"/>
                  <a:pt x="3051208" y="186497"/>
                </a:cubicBezTo>
                <a:cubicBezTo>
                  <a:pt x="3032128" y="201761"/>
                  <a:pt x="3005687" y="204445"/>
                  <a:pt x="2983832" y="215372"/>
                </a:cubicBezTo>
                <a:cubicBezTo>
                  <a:pt x="2973485" y="220545"/>
                  <a:pt x="2965527" y="229925"/>
                  <a:pt x="2954956" y="234623"/>
                </a:cubicBezTo>
                <a:cubicBezTo>
                  <a:pt x="2904891" y="256874"/>
                  <a:pt x="2884634" y="255669"/>
                  <a:pt x="2829827" y="263499"/>
                </a:cubicBezTo>
                <a:cubicBezTo>
                  <a:pt x="2801599" y="282318"/>
                  <a:pt x="2803954" y="284405"/>
                  <a:pt x="2772076" y="292375"/>
                </a:cubicBezTo>
                <a:cubicBezTo>
                  <a:pt x="2756560" y="296254"/>
                  <a:pt x="2713076" y="301624"/>
                  <a:pt x="2695074" y="311625"/>
                </a:cubicBezTo>
                <a:cubicBezTo>
                  <a:pt x="2674849" y="322861"/>
                  <a:pt x="2658329" y="340430"/>
                  <a:pt x="2637322" y="350126"/>
                </a:cubicBezTo>
                <a:cubicBezTo>
                  <a:pt x="2616114" y="359914"/>
                  <a:pt x="2592318" y="362665"/>
                  <a:pt x="2569945" y="369377"/>
                </a:cubicBezTo>
                <a:cubicBezTo>
                  <a:pt x="2560227" y="372292"/>
                  <a:pt x="2550694" y="375794"/>
                  <a:pt x="2541069" y="379002"/>
                </a:cubicBezTo>
                <a:cubicBezTo>
                  <a:pt x="2497618" y="407969"/>
                  <a:pt x="2510669" y="401800"/>
                  <a:pt x="2444817" y="427128"/>
                </a:cubicBezTo>
                <a:cubicBezTo>
                  <a:pt x="2425878" y="434412"/>
                  <a:pt x="2405215" y="437304"/>
                  <a:pt x="2387065" y="446379"/>
                </a:cubicBezTo>
                <a:cubicBezTo>
                  <a:pt x="2353599" y="463112"/>
                  <a:pt x="2323827" y="486522"/>
                  <a:pt x="2290813" y="504130"/>
                </a:cubicBezTo>
                <a:cubicBezTo>
                  <a:pt x="2275568" y="512261"/>
                  <a:pt x="2257455" y="514414"/>
                  <a:pt x="2242686" y="523381"/>
                </a:cubicBezTo>
                <a:cubicBezTo>
                  <a:pt x="2167379" y="569103"/>
                  <a:pt x="2095858" y="620819"/>
                  <a:pt x="2021305" y="667760"/>
                </a:cubicBezTo>
                <a:cubicBezTo>
                  <a:pt x="1994891" y="684391"/>
                  <a:pt x="1962962" y="694139"/>
                  <a:pt x="1934678" y="706261"/>
                </a:cubicBezTo>
                <a:cubicBezTo>
                  <a:pt x="1905634" y="718709"/>
                  <a:pt x="1876686" y="731399"/>
                  <a:pt x="1848051" y="744762"/>
                </a:cubicBezTo>
                <a:cubicBezTo>
                  <a:pt x="1828547" y="753864"/>
                  <a:pt x="1809194" y="763332"/>
                  <a:pt x="1790299" y="773638"/>
                </a:cubicBezTo>
                <a:cubicBezTo>
                  <a:pt x="1773875" y="782596"/>
                  <a:pt x="1759269" y="794915"/>
                  <a:pt x="1742173" y="802513"/>
                </a:cubicBezTo>
                <a:cubicBezTo>
                  <a:pt x="1730084" y="807886"/>
                  <a:pt x="1716222" y="807956"/>
                  <a:pt x="1703672" y="812139"/>
                </a:cubicBezTo>
                <a:cubicBezTo>
                  <a:pt x="1687281" y="817603"/>
                  <a:pt x="1670649" y="822998"/>
                  <a:pt x="1655545" y="831389"/>
                </a:cubicBezTo>
                <a:cubicBezTo>
                  <a:pt x="1641522" y="839180"/>
                  <a:pt x="1632501" y="855971"/>
                  <a:pt x="1617044" y="860265"/>
                </a:cubicBezTo>
                <a:cubicBezTo>
                  <a:pt x="1573326" y="872409"/>
                  <a:pt x="1527209" y="873099"/>
                  <a:pt x="1482291" y="879516"/>
                </a:cubicBezTo>
                <a:cubicBezTo>
                  <a:pt x="1443790" y="876307"/>
                  <a:pt x="1404268" y="879260"/>
                  <a:pt x="1366787" y="869890"/>
                </a:cubicBezTo>
                <a:cubicBezTo>
                  <a:pt x="1351224" y="865999"/>
                  <a:pt x="1342309" y="848806"/>
                  <a:pt x="1328286" y="841015"/>
                </a:cubicBezTo>
                <a:cubicBezTo>
                  <a:pt x="1313182" y="832624"/>
                  <a:pt x="1296202" y="828181"/>
                  <a:pt x="1280160" y="821764"/>
                </a:cubicBezTo>
                <a:lnTo>
                  <a:pt x="1193533" y="735137"/>
                </a:lnTo>
                <a:cubicBezTo>
                  <a:pt x="1183908" y="725512"/>
                  <a:pt x="1172824" y="717151"/>
                  <a:pt x="1164657" y="706261"/>
                </a:cubicBezTo>
                <a:cubicBezTo>
                  <a:pt x="1145406" y="680594"/>
                  <a:pt x="1126603" y="654585"/>
                  <a:pt x="1106905" y="629259"/>
                </a:cubicBezTo>
                <a:cubicBezTo>
                  <a:pt x="1081679" y="596826"/>
                  <a:pt x="1053785" y="566441"/>
                  <a:pt x="1029903" y="533006"/>
                </a:cubicBezTo>
                <a:cubicBezTo>
                  <a:pt x="1023150" y="523552"/>
                  <a:pt x="984583" y="452715"/>
                  <a:pt x="952901" y="446379"/>
                </a:cubicBezTo>
                <a:cubicBezTo>
                  <a:pt x="915017" y="438802"/>
                  <a:pt x="875899" y="439962"/>
                  <a:pt x="837398" y="436753"/>
                </a:cubicBezTo>
                <a:cubicBezTo>
                  <a:pt x="827773" y="439962"/>
                  <a:pt x="817331" y="441345"/>
                  <a:pt x="808522" y="446379"/>
                </a:cubicBezTo>
                <a:cubicBezTo>
                  <a:pt x="753857" y="477617"/>
                  <a:pt x="752232" y="507848"/>
                  <a:pt x="693019" y="552257"/>
                </a:cubicBezTo>
                <a:cubicBezTo>
                  <a:pt x="575929" y="640072"/>
                  <a:pt x="738348" y="515425"/>
                  <a:pt x="616017" y="619633"/>
                </a:cubicBezTo>
                <a:cubicBezTo>
                  <a:pt x="543154" y="681702"/>
                  <a:pt x="450270" y="724626"/>
                  <a:pt x="394636" y="802513"/>
                </a:cubicBezTo>
                <a:cubicBezTo>
                  <a:pt x="378594" y="824972"/>
                  <a:pt x="367024" y="851427"/>
                  <a:pt x="346509" y="869890"/>
                </a:cubicBezTo>
                <a:cubicBezTo>
                  <a:pt x="339737" y="875985"/>
                  <a:pt x="284959" y="893616"/>
                  <a:pt x="269507" y="898766"/>
                </a:cubicBezTo>
                <a:cubicBezTo>
                  <a:pt x="247048" y="924433"/>
                  <a:pt x="222191" y="948185"/>
                  <a:pt x="202131" y="975768"/>
                </a:cubicBezTo>
                <a:cubicBezTo>
                  <a:pt x="196163" y="983973"/>
                  <a:pt x="199108" y="996941"/>
                  <a:pt x="192505" y="1004644"/>
                </a:cubicBezTo>
                <a:cubicBezTo>
                  <a:pt x="152821" y="1050942"/>
                  <a:pt x="151632" y="1031428"/>
                  <a:pt x="115503" y="1062396"/>
                </a:cubicBezTo>
                <a:cubicBezTo>
                  <a:pt x="101723" y="1074208"/>
                  <a:pt x="91871" y="1090489"/>
                  <a:pt x="77002" y="1100897"/>
                </a:cubicBezTo>
                <a:cubicBezTo>
                  <a:pt x="59370" y="1113239"/>
                  <a:pt x="38501" y="1120147"/>
                  <a:pt x="19251" y="1129772"/>
                </a:cubicBezTo>
                <a:lnTo>
                  <a:pt x="0" y="1139398"/>
                </a:lnTo>
              </a:path>
            </a:pathLst>
          </a:custGeom>
          <a:solidFill>
            <a:schemeClr val="tx1">
              <a:lumMod val="65000"/>
              <a:lumOff val="35000"/>
            </a:schemeClr>
          </a:solidFill>
          <a:ln w="762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1" name="Rectangle 80">
            <a:extLst>
              <a:ext uri="{FF2B5EF4-FFF2-40B4-BE49-F238E27FC236}">
                <a16:creationId xmlns:a16="http://schemas.microsoft.com/office/drawing/2014/main" id="{3CDAAFEF-2D00-4C3F-B474-DF80F0113915}"/>
              </a:ext>
            </a:extLst>
          </p:cNvPr>
          <p:cNvSpPr/>
          <p:nvPr/>
        </p:nvSpPr>
        <p:spPr>
          <a:xfrm>
            <a:off x="13310390" y="6428970"/>
            <a:ext cx="5130009" cy="3858029"/>
          </a:xfrm>
          <a:prstGeom prst="rect">
            <a:avLst/>
          </a:prstGeom>
          <a:solidFill>
            <a:srgbClr val="0200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2" name="Rectangle 81">
            <a:extLst>
              <a:ext uri="{FF2B5EF4-FFF2-40B4-BE49-F238E27FC236}">
                <a16:creationId xmlns:a16="http://schemas.microsoft.com/office/drawing/2014/main" id="{57921E9E-B148-4C75-BEE2-EE5D42726012}"/>
              </a:ext>
            </a:extLst>
          </p:cNvPr>
          <p:cNvSpPr/>
          <p:nvPr/>
        </p:nvSpPr>
        <p:spPr>
          <a:xfrm>
            <a:off x="13234190" y="2745474"/>
            <a:ext cx="5130009" cy="4030711"/>
          </a:xfrm>
          <a:prstGeom prst="rect">
            <a:avLst/>
          </a:prstGeom>
          <a:solidFill>
            <a:srgbClr val="0200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3" name="Rectangle 82">
            <a:extLst>
              <a:ext uri="{FF2B5EF4-FFF2-40B4-BE49-F238E27FC236}">
                <a16:creationId xmlns:a16="http://schemas.microsoft.com/office/drawing/2014/main" id="{218F043A-9053-471D-8E2E-C2E636B2DA13}"/>
              </a:ext>
            </a:extLst>
          </p:cNvPr>
          <p:cNvSpPr/>
          <p:nvPr/>
        </p:nvSpPr>
        <p:spPr>
          <a:xfrm>
            <a:off x="13234189" y="1570705"/>
            <a:ext cx="5130009" cy="1227868"/>
          </a:xfrm>
          <a:prstGeom prst="rect">
            <a:avLst/>
          </a:prstGeom>
          <a:solidFill>
            <a:srgbClr val="0200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4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8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8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82" grpId="0" animBg="1"/>
      <p:bldP spid="8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155918" y="311686"/>
            <a:ext cx="4809918" cy="6012397"/>
          </a:xfrm>
          <a:custGeom>
            <a:avLst/>
            <a:gdLst/>
            <a:ahLst/>
            <a:cxnLst/>
            <a:rect l="l" t="t" r="r" b="b"/>
            <a:pathLst>
              <a:path w="4809918" h="6012397">
                <a:moveTo>
                  <a:pt x="0" y="0"/>
                </a:moveTo>
                <a:lnTo>
                  <a:pt x="4809917" y="0"/>
                </a:lnTo>
                <a:lnTo>
                  <a:pt x="4809917" y="6012397"/>
                </a:lnTo>
                <a:lnTo>
                  <a:pt x="0" y="6012397"/>
                </a:lnTo>
                <a:lnTo>
                  <a:pt x="0" y="0"/>
                </a:lnTo>
                <a:close/>
              </a:path>
            </a:pathLst>
          </a:custGeom>
          <a:blipFill>
            <a:blip r:embed="rId3"/>
            <a:stretch>
              <a:fillRect/>
            </a:stretch>
          </a:blipFill>
        </p:spPr>
      </p:sp>
      <p:sp>
        <p:nvSpPr>
          <p:cNvPr id="3" name="Freeform 3"/>
          <p:cNvSpPr/>
          <p:nvPr/>
        </p:nvSpPr>
        <p:spPr>
          <a:xfrm>
            <a:off x="13147022" y="6628510"/>
            <a:ext cx="4818814" cy="3345941"/>
          </a:xfrm>
          <a:custGeom>
            <a:avLst/>
            <a:gdLst/>
            <a:ahLst/>
            <a:cxnLst/>
            <a:rect l="l" t="t" r="r" b="b"/>
            <a:pathLst>
              <a:path w="4818814" h="3345941">
                <a:moveTo>
                  <a:pt x="0" y="0"/>
                </a:moveTo>
                <a:lnTo>
                  <a:pt x="4818813" y="0"/>
                </a:lnTo>
                <a:lnTo>
                  <a:pt x="4818813" y="3345942"/>
                </a:lnTo>
                <a:lnTo>
                  <a:pt x="0" y="3345942"/>
                </a:lnTo>
                <a:lnTo>
                  <a:pt x="0" y="0"/>
                </a:lnTo>
                <a:close/>
              </a:path>
            </a:pathLst>
          </a:custGeom>
          <a:blipFill>
            <a:blip r:embed="rId4"/>
            <a:stretch>
              <a:fillRect t="-26496" b="-17885"/>
            </a:stretch>
          </a:blipFill>
        </p:spPr>
      </p:sp>
      <p:sp>
        <p:nvSpPr>
          <p:cNvPr id="5" name="TextBox 5"/>
          <p:cNvSpPr txBox="1"/>
          <p:nvPr/>
        </p:nvSpPr>
        <p:spPr>
          <a:xfrm>
            <a:off x="4899221" y="235486"/>
            <a:ext cx="7896810" cy="3313430"/>
          </a:xfrm>
          <a:prstGeom prst="rect">
            <a:avLst/>
          </a:prstGeom>
        </p:spPr>
        <p:txBody>
          <a:bodyPr lIns="0" tIns="0" rIns="0" bIns="0" rtlCol="0" anchor="t">
            <a:spAutoFit/>
          </a:bodyPr>
          <a:lstStyle/>
          <a:p>
            <a:pPr algn="r">
              <a:lnSpc>
                <a:spcPts val="5320"/>
              </a:lnSpc>
            </a:pPr>
            <a:r>
              <a:rPr lang="en-US" sz="3800">
                <a:solidFill>
                  <a:srgbClr val="FFFFFF"/>
                </a:solidFill>
                <a:latin typeface="Canva Sans"/>
                <a:ea typeface="Canva Sans"/>
                <a:cs typeface="Canva Sans"/>
                <a:sym typeface="Canva Sans"/>
              </a:rPr>
              <a:t>1.5 years</a:t>
            </a:r>
          </a:p>
          <a:p>
            <a:pPr algn="r">
              <a:lnSpc>
                <a:spcPts val="5320"/>
              </a:lnSpc>
            </a:pPr>
            <a:r>
              <a:rPr lang="en-US" sz="3800">
                <a:solidFill>
                  <a:srgbClr val="FFFFFF"/>
                </a:solidFill>
                <a:latin typeface="Canva Sans"/>
                <a:ea typeface="Canva Sans"/>
                <a:cs typeface="Canva Sans"/>
                <a:sym typeface="Canva Sans"/>
              </a:rPr>
              <a:t>3 trips to the NT</a:t>
            </a:r>
          </a:p>
          <a:p>
            <a:pPr algn="r">
              <a:lnSpc>
                <a:spcPts val="5320"/>
              </a:lnSpc>
            </a:pPr>
            <a:r>
              <a:rPr lang="en-US" sz="3800">
                <a:solidFill>
                  <a:srgbClr val="FFFFFF"/>
                </a:solidFill>
                <a:latin typeface="Canva Sans"/>
                <a:ea typeface="Canva Sans"/>
                <a:cs typeface="Canva Sans"/>
                <a:sym typeface="Canva Sans"/>
              </a:rPr>
              <a:t>30kms hiking per day</a:t>
            </a:r>
          </a:p>
          <a:p>
            <a:pPr algn="r">
              <a:lnSpc>
                <a:spcPts val="5320"/>
              </a:lnSpc>
            </a:pPr>
            <a:r>
              <a:rPr lang="en-US" sz="3800">
                <a:solidFill>
                  <a:srgbClr val="FFFFFF"/>
                </a:solidFill>
                <a:latin typeface="Canva Sans"/>
                <a:ea typeface="Canva Sans"/>
                <a:cs typeface="Canva Sans"/>
                <a:sym typeface="Canva Sans"/>
              </a:rPr>
              <a:t>&gt;40 degree temps</a:t>
            </a:r>
          </a:p>
          <a:p>
            <a:pPr algn="r">
              <a:lnSpc>
                <a:spcPts val="5320"/>
              </a:lnSpc>
            </a:pPr>
            <a:r>
              <a:rPr lang="en-US" sz="3800">
                <a:solidFill>
                  <a:srgbClr val="FFFFFF"/>
                </a:solidFill>
                <a:latin typeface="Canva Sans"/>
                <a:ea typeface="Canva Sans"/>
                <a:cs typeface="Canva Sans"/>
                <a:sym typeface="Canva Sans"/>
              </a:rPr>
              <a:t>Josh got heat stroke</a:t>
            </a:r>
          </a:p>
        </p:txBody>
      </p:sp>
      <p:sp>
        <p:nvSpPr>
          <p:cNvPr id="6" name="TextBox 6"/>
          <p:cNvSpPr txBox="1"/>
          <p:nvPr/>
        </p:nvSpPr>
        <p:spPr>
          <a:xfrm>
            <a:off x="6002215" y="7687595"/>
            <a:ext cx="6793816" cy="1994905"/>
          </a:xfrm>
          <a:prstGeom prst="rect">
            <a:avLst/>
          </a:prstGeom>
        </p:spPr>
        <p:txBody>
          <a:bodyPr wrap="square" lIns="0" tIns="0" rIns="0" bIns="0" rtlCol="0" anchor="t">
            <a:spAutoFit/>
          </a:bodyPr>
          <a:lstStyle/>
          <a:p>
            <a:pPr algn="r">
              <a:lnSpc>
                <a:spcPts val="5320"/>
              </a:lnSpc>
            </a:pPr>
            <a:r>
              <a:rPr lang="en-US" sz="3800" dirty="0">
                <a:solidFill>
                  <a:srgbClr val="FFFFFF"/>
                </a:solidFill>
                <a:latin typeface="Canva Sans"/>
                <a:ea typeface="Canva Sans"/>
                <a:cs typeface="Canva Sans"/>
                <a:sym typeface="Canva Sans"/>
              </a:rPr>
              <a:t>2 collars retrieved</a:t>
            </a:r>
          </a:p>
          <a:p>
            <a:pPr algn="r">
              <a:lnSpc>
                <a:spcPts val="5320"/>
              </a:lnSpc>
            </a:pPr>
            <a:r>
              <a:rPr lang="en-US" sz="3800" dirty="0">
                <a:solidFill>
                  <a:srgbClr val="FFFFFF"/>
                </a:solidFill>
                <a:latin typeface="Canva Sans"/>
                <a:ea typeface="Canva Sans"/>
                <a:cs typeface="Canva Sans"/>
                <a:sym typeface="Canva Sans"/>
              </a:rPr>
              <a:t>8 </a:t>
            </a:r>
            <a:r>
              <a:rPr lang="en-US" sz="3800" dirty="0" err="1">
                <a:solidFill>
                  <a:srgbClr val="FFFFFF"/>
                </a:solidFill>
                <a:latin typeface="Canva Sans"/>
                <a:ea typeface="Canva Sans"/>
                <a:cs typeface="Canva Sans"/>
                <a:sym typeface="Canva Sans"/>
              </a:rPr>
              <a:t>behaviours</a:t>
            </a:r>
            <a:endParaRPr lang="en-US" sz="3800" dirty="0">
              <a:solidFill>
                <a:srgbClr val="FFFFFF"/>
              </a:solidFill>
              <a:latin typeface="Canva Sans"/>
              <a:ea typeface="Canva Sans"/>
              <a:cs typeface="Canva Sans"/>
              <a:sym typeface="Canva Sans"/>
            </a:endParaRPr>
          </a:p>
          <a:p>
            <a:pPr algn="r">
              <a:lnSpc>
                <a:spcPts val="5320"/>
              </a:lnSpc>
            </a:pPr>
            <a:r>
              <a:rPr lang="en-US" sz="3800" dirty="0">
                <a:solidFill>
                  <a:srgbClr val="FFFFFF"/>
                </a:solidFill>
                <a:latin typeface="Canva Sans"/>
                <a:ea typeface="Canva Sans"/>
                <a:cs typeface="Canva Sans"/>
                <a:sym typeface="Canva Sans"/>
              </a:rPr>
              <a:t>Fragments of each</a:t>
            </a:r>
          </a:p>
        </p:txBody>
      </p:sp>
      <p:sp>
        <p:nvSpPr>
          <p:cNvPr id="7" name="Freeform 7"/>
          <p:cNvSpPr/>
          <p:nvPr/>
        </p:nvSpPr>
        <p:spPr>
          <a:xfrm>
            <a:off x="-1524000" y="876300"/>
            <a:ext cx="11237557" cy="9214797"/>
          </a:xfrm>
          <a:custGeom>
            <a:avLst/>
            <a:gdLst/>
            <a:ahLst/>
            <a:cxnLst/>
            <a:rect l="l" t="t" r="r" b="b"/>
            <a:pathLst>
              <a:path w="11237557" h="9214797">
                <a:moveTo>
                  <a:pt x="0" y="0"/>
                </a:moveTo>
                <a:lnTo>
                  <a:pt x="11237557" y="0"/>
                </a:lnTo>
                <a:lnTo>
                  <a:pt x="11237557" y="9214797"/>
                </a:lnTo>
                <a:lnTo>
                  <a:pt x="0" y="9214797"/>
                </a:lnTo>
                <a:lnTo>
                  <a:pt x="0" y="0"/>
                </a:lnTo>
                <a:close/>
              </a:path>
            </a:pathLst>
          </a:custGeom>
          <a:blipFill>
            <a:blip r:embed="rId5"/>
            <a:stretch>
              <a:fillRect/>
            </a:stretch>
          </a:blipFill>
        </p:spPr>
        <p:txBody>
          <a:bodyPr/>
          <a:lstStyle/>
          <a:p>
            <a:endParaRPr lang="en-AU" dirty="0"/>
          </a:p>
        </p:txBody>
      </p:sp>
      <p:grpSp>
        <p:nvGrpSpPr>
          <p:cNvPr id="10" name="Group 81">
            <a:extLst>
              <a:ext uri="{FF2B5EF4-FFF2-40B4-BE49-F238E27FC236}">
                <a16:creationId xmlns:a16="http://schemas.microsoft.com/office/drawing/2014/main" id="{6DA45776-8553-47C1-8CEE-D4A9C9F8124F}"/>
              </a:ext>
            </a:extLst>
          </p:cNvPr>
          <p:cNvGrpSpPr/>
          <p:nvPr/>
        </p:nvGrpSpPr>
        <p:grpSpPr>
          <a:xfrm>
            <a:off x="0" y="0"/>
            <a:ext cx="18288000" cy="10287000"/>
            <a:chOff x="0" y="-86778"/>
            <a:chExt cx="7313634" cy="4223763"/>
          </a:xfrm>
        </p:grpSpPr>
        <p:grpSp>
          <p:nvGrpSpPr>
            <p:cNvPr id="11" name="Group 82">
              <a:extLst>
                <a:ext uri="{FF2B5EF4-FFF2-40B4-BE49-F238E27FC236}">
                  <a16:creationId xmlns:a16="http://schemas.microsoft.com/office/drawing/2014/main" id="{68A95B56-9C3E-445F-8C5C-96A968FA136D}"/>
                </a:ext>
              </a:extLst>
            </p:cNvPr>
            <p:cNvGrpSpPr/>
            <p:nvPr/>
          </p:nvGrpSpPr>
          <p:grpSpPr>
            <a:xfrm>
              <a:off x="0" y="-86778"/>
              <a:ext cx="7313634" cy="4223763"/>
              <a:chOff x="0" y="-57150"/>
              <a:chExt cx="4816593" cy="2781674"/>
            </a:xfrm>
          </p:grpSpPr>
          <p:sp>
            <p:nvSpPr>
              <p:cNvPr id="13" name="Freeform 83">
                <a:extLst>
                  <a:ext uri="{FF2B5EF4-FFF2-40B4-BE49-F238E27FC236}">
                    <a16:creationId xmlns:a16="http://schemas.microsoft.com/office/drawing/2014/main" id="{15000396-7514-4578-8E67-A6570B53AEF6}"/>
                  </a:ext>
                </a:extLst>
              </p:cNvPr>
              <p:cNvSpPr/>
              <p:nvPr/>
            </p:nvSpPr>
            <p:spPr>
              <a:xfrm>
                <a:off x="0" y="0"/>
                <a:ext cx="4816593" cy="2724524"/>
              </a:xfrm>
              <a:custGeom>
                <a:avLst/>
                <a:gdLst/>
                <a:ahLst/>
                <a:cxnLst/>
                <a:rect l="l" t="t" r="r" b="b"/>
                <a:pathLst>
                  <a:path w="4816592" h="2724524">
                    <a:moveTo>
                      <a:pt x="0" y="0"/>
                    </a:moveTo>
                    <a:lnTo>
                      <a:pt x="4816592" y="0"/>
                    </a:lnTo>
                    <a:lnTo>
                      <a:pt x="4816592" y="2724524"/>
                    </a:lnTo>
                    <a:lnTo>
                      <a:pt x="0" y="2724524"/>
                    </a:lnTo>
                    <a:close/>
                  </a:path>
                </a:pathLst>
              </a:custGeom>
              <a:solidFill>
                <a:srgbClr val="02003E">
                  <a:alpha val="46667"/>
                </a:srgbClr>
              </a:solidFill>
            </p:spPr>
            <p:txBody>
              <a:bodyPr/>
              <a:lstStyle/>
              <a:p>
                <a:endParaRPr lang="en-AU" dirty="0"/>
              </a:p>
            </p:txBody>
          </p:sp>
          <p:sp>
            <p:nvSpPr>
              <p:cNvPr id="14" name="TextBox 84">
                <a:extLst>
                  <a:ext uri="{FF2B5EF4-FFF2-40B4-BE49-F238E27FC236}">
                    <a16:creationId xmlns:a16="http://schemas.microsoft.com/office/drawing/2014/main" id="{91A7AE13-4A38-4166-A84D-888BF053670E}"/>
                  </a:ext>
                </a:extLst>
              </p:cNvPr>
              <p:cNvSpPr txBox="1"/>
              <p:nvPr/>
            </p:nvSpPr>
            <p:spPr>
              <a:xfrm>
                <a:off x="0" y="-57150"/>
                <a:ext cx="4816593" cy="2781674"/>
              </a:xfrm>
              <a:prstGeom prst="rect">
                <a:avLst/>
              </a:prstGeom>
            </p:spPr>
            <p:txBody>
              <a:bodyPr lIns="50800" tIns="50800" rIns="50800" bIns="50800" rtlCol="0" anchor="ctr"/>
              <a:lstStyle/>
              <a:p>
                <a:pPr algn="ctr">
                  <a:lnSpc>
                    <a:spcPts val="3326"/>
                  </a:lnSpc>
                </a:pPr>
                <a:endParaRPr/>
              </a:p>
            </p:txBody>
          </p:sp>
        </p:grpSp>
        <p:sp>
          <p:nvSpPr>
            <p:cNvPr id="12" name="Freeform 85">
              <a:extLst>
                <a:ext uri="{FF2B5EF4-FFF2-40B4-BE49-F238E27FC236}">
                  <a16:creationId xmlns:a16="http://schemas.microsoft.com/office/drawing/2014/main" id="{3325C84E-58BD-4961-ADEE-3A2950FB56AE}"/>
                </a:ext>
              </a:extLst>
            </p:cNvPr>
            <p:cNvSpPr/>
            <p:nvPr/>
          </p:nvSpPr>
          <p:spPr>
            <a:xfrm>
              <a:off x="1890677" y="313885"/>
              <a:ext cx="3532281" cy="3532281"/>
            </a:xfrm>
            <a:custGeom>
              <a:avLst/>
              <a:gdLst/>
              <a:ahLst/>
              <a:cxnLst/>
              <a:rect l="l" t="t" r="r" b="b"/>
              <a:pathLst>
                <a:path w="3532281" h="3532281">
                  <a:moveTo>
                    <a:pt x="0" y="0"/>
                  </a:moveTo>
                  <a:lnTo>
                    <a:pt x="3532281" y="0"/>
                  </a:lnTo>
                  <a:lnTo>
                    <a:pt x="3532281" y="3532280"/>
                  </a:lnTo>
                  <a:lnTo>
                    <a:pt x="0" y="35322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dirty="0"/>
            </a:p>
          </p:txBody>
        </p:sp>
      </p:grpSp>
    </p:spTree>
    <p:extLst>
      <p:ext uri="{BB962C8B-B14F-4D97-AF65-F5344CB8AC3E}">
        <p14:creationId xmlns:p14="http://schemas.microsoft.com/office/powerpoint/2010/main" val="13029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268582" y="4382294"/>
            <a:ext cx="4537489" cy="3760444"/>
          </a:xfrm>
          <a:custGeom>
            <a:avLst/>
            <a:gdLst/>
            <a:ahLst/>
            <a:cxnLst/>
            <a:rect l="l" t="t" r="r" b="b"/>
            <a:pathLst>
              <a:path w="4537489" h="3760444">
                <a:moveTo>
                  <a:pt x="0" y="0"/>
                </a:moveTo>
                <a:lnTo>
                  <a:pt x="4537488" y="0"/>
                </a:lnTo>
                <a:lnTo>
                  <a:pt x="4537488" y="3760444"/>
                </a:lnTo>
                <a:lnTo>
                  <a:pt x="0" y="37604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13349120" y="5127206"/>
            <a:ext cx="2858134" cy="2587910"/>
          </a:xfrm>
          <a:custGeom>
            <a:avLst/>
            <a:gdLst/>
            <a:ahLst/>
            <a:cxnLst/>
            <a:rect l="l" t="t" r="r" b="b"/>
            <a:pathLst>
              <a:path w="2858134" h="2587910">
                <a:moveTo>
                  <a:pt x="0" y="0"/>
                </a:moveTo>
                <a:lnTo>
                  <a:pt x="2858134" y="0"/>
                </a:lnTo>
                <a:lnTo>
                  <a:pt x="2858134" y="2587911"/>
                </a:lnTo>
                <a:lnTo>
                  <a:pt x="0" y="258791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4" name="Group 4"/>
          <p:cNvGrpSpPr/>
          <p:nvPr/>
        </p:nvGrpSpPr>
        <p:grpSpPr>
          <a:xfrm>
            <a:off x="2236276" y="4526598"/>
            <a:ext cx="3031424" cy="3789128"/>
            <a:chOff x="0" y="0"/>
            <a:chExt cx="4041898" cy="5052170"/>
          </a:xfrm>
        </p:grpSpPr>
        <p:sp>
          <p:nvSpPr>
            <p:cNvPr id="5" name="Freeform 5"/>
            <p:cNvSpPr/>
            <p:nvPr/>
          </p:nvSpPr>
          <p:spPr>
            <a:xfrm>
              <a:off x="2034760" y="805454"/>
              <a:ext cx="1898114" cy="1917287"/>
            </a:xfrm>
            <a:custGeom>
              <a:avLst/>
              <a:gdLst/>
              <a:ahLst/>
              <a:cxnLst/>
              <a:rect l="l" t="t" r="r" b="b"/>
              <a:pathLst>
                <a:path w="1898114" h="1917287">
                  <a:moveTo>
                    <a:pt x="0" y="0"/>
                  </a:moveTo>
                  <a:lnTo>
                    <a:pt x="1898114" y="0"/>
                  </a:lnTo>
                  <a:lnTo>
                    <a:pt x="1898114" y="1917287"/>
                  </a:lnTo>
                  <a:lnTo>
                    <a:pt x="0" y="19172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560344" y="3602973"/>
              <a:ext cx="3481554" cy="1449197"/>
            </a:xfrm>
            <a:custGeom>
              <a:avLst/>
              <a:gdLst/>
              <a:ahLst/>
              <a:cxnLst/>
              <a:rect l="l" t="t" r="r" b="b"/>
              <a:pathLst>
                <a:path w="3481554" h="1449197">
                  <a:moveTo>
                    <a:pt x="0" y="0"/>
                  </a:moveTo>
                  <a:lnTo>
                    <a:pt x="3481554" y="0"/>
                  </a:lnTo>
                  <a:lnTo>
                    <a:pt x="3481554" y="1449197"/>
                  </a:lnTo>
                  <a:lnTo>
                    <a:pt x="0" y="144919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0" y="0"/>
              <a:ext cx="1910954" cy="1139624"/>
            </a:xfrm>
            <a:custGeom>
              <a:avLst/>
              <a:gdLst/>
              <a:ahLst/>
              <a:cxnLst/>
              <a:rect l="l" t="t" r="r" b="b"/>
              <a:pathLst>
                <a:path w="1910954" h="1139624">
                  <a:moveTo>
                    <a:pt x="0" y="0"/>
                  </a:moveTo>
                  <a:lnTo>
                    <a:pt x="1910954" y="0"/>
                  </a:lnTo>
                  <a:lnTo>
                    <a:pt x="1910954" y="1139624"/>
                  </a:lnTo>
                  <a:lnTo>
                    <a:pt x="0" y="113962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8"/>
            <p:cNvSpPr/>
            <p:nvPr/>
          </p:nvSpPr>
          <p:spPr>
            <a:xfrm>
              <a:off x="560344" y="2000106"/>
              <a:ext cx="2423473" cy="1445271"/>
            </a:xfrm>
            <a:custGeom>
              <a:avLst/>
              <a:gdLst/>
              <a:ahLst/>
              <a:cxnLst/>
              <a:rect l="l" t="t" r="r" b="b"/>
              <a:pathLst>
                <a:path w="2423473" h="1445271">
                  <a:moveTo>
                    <a:pt x="0" y="0"/>
                  </a:moveTo>
                  <a:lnTo>
                    <a:pt x="2423473" y="0"/>
                  </a:lnTo>
                  <a:lnTo>
                    <a:pt x="2423473" y="1445271"/>
                  </a:lnTo>
                  <a:lnTo>
                    <a:pt x="0" y="144527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sp>
        <p:nvSpPr>
          <p:cNvPr id="9" name="Freeform 9"/>
          <p:cNvSpPr/>
          <p:nvPr/>
        </p:nvSpPr>
        <p:spPr>
          <a:xfrm>
            <a:off x="8768360" y="1395170"/>
            <a:ext cx="1504040" cy="1336715"/>
          </a:xfrm>
          <a:custGeom>
            <a:avLst/>
            <a:gdLst/>
            <a:ahLst/>
            <a:cxnLst/>
            <a:rect l="l" t="t" r="r" b="b"/>
            <a:pathLst>
              <a:path w="1504040" h="1336715">
                <a:moveTo>
                  <a:pt x="0" y="0"/>
                </a:moveTo>
                <a:lnTo>
                  <a:pt x="1504040" y="0"/>
                </a:lnTo>
                <a:lnTo>
                  <a:pt x="1504040" y="1336715"/>
                </a:lnTo>
                <a:lnTo>
                  <a:pt x="0" y="133671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0" name="Freeform 10"/>
          <p:cNvSpPr/>
          <p:nvPr/>
        </p:nvSpPr>
        <p:spPr>
          <a:xfrm rot="5400000">
            <a:off x="8745060" y="-221765"/>
            <a:ext cx="1550640" cy="7657480"/>
          </a:xfrm>
          <a:custGeom>
            <a:avLst/>
            <a:gdLst/>
            <a:ahLst/>
            <a:cxnLst/>
            <a:rect l="l" t="t" r="r" b="b"/>
            <a:pathLst>
              <a:path w="1550640" h="7657480">
                <a:moveTo>
                  <a:pt x="0" y="0"/>
                </a:moveTo>
                <a:lnTo>
                  <a:pt x="1550640" y="0"/>
                </a:lnTo>
                <a:lnTo>
                  <a:pt x="1550640" y="7657480"/>
                </a:lnTo>
                <a:lnTo>
                  <a:pt x="0" y="7657480"/>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1" name="TextBox 11"/>
          <p:cNvSpPr txBox="1"/>
          <p:nvPr/>
        </p:nvSpPr>
        <p:spPr>
          <a:xfrm>
            <a:off x="2236276" y="8820468"/>
            <a:ext cx="2732232" cy="847090"/>
          </a:xfrm>
          <a:prstGeom prst="rect">
            <a:avLst/>
          </a:prstGeom>
        </p:spPr>
        <p:txBody>
          <a:bodyPr lIns="0" tIns="0" rIns="0" bIns="0" rtlCol="0" anchor="t">
            <a:spAutoFit/>
          </a:bodyPr>
          <a:lstStyle/>
          <a:p>
            <a:pPr algn="ctr">
              <a:lnSpc>
                <a:spcPts val="6860"/>
              </a:lnSpc>
            </a:pPr>
            <a:r>
              <a:rPr lang="en-US" sz="4900" b="1">
                <a:solidFill>
                  <a:srgbClr val="E6C078"/>
                </a:solidFill>
                <a:latin typeface="Anca Coder Bold"/>
                <a:ea typeface="Anca Coder Bold"/>
                <a:cs typeface="Anca Coder Bold"/>
                <a:sym typeface="Anca Coder Bold"/>
              </a:rPr>
              <a:t>Data</a:t>
            </a:r>
          </a:p>
        </p:txBody>
      </p:sp>
      <p:sp>
        <p:nvSpPr>
          <p:cNvPr id="12" name="TextBox 12"/>
          <p:cNvSpPr txBox="1"/>
          <p:nvPr/>
        </p:nvSpPr>
        <p:spPr>
          <a:xfrm>
            <a:off x="8171210" y="8820468"/>
            <a:ext cx="2732232" cy="847090"/>
          </a:xfrm>
          <a:prstGeom prst="rect">
            <a:avLst/>
          </a:prstGeom>
        </p:spPr>
        <p:txBody>
          <a:bodyPr lIns="0" tIns="0" rIns="0" bIns="0" rtlCol="0" anchor="t">
            <a:spAutoFit/>
          </a:bodyPr>
          <a:lstStyle/>
          <a:p>
            <a:pPr algn="ctr">
              <a:lnSpc>
                <a:spcPts val="6860"/>
              </a:lnSpc>
            </a:pPr>
            <a:r>
              <a:rPr lang="en-US" sz="4900" b="1">
                <a:solidFill>
                  <a:srgbClr val="E6C078"/>
                </a:solidFill>
                <a:latin typeface="Anca Coder Bold"/>
                <a:ea typeface="Anca Coder Bold"/>
                <a:cs typeface="Anca Coder Bold"/>
                <a:sym typeface="Anca Coder Bold"/>
              </a:rPr>
              <a:t>Model</a:t>
            </a:r>
          </a:p>
        </p:txBody>
      </p:sp>
      <p:sp>
        <p:nvSpPr>
          <p:cNvPr id="13" name="TextBox 13"/>
          <p:cNvSpPr txBox="1"/>
          <p:nvPr/>
        </p:nvSpPr>
        <p:spPr>
          <a:xfrm>
            <a:off x="12496740" y="8820468"/>
            <a:ext cx="4562893" cy="847090"/>
          </a:xfrm>
          <a:prstGeom prst="rect">
            <a:avLst/>
          </a:prstGeom>
        </p:spPr>
        <p:txBody>
          <a:bodyPr lIns="0" tIns="0" rIns="0" bIns="0" rtlCol="0" anchor="t">
            <a:spAutoFit/>
          </a:bodyPr>
          <a:lstStyle/>
          <a:p>
            <a:pPr algn="ctr">
              <a:lnSpc>
                <a:spcPts val="6860"/>
              </a:lnSpc>
            </a:pPr>
            <a:r>
              <a:rPr lang="en-US" sz="4900" b="1">
                <a:solidFill>
                  <a:srgbClr val="E6C078"/>
                </a:solidFill>
                <a:latin typeface="Anca Coder Bold"/>
                <a:ea typeface="Anca Coder Bold"/>
                <a:cs typeface="Anca Coder Bold"/>
                <a:sym typeface="Anca Coder Bold"/>
              </a:rPr>
              <a:t>Verification</a:t>
            </a:r>
          </a:p>
        </p:txBody>
      </p:sp>
      <p:sp>
        <p:nvSpPr>
          <p:cNvPr id="14" name="TextBox 14"/>
          <p:cNvSpPr txBox="1"/>
          <p:nvPr/>
        </p:nvSpPr>
        <p:spPr>
          <a:xfrm>
            <a:off x="7708031" y="243280"/>
            <a:ext cx="3658591" cy="847090"/>
          </a:xfrm>
          <a:prstGeom prst="rect">
            <a:avLst/>
          </a:prstGeom>
        </p:spPr>
        <p:txBody>
          <a:bodyPr lIns="0" tIns="0" rIns="0" bIns="0" rtlCol="0" anchor="t">
            <a:spAutoFit/>
          </a:bodyPr>
          <a:lstStyle/>
          <a:p>
            <a:pPr algn="ctr">
              <a:lnSpc>
                <a:spcPts val="6860"/>
              </a:lnSpc>
            </a:pPr>
            <a:r>
              <a:rPr lang="en-US" sz="4900" b="1">
                <a:solidFill>
                  <a:srgbClr val="E6C078"/>
                </a:solidFill>
                <a:latin typeface="Anca Coder Bold"/>
                <a:ea typeface="Anca Coder Bold"/>
                <a:cs typeface="Anca Coder Bold"/>
                <a:sym typeface="Anca Coder Bold"/>
              </a:rPr>
              <a:t>Questions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924" y="265152"/>
            <a:ext cx="3615122" cy="3365210"/>
            <a:chOff x="0" y="0"/>
            <a:chExt cx="4820162" cy="4486947"/>
          </a:xfrm>
        </p:grpSpPr>
        <p:sp>
          <p:nvSpPr>
            <p:cNvPr id="3" name="Freeform 3"/>
            <p:cNvSpPr/>
            <p:nvPr/>
          </p:nvSpPr>
          <p:spPr>
            <a:xfrm>
              <a:off x="0" y="0"/>
              <a:ext cx="3296002" cy="2142507"/>
            </a:xfrm>
            <a:custGeom>
              <a:avLst/>
              <a:gdLst/>
              <a:ahLst/>
              <a:cxnLst/>
              <a:rect l="l" t="t" r="r" b="b"/>
              <a:pathLst>
                <a:path w="3296002" h="2142507">
                  <a:moveTo>
                    <a:pt x="0" y="0"/>
                  </a:moveTo>
                  <a:lnTo>
                    <a:pt x="3296002" y="0"/>
                  </a:lnTo>
                  <a:lnTo>
                    <a:pt x="3296002" y="2142507"/>
                  </a:lnTo>
                  <a:lnTo>
                    <a:pt x="0" y="2142507"/>
                  </a:lnTo>
                  <a:lnTo>
                    <a:pt x="0" y="0"/>
                  </a:lnTo>
                  <a:close/>
                </a:path>
              </a:pathLst>
            </a:custGeom>
            <a:blipFill>
              <a:blip r:embed="rId2"/>
              <a:stretch>
                <a:fillRect l="-23575" t="-40298" r="-23575" b="-35771"/>
              </a:stretch>
            </a:blipFill>
          </p:spPr>
        </p:sp>
        <p:sp>
          <p:nvSpPr>
            <p:cNvPr id="4" name="Freeform 4"/>
            <p:cNvSpPr/>
            <p:nvPr/>
          </p:nvSpPr>
          <p:spPr>
            <a:xfrm>
              <a:off x="1442441" y="2953354"/>
              <a:ext cx="3377721" cy="1465497"/>
            </a:xfrm>
            <a:custGeom>
              <a:avLst/>
              <a:gdLst/>
              <a:ahLst/>
              <a:cxnLst/>
              <a:rect l="l" t="t" r="r" b="b"/>
              <a:pathLst>
                <a:path w="3377721" h="1465497">
                  <a:moveTo>
                    <a:pt x="0" y="0"/>
                  </a:moveTo>
                  <a:lnTo>
                    <a:pt x="3377721" y="0"/>
                  </a:lnTo>
                  <a:lnTo>
                    <a:pt x="3377721" y="1465497"/>
                  </a:lnTo>
                  <a:lnTo>
                    <a:pt x="0" y="1465497"/>
                  </a:lnTo>
                  <a:lnTo>
                    <a:pt x="0" y="0"/>
                  </a:lnTo>
                  <a:close/>
                </a:path>
              </a:pathLst>
            </a:custGeom>
            <a:blipFill>
              <a:blip r:embed="rId3"/>
              <a:stretch>
                <a:fillRect r="-48319"/>
              </a:stretch>
            </a:blipFill>
          </p:spPr>
        </p:sp>
        <p:sp>
          <p:nvSpPr>
            <p:cNvPr id="5" name="Freeform 5"/>
            <p:cNvSpPr/>
            <p:nvPr/>
          </p:nvSpPr>
          <p:spPr>
            <a:xfrm>
              <a:off x="1062170" y="1371600"/>
              <a:ext cx="3377721" cy="2743662"/>
            </a:xfrm>
            <a:custGeom>
              <a:avLst/>
              <a:gdLst/>
              <a:ahLst/>
              <a:cxnLst/>
              <a:rect l="l" t="t" r="r" b="b"/>
              <a:pathLst>
                <a:path w="3377721" h="2743662">
                  <a:moveTo>
                    <a:pt x="0" y="0"/>
                  </a:moveTo>
                  <a:lnTo>
                    <a:pt x="3377721" y="0"/>
                  </a:lnTo>
                  <a:lnTo>
                    <a:pt x="3377721" y="2743662"/>
                  </a:lnTo>
                  <a:lnTo>
                    <a:pt x="0" y="2743662"/>
                  </a:lnTo>
                  <a:lnTo>
                    <a:pt x="0" y="0"/>
                  </a:lnTo>
                  <a:close/>
                </a:path>
              </a:pathLst>
            </a:custGeom>
            <a:blipFill>
              <a:blip r:embed="rId4"/>
              <a:stretch>
                <a:fillRect l="-28695" t="-7259" r="-26193"/>
              </a:stretch>
            </a:blipFill>
          </p:spPr>
        </p:sp>
        <p:sp>
          <p:nvSpPr>
            <p:cNvPr id="6" name="Freeform 6"/>
            <p:cNvSpPr/>
            <p:nvPr/>
          </p:nvSpPr>
          <p:spPr>
            <a:xfrm>
              <a:off x="1742196" y="0"/>
              <a:ext cx="2916515" cy="4486947"/>
            </a:xfrm>
            <a:custGeom>
              <a:avLst/>
              <a:gdLst/>
              <a:ahLst/>
              <a:cxnLst/>
              <a:rect l="l" t="t" r="r" b="b"/>
              <a:pathLst>
                <a:path w="2916515" h="4486947">
                  <a:moveTo>
                    <a:pt x="0" y="0"/>
                  </a:moveTo>
                  <a:lnTo>
                    <a:pt x="2916515" y="0"/>
                  </a:lnTo>
                  <a:lnTo>
                    <a:pt x="2916515" y="4486947"/>
                  </a:lnTo>
                  <a:lnTo>
                    <a:pt x="0" y="4486947"/>
                  </a:lnTo>
                  <a:lnTo>
                    <a:pt x="0" y="0"/>
                  </a:lnTo>
                  <a:close/>
                </a:path>
              </a:pathLst>
            </a:custGeom>
            <a:blipFill>
              <a:blip r:embed="rId5">
                <a:alphaModFix amt="65000"/>
                <a:extLst>
                  <a:ext uri="{96DAC541-7B7A-43D3-8B79-37D633B846F1}">
                    <asvg:svgBlip xmlns:asvg="http://schemas.microsoft.com/office/drawing/2016/SVG/main" r:embed="rId6"/>
                  </a:ext>
                </a:extLst>
              </a:blip>
              <a:stretch>
                <a:fillRect/>
              </a:stretch>
            </a:blipFill>
          </p:spPr>
        </p:sp>
      </p:grpSp>
      <p:grpSp>
        <p:nvGrpSpPr>
          <p:cNvPr id="7" name="Group 7"/>
          <p:cNvGrpSpPr/>
          <p:nvPr/>
        </p:nvGrpSpPr>
        <p:grpSpPr>
          <a:xfrm>
            <a:off x="10061664" y="867090"/>
            <a:ext cx="2533291" cy="2161334"/>
            <a:chOff x="0" y="0"/>
            <a:chExt cx="3377721" cy="2881778"/>
          </a:xfrm>
        </p:grpSpPr>
        <p:sp>
          <p:nvSpPr>
            <p:cNvPr id="8" name="Freeform 8"/>
            <p:cNvSpPr/>
            <p:nvPr/>
          </p:nvSpPr>
          <p:spPr>
            <a:xfrm>
              <a:off x="0" y="1094481"/>
              <a:ext cx="3377721" cy="1465497"/>
            </a:xfrm>
            <a:custGeom>
              <a:avLst/>
              <a:gdLst/>
              <a:ahLst/>
              <a:cxnLst/>
              <a:rect l="l" t="t" r="r" b="b"/>
              <a:pathLst>
                <a:path w="3377721" h="1465497">
                  <a:moveTo>
                    <a:pt x="0" y="0"/>
                  </a:moveTo>
                  <a:lnTo>
                    <a:pt x="3377721" y="0"/>
                  </a:lnTo>
                  <a:lnTo>
                    <a:pt x="3377721" y="1465497"/>
                  </a:lnTo>
                  <a:lnTo>
                    <a:pt x="0" y="1465497"/>
                  </a:lnTo>
                  <a:lnTo>
                    <a:pt x="0" y="0"/>
                  </a:lnTo>
                  <a:close/>
                </a:path>
              </a:pathLst>
            </a:custGeom>
            <a:blipFill>
              <a:blip r:embed="rId3"/>
              <a:stretch>
                <a:fillRect r="-48319"/>
              </a:stretch>
            </a:blipFill>
          </p:spPr>
        </p:sp>
        <p:sp>
          <p:nvSpPr>
            <p:cNvPr id="9" name="Freeform 9"/>
            <p:cNvSpPr/>
            <p:nvPr/>
          </p:nvSpPr>
          <p:spPr>
            <a:xfrm>
              <a:off x="81719" y="0"/>
              <a:ext cx="3296002" cy="2142507"/>
            </a:xfrm>
            <a:custGeom>
              <a:avLst/>
              <a:gdLst/>
              <a:ahLst/>
              <a:cxnLst/>
              <a:rect l="l" t="t" r="r" b="b"/>
              <a:pathLst>
                <a:path w="3296002" h="2142507">
                  <a:moveTo>
                    <a:pt x="0" y="0"/>
                  </a:moveTo>
                  <a:lnTo>
                    <a:pt x="3296002" y="0"/>
                  </a:lnTo>
                  <a:lnTo>
                    <a:pt x="3296002" y="2142507"/>
                  </a:lnTo>
                  <a:lnTo>
                    <a:pt x="0" y="2142507"/>
                  </a:lnTo>
                  <a:lnTo>
                    <a:pt x="0" y="0"/>
                  </a:lnTo>
                  <a:close/>
                </a:path>
              </a:pathLst>
            </a:custGeom>
            <a:blipFill>
              <a:blip r:embed="rId2"/>
              <a:stretch>
                <a:fillRect l="-23575" t="-40298" r="-23575" b="-35771"/>
              </a:stretch>
            </a:blipFill>
          </p:spPr>
        </p:sp>
        <p:sp>
          <p:nvSpPr>
            <p:cNvPr id="10" name="TextBox 10"/>
            <p:cNvSpPr txBox="1"/>
            <p:nvPr/>
          </p:nvSpPr>
          <p:spPr>
            <a:xfrm>
              <a:off x="234940" y="2181029"/>
              <a:ext cx="2907842" cy="700750"/>
            </a:xfrm>
            <a:prstGeom prst="rect">
              <a:avLst/>
            </a:prstGeom>
          </p:spPr>
          <p:txBody>
            <a:bodyPr lIns="0" tIns="0" rIns="0" bIns="0" rtlCol="0" anchor="t">
              <a:spAutoFit/>
            </a:bodyPr>
            <a:lstStyle/>
            <a:p>
              <a:pPr algn="ctr">
                <a:lnSpc>
                  <a:spcPts val="4480"/>
                </a:lnSpc>
              </a:pPr>
              <a:r>
                <a:rPr lang="en-US" sz="3200" b="1">
                  <a:solidFill>
                    <a:srgbClr val="9DA8BD"/>
                  </a:solidFill>
                  <a:latin typeface="Canva Sans Bold"/>
                  <a:ea typeface="Canva Sans Bold"/>
                  <a:cs typeface="Canva Sans Bold"/>
                  <a:sym typeface="Canva Sans Bold"/>
                </a:rPr>
                <a:t>A B A C B B</a:t>
              </a:r>
            </a:p>
          </p:txBody>
        </p:sp>
      </p:grpSp>
      <p:sp>
        <p:nvSpPr>
          <p:cNvPr id="11" name="Freeform 11"/>
          <p:cNvSpPr/>
          <p:nvPr/>
        </p:nvSpPr>
        <p:spPr>
          <a:xfrm>
            <a:off x="3809641" y="1727731"/>
            <a:ext cx="919435" cy="858522"/>
          </a:xfrm>
          <a:custGeom>
            <a:avLst/>
            <a:gdLst/>
            <a:ahLst/>
            <a:cxnLst/>
            <a:rect l="l" t="t" r="r" b="b"/>
            <a:pathLst>
              <a:path w="919435" h="858522">
                <a:moveTo>
                  <a:pt x="0" y="0"/>
                </a:moveTo>
                <a:lnTo>
                  <a:pt x="919435" y="0"/>
                </a:lnTo>
                <a:lnTo>
                  <a:pt x="919435" y="858522"/>
                </a:lnTo>
                <a:lnTo>
                  <a:pt x="0" y="85852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Freeform 12"/>
          <p:cNvSpPr/>
          <p:nvPr/>
        </p:nvSpPr>
        <p:spPr>
          <a:xfrm>
            <a:off x="8329757" y="1808325"/>
            <a:ext cx="1022148" cy="522573"/>
          </a:xfrm>
          <a:custGeom>
            <a:avLst/>
            <a:gdLst/>
            <a:ahLst/>
            <a:cxnLst/>
            <a:rect l="l" t="t" r="r" b="b"/>
            <a:pathLst>
              <a:path w="1022148" h="522573">
                <a:moveTo>
                  <a:pt x="0" y="0"/>
                </a:moveTo>
                <a:lnTo>
                  <a:pt x="1022147" y="0"/>
                </a:lnTo>
                <a:lnTo>
                  <a:pt x="1022147" y="522573"/>
                </a:lnTo>
                <a:lnTo>
                  <a:pt x="0" y="52257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Freeform 13"/>
          <p:cNvSpPr/>
          <p:nvPr/>
        </p:nvSpPr>
        <p:spPr>
          <a:xfrm>
            <a:off x="5226152" y="1111704"/>
            <a:ext cx="2588942" cy="1672106"/>
          </a:xfrm>
          <a:custGeom>
            <a:avLst/>
            <a:gdLst/>
            <a:ahLst/>
            <a:cxnLst/>
            <a:rect l="l" t="t" r="r" b="b"/>
            <a:pathLst>
              <a:path w="2588942" h="1672106">
                <a:moveTo>
                  <a:pt x="0" y="0"/>
                </a:moveTo>
                <a:lnTo>
                  <a:pt x="2588942" y="0"/>
                </a:lnTo>
                <a:lnTo>
                  <a:pt x="2588942" y="1672106"/>
                </a:lnTo>
                <a:lnTo>
                  <a:pt x="0" y="1672106"/>
                </a:lnTo>
                <a:lnTo>
                  <a:pt x="0" y="0"/>
                </a:lnTo>
                <a:close/>
              </a:path>
            </a:pathLst>
          </a:custGeom>
          <a:blipFill>
            <a:blip r:embed="rId11"/>
            <a:stretch>
              <a:fillRect/>
            </a:stretch>
          </a:blipFill>
        </p:spPr>
      </p:sp>
      <p:sp>
        <p:nvSpPr>
          <p:cNvPr id="14" name="Freeform 14"/>
          <p:cNvSpPr/>
          <p:nvPr/>
        </p:nvSpPr>
        <p:spPr>
          <a:xfrm>
            <a:off x="1979906" y="3868487"/>
            <a:ext cx="6816235" cy="2957370"/>
          </a:xfrm>
          <a:custGeom>
            <a:avLst/>
            <a:gdLst/>
            <a:ahLst/>
            <a:cxnLst/>
            <a:rect l="l" t="t" r="r" b="b"/>
            <a:pathLst>
              <a:path w="6816235" h="2957370">
                <a:moveTo>
                  <a:pt x="0" y="0"/>
                </a:moveTo>
                <a:lnTo>
                  <a:pt x="6816235" y="0"/>
                </a:lnTo>
                <a:lnTo>
                  <a:pt x="6816235" y="2957371"/>
                </a:lnTo>
                <a:lnTo>
                  <a:pt x="0" y="2957371"/>
                </a:lnTo>
                <a:lnTo>
                  <a:pt x="0" y="0"/>
                </a:lnTo>
                <a:close/>
              </a:path>
            </a:pathLst>
          </a:custGeom>
          <a:blipFill>
            <a:blip r:embed="rId3"/>
            <a:stretch>
              <a:fillRect r="-48319"/>
            </a:stretch>
          </a:blipFill>
        </p:spPr>
      </p:sp>
      <p:grpSp>
        <p:nvGrpSpPr>
          <p:cNvPr id="33" name="Group 32">
            <a:extLst>
              <a:ext uri="{FF2B5EF4-FFF2-40B4-BE49-F238E27FC236}">
                <a16:creationId xmlns:a16="http://schemas.microsoft.com/office/drawing/2014/main" id="{9E5216E4-B1AD-471D-9F59-228FA0584957}"/>
              </a:ext>
            </a:extLst>
          </p:cNvPr>
          <p:cNvGrpSpPr/>
          <p:nvPr/>
        </p:nvGrpSpPr>
        <p:grpSpPr>
          <a:xfrm>
            <a:off x="3510553" y="3868487"/>
            <a:ext cx="3822159" cy="2957370"/>
            <a:chOff x="3510553" y="3868487"/>
            <a:chExt cx="3822159" cy="2957370"/>
          </a:xfrm>
        </p:grpSpPr>
        <p:sp>
          <p:nvSpPr>
            <p:cNvPr id="15" name="AutoShape 15"/>
            <p:cNvSpPr/>
            <p:nvPr/>
          </p:nvSpPr>
          <p:spPr>
            <a:xfrm flipH="1">
              <a:off x="3510553" y="3868487"/>
              <a:ext cx="0" cy="2957370"/>
            </a:xfrm>
            <a:prstGeom prst="line">
              <a:avLst/>
            </a:prstGeom>
            <a:ln w="38100" cap="flat">
              <a:solidFill>
                <a:srgbClr val="FFFFFF"/>
              </a:solidFill>
              <a:prstDash val="sysDash"/>
              <a:headEnd type="none" w="sm" len="sm"/>
              <a:tailEnd type="none" w="sm" len="sm"/>
            </a:ln>
          </p:spPr>
        </p:sp>
        <p:sp>
          <p:nvSpPr>
            <p:cNvPr id="16" name="AutoShape 16"/>
            <p:cNvSpPr/>
            <p:nvPr/>
          </p:nvSpPr>
          <p:spPr>
            <a:xfrm flipH="1">
              <a:off x="5368974" y="3868487"/>
              <a:ext cx="0" cy="2957370"/>
            </a:xfrm>
            <a:prstGeom prst="line">
              <a:avLst/>
            </a:prstGeom>
            <a:ln w="38100" cap="flat">
              <a:solidFill>
                <a:srgbClr val="FFFFFF"/>
              </a:solidFill>
              <a:prstDash val="sysDash"/>
              <a:headEnd type="none" w="sm" len="sm"/>
              <a:tailEnd type="none" w="sm" len="sm"/>
            </a:ln>
          </p:spPr>
        </p:sp>
        <p:sp>
          <p:nvSpPr>
            <p:cNvPr id="17" name="AutoShape 17"/>
            <p:cNvSpPr/>
            <p:nvPr/>
          </p:nvSpPr>
          <p:spPr>
            <a:xfrm>
              <a:off x="7332712" y="3868487"/>
              <a:ext cx="0" cy="2957370"/>
            </a:xfrm>
            <a:prstGeom prst="line">
              <a:avLst/>
            </a:prstGeom>
            <a:ln w="38100" cap="flat">
              <a:solidFill>
                <a:srgbClr val="FFFFFF"/>
              </a:solidFill>
              <a:prstDash val="sysDash"/>
              <a:headEnd type="none" w="sm" len="sm"/>
              <a:tailEnd type="none" w="sm" len="sm"/>
            </a:ln>
          </p:spPr>
        </p:sp>
      </p:grpSp>
      <p:grpSp>
        <p:nvGrpSpPr>
          <p:cNvPr id="34" name="Group 33">
            <a:extLst>
              <a:ext uri="{FF2B5EF4-FFF2-40B4-BE49-F238E27FC236}">
                <a16:creationId xmlns:a16="http://schemas.microsoft.com/office/drawing/2014/main" id="{461734B9-1829-4A9B-A88C-E6B0DFB0627F}"/>
              </a:ext>
            </a:extLst>
          </p:cNvPr>
          <p:cNvGrpSpPr/>
          <p:nvPr/>
        </p:nvGrpSpPr>
        <p:grpSpPr>
          <a:xfrm>
            <a:off x="3516933" y="6873482"/>
            <a:ext cx="1861566" cy="900843"/>
            <a:chOff x="3516933" y="6873482"/>
            <a:chExt cx="1861566" cy="900843"/>
          </a:xfrm>
        </p:grpSpPr>
        <p:sp>
          <p:nvSpPr>
            <p:cNvPr id="18" name="Freeform 18"/>
            <p:cNvSpPr/>
            <p:nvPr/>
          </p:nvSpPr>
          <p:spPr>
            <a:xfrm rot="-5400000">
              <a:off x="4259232" y="6131183"/>
              <a:ext cx="376967" cy="1861566"/>
            </a:xfrm>
            <a:custGeom>
              <a:avLst/>
              <a:gdLst/>
              <a:ahLst/>
              <a:cxnLst/>
              <a:rect l="l" t="t" r="r" b="b"/>
              <a:pathLst>
                <a:path w="376967" h="1861566">
                  <a:moveTo>
                    <a:pt x="0" y="0"/>
                  </a:moveTo>
                  <a:lnTo>
                    <a:pt x="376967" y="0"/>
                  </a:lnTo>
                  <a:lnTo>
                    <a:pt x="376967" y="1861566"/>
                  </a:lnTo>
                  <a:lnTo>
                    <a:pt x="0" y="186156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9" name="TextBox 19"/>
            <p:cNvSpPr txBox="1"/>
            <p:nvPr/>
          </p:nvSpPr>
          <p:spPr>
            <a:xfrm>
              <a:off x="3516933" y="7250450"/>
              <a:ext cx="1861566" cy="523875"/>
            </a:xfrm>
            <a:prstGeom prst="rect">
              <a:avLst/>
            </a:prstGeom>
          </p:spPr>
          <p:txBody>
            <a:bodyPr lIns="0" tIns="0" rIns="0" bIns="0" rtlCol="0" anchor="t">
              <a:spAutoFit/>
            </a:bodyPr>
            <a:lstStyle/>
            <a:p>
              <a:pPr algn="ctr">
                <a:lnSpc>
                  <a:spcPts val="4200"/>
                </a:lnSpc>
              </a:pPr>
              <a:r>
                <a:rPr lang="en-US" sz="3000" dirty="0">
                  <a:solidFill>
                    <a:srgbClr val="FFFFFF"/>
                  </a:solidFill>
                  <a:latin typeface="Anca Coder"/>
                  <a:ea typeface="Anca Coder"/>
                  <a:cs typeface="Anca Coder"/>
                  <a:sym typeface="Anca Coder"/>
                </a:rPr>
                <a:t>window</a:t>
              </a:r>
            </a:p>
          </p:txBody>
        </p:sp>
      </p:grpSp>
      <p:sp>
        <p:nvSpPr>
          <p:cNvPr id="21" name="Freeform 21"/>
          <p:cNvSpPr/>
          <p:nvPr/>
        </p:nvSpPr>
        <p:spPr>
          <a:xfrm>
            <a:off x="9160245" y="5086350"/>
            <a:ext cx="1196923" cy="546096"/>
          </a:xfrm>
          <a:custGeom>
            <a:avLst/>
            <a:gdLst/>
            <a:ahLst/>
            <a:cxnLst/>
            <a:rect l="l" t="t" r="r" b="b"/>
            <a:pathLst>
              <a:path w="1196923" h="546096">
                <a:moveTo>
                  <a:pt x="0" y="0"/>
                </a:moveTo>
                <a:lnTo>
                  <a:pt x="1196923" y="0"/>
                </a:lnTo>
                <a:lnTo>
                  <a:pt x="1196923" y="546096"/>
                </a:lnTo>
                <a:lnTo>
                  <a:pt x="0" y="54609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2" name="Freeform 22"/>
          <p:cNvSpPr/>
          <p:nvPr/>
        </p:nvSpPr>
        <p:spPr>
          <a:xfrm>
            <a:off x="9160245" y="8512152"/>
            <a:ext cx="1196923" cy="546096"/>
          </a:xfrm>
          <a:custGeom>
            <a:avLst/>
            <a:gdLst/>
            <a:ahLst/>
            <a:cxnLst/>
            <a:rect l="l" t="t" r="r" b="b"/>
            <a:pathLst>
              <a:path w="1196923" h="546096">
                <a:moveTo>
                  <a:pt x="0" y="0"/>
                </a:moveTo>
                <a:lnTo>
                  <a:pt x="1196923" y="0"/>
                </a:lnTo>
                <a:lnTo>
                  <a:pt x="1196923" y="546096"/>
                </a:lnTo>
                <a:lnTo>
                  <a:pt x="0" y="54609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3" name="Freeform 23"/>
          <p:cNvSpPr/>
          <p:nvPr/>
        </p:nvSpPr>
        <p:spPr>
          <a:xfrm>
            <a:off x="11145347" y="4258528"/>
            <a:ext cx="2361116" cy="2201741"/>
          </a:xfrm>
          <a:custGeom>
            <a:avLst/>
            <a:gdLst/>
            <a:ahLst/>
            <a:cxnLst/>
            <a:rect l="l" t="t" r="r" b="b"/>
            <a:pathLst>
              <a:path w="2361116" h="2201741">
                <a:moveTo>
                  <a:pt x="0" y="0"/>
                </a:moveTo>
                <a:lnTo>
                  <a:pt x="2361116" y="0"/>
                </a:lnTo>
                <a:lnTo>
                  <a:pt x="2361116" y="2201740"/>
                </a:lnTo>
                <a:lnTo>
                  <a:pt x="0" y="220174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4" name="Freeform 24"/>
          <p:cNvSpPr/>
          <p:nvPr/>
        </p:nvSpPr>
        <p:spPr>
          <a:xfrm>
            <a:off x="11531557" y="7914080"/>
            <a:ext cx="1588695" cy="1588695"/>
          </a:xfrm>
          <a:custGeom>
            <a:avLst/>
            <a:gdLst/>
            <a:ahLst/>
            <a:cxnLst/>
            <a:rect l="l" t="t" r="r" b="b"/>
            <a:pathLst>
              <a:path w="1588695" h="1588695">
                <a:moveTo>
                  <a:pt x="0" y="0"/>
                </a:moveTo>
                <a:lnTo>
                  <a:pt x="1588695" y="0"/>
                </a:lnTo>
                <a:lnTo>
                  <a:pt x="1588695" y="1588695"/>
                </a:lnTo>
                <a:lnTo>
                  <a:pt x="0" y="1588695"/>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6" name="TextBox 26"/>
          <p:cNvSpPr txBox="1"/>
          <p:nvPr/>
        </p:nvSpPr>
        <p:spPr>
          <a:xfrm>
            <a:off x="13868413" y="4663278"/>
            <a:ext cx="2764125" cy="1282065"/>
          </a:xfrm>
          <a:prstGeom prst="rect">
            <a:avLst/>
          </a:prstGeom>
        </p:spPr>
        <p:txBody>
          <a:bodyPr lIns="0" tIns="0" rIns="0" bIns="0" rtlCol="0" anchor="t">
            <a:spAutoFit/>
          </a:bodyPr>
          <a:lstStyle/>
          <a:p>
            <a:pPr algn="ctr">
              <a:lnSpc>
                <a:spcPts val="3360"/>
              </a:lnSpc>
            </a:pPr>
            <a:r>
              <a:rPr lang="en-US" sz="2400">
                <a:solidFill>
                  <a:srgbClr val="FFFFFF"/>
                </a:solidFill>
                <a:latin typeface="Codec Pro"/>
                <a:ea typeface="Codec Pro"/>
                <a:cs typeface="Codec Pro"/>
                <a:sym typeface="Codec Pro"/>
              </a:rPr>
              <a:t>(large neural networks create their own features)</a:t>
            </a:r>
          </a:p>
        </p:txBody>
      </p:sp>
      <p:sp>
        <p:nvSpPr>
          <p:cNvPr id="27" name="TextBox 27"/>
          <p:cNvSpPr txBox="1"/>
          <p:nvPr/>
        </p:nvSpPr>
        <p:spPr>
          <a:xfrm>
            <a:off x="13868413" y="8126704"/>
            <a:ext cx="2764125" cy="862965"/>
          </a:xfrm>
          <a:prstGeom prst="rect">
            <a:avLst/>
          </a:prstGeom>
        </p:spPr>
        <p:txBody>
          <a:bodyPr lIns="0" tIns="0" rIns="0" bIns="0" rtlCol="0" anchor="t">
            <a:spAutoFit/>
          </a:bodyPr>
          <a:lstStyle/>
          <a:p>
            <a:pPr algn="ctr">
              <a:lnSpc>
                <a:spcPts val="3360"/>
              </a:lnSpc>
            </a:pPr>
            <a:r>
              <a:rPr lang="en-US" sz="2400">
                <a:solidFill>
                  <a:srgbClr val="FFFFFF"/>
                </a:solidFill>
                <a:latin typeface="Codec Pro"/>
                <a:ea typeface="Codec Pro"/>
                <a:cs typeface="Codec Pro"/>
                <a:sym typeface="Codec Pro"/>
              </a:rPr>
              <a:t>(simple models take in features)</a:t>
            </a:r>
          </a:p>
        </p:txBody>
      </p:sp>
      <p:grpSp>
        <p:nvGrpSpPr>
          <p:cNvPr id="35" name="Group 34">
            <a:extLst>
              <a:ext uri="{FF2B5EF4-FFF2-40B4-BE49-F238E27FC236}">
                <a16:creationId xmlns:a16="http://schemas.microsoft.com/office/drawing/2014/main" id="{04A5FFC7-36FB-4A18-962B-D84CEB80BF25}"/>
              </a:ext>
            </a:extLst>
          </p:cNvPr>
          <p:cNvGrpSpPr/>
          <p:nvPr/>
        </p:nvGrpSpPr>
        <p:grpSpPr>
          <a:xfrm>
            <a:off x="1049124" y="7767546"/>
            <a:ext cx="8211416" cy="2124205"/>
            <a:chOff x="1049124" y="7767546"/>
            <a:chExt cx="8211416" cy="2124205"/>
          </a:xfrm>
        </p:grpSpPr>
        <p:sp>
          <p:nvSpPr>
            <p:cNvPr id="20" name="Freeform 20"/>
            <p:cNvSpPr/>
            <p:nvPr/>
          </p:nvSpPr>
          <p:spPr>
            <a:xfrm>
              <a:off x="3086782" y="7767546"/>
              <a:ext cx="430152" cy="2124205"/>
            </a:xfrm>
            <a:custGeom>
              <a:avLst/>
              <a:gdLst/>
              <a:ahLst/>
              <a:cxnLst/>
              <a:rect l="l" t="t" r="r" b="b"/>
              <a:pathLst>
                <a:path w="430152" h="2124205">
                  <a:moveTo>
                    <a:pt x="0" y="0"/>
                  </a:moveTo>
                  <a:lnTo>
                    <a:pt x="430151" y="0"/>
                  </a:lnTo>
                  <a:lnTo>
                    <a:pt x="430151" y="2124205"/>
                  </a:lnTo>
                  <a:lnTo>
                    <a:pt x="0" y="212420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5" name="TextBox 25"/>
            <p:cNvSpPr txBox="1"/>
            <p:nvPr/>
          </p:nvSpPr>
          <p:spPr>
            <a:xfrm>
              <a:off x="1049124" y="8534373"/>
              <a:ext cx="1861566" cy="523875"/>
            </a:xfrm>
            <a:prstGeom prst="rect">
              <a:avLst/>
            </a:prstGeom>
          </p:spPr>
          <p:txBody>
            <a:bodyPr lIns="0" tIns="0" rIns="0" bIns="0" rtlCol="0" anchor="t">
              <a:spAutoFit/>
            </a:bodyPr>
            <a:lstStyle/>
            <a:p>
              <a:pPr algn="ctr">
                <a:lnSpc>
                  <a:spcPts val="4200"/>
                </a:lnSpc>
              </a:pPr>
              <a:r>
                <a:rPr lang="en-US" sz="3000" dirty="0">
                  <a:solidFill>
                    <a:srgbClr val="FFFFFF"/>
                  </a:solidFill>
                  <a:latin typeface="Anca Coder"/>
                  <a:ea typeface="Anca Coder"/>
                  <a:cs typeface="Anca Coder"/>
                  <a:sym typeface="Anca Coder"/>
                </a:rPr>
                <a:t>features</a:t>
              </a:r>
            </a:p>
          </p:txBody>
        </p:sp>
        <p:sp>
          <p:nvSpPr>
            <p:cNvPr id="28" name="TextBox 28"/>
            <p:cNvSpPr txBox="1"/>
            <p:nvPr/>
          </p:nvSpPr>
          <p:spPr>
            <a:xfrm>
              <a:off x="3516933" y="7837880"/>
              <a:ext cx="1861566" cy="1880235"/>
            </a:xfrm>
            <a:prstGeom prst="rect">
              <a:avLst/>
            </a:prstGeom>
          </p:spPr>
          <p:txBody>
            <a:bodyPr lIns="0" tIns="0" rIns="0" bIns="0" rtlCol="0" anchor="t">
              <a:spAutoFit/>
            </a:bodyPr>
            <a:lstStyle/>
            <a:p>
              <a:pPr algn="ctr">
                <a:lnSpc>
                  <a:spcPts val="2940"/>
                </a:lnSpc>
              </a:pPr>
              <a:r>
                <a:rPr lang="en-US" sz="2100" dirty="0">
                  <a:solidFill>
                    <a:srgbClr val="E6C078"/>
                  </a:solidFill>
                  <a:latin typeface="Codec Pro"/>
                  <a:ea typeface="Codec Pro"/>
                  <a:cs typeface="Codec Pro"/>
                  <a:sym typeface="Codec Pro"/>
                </a:rPr>
                <a:t>min</a:t>
              </a:r>
            </a:p>
            <a:p>
              <a:pPr algn="ctr">
                <a:lnSpc>
                  <a:spcPts val="2940"/>
                </a:lnSpc>
              </a:pPr>
              <a:r>
                <a:rPr lang="en-US" sz="2100" dirty="0">
                  <a:solidFill>
                    <a:srgbClr val="E6C078"/>
                  </a:solidFill>
                  <a:latin typeface="Codec Pro"/>
                  <a:ea typeface="Codec Pro"/>
                  <a:cs typeface="Codec Pro"/>
                  <a:sym typeface="Codec Pro"/>
                </a:rPr>
                <a:t>mean</a:t>
              </a:r>
            </a:p>
            <a:p>
              <a:pPr algn="ctr">
                <a:lnSpc>
                  <a:spcPts val="2940"/>
                </a:lnSpc>
              </a:pPr>
              <a:r>
                <a:rPr lang="en-US" sz="2100" dirty="0">
                  <a:solidFill>
                    <a:srgbClr val="E6C078"/>
                  </a:solidFill>
                  <a:latin typeface="Codec Pro"/>
                  <a:ea typeface="Codec Pro"/>
                  <a:cs typeface="Codec Pro"/>
                  <a:sym typeface="Codec Pro"/>
                </a:rPr>
                <a:t>max</a:t>
              </a:r>
            </a:p>
            <a:p>
              <a:pPr algn="ctr">
                <a:lnSpc>
                  <a:spcPts val="2940"/>
                </a:lnSpc>
              </a:pPr>
              <a:r>
                <a:rPr lang="en-US" sz="2100" dirty="0">
                  <a:solidFill>
                    <a:srgbClr val="E6C078"/>
                  </a:solidFill>
                  <a:latin typeface="Codec Pro"/>
                  <a:ea typeface="Codec Pro"/>
                  <a:cs typeface="Codec Pro"/>
                  <a:sym typeface="Codec Pro"/>
                </a:rPr>
                <a:t>skew</a:t>
              </a:r>
            </a:p>
            <a:p>
              <a:pPr algn="ctr">
                <a:lnSpc>
                  <a:spcPts val="2940"/>
                </a:lnSpc>
              </a:pPr>
              <a:r>
                <a:rPr lang="en-US" sz="2100" dirty="0">
                  <a:solidFill>
                    <a:srgbClr val="E6C078"/>
                  </a:solidFill>
                  <a:latin typeface="Codec Pro"/>
                  <a:ea typeface="Codec Pro"/>
                  <a:cs typeface="Codec Pro"/>
                  <a:sym typeface="Codec Pro"/>
                </a:rPr>
                <a:t>FFT</a:t>
              </a:r>
            </a:p>
          </p:txBody>
        </p:sp>
        <p:sp>
          <p:nvSpPr>
            <p:cNvPr id="29" name="TextBox 29"/>
            <p:cNvSpPr txBox="1"/>
            <p:nvPr/>
          </p:nvSpPr>
          <p:spPr>
            <a:xfrm>
              <a:off x="5388024" y="7837880"/>
              <a:ext cx="1861566" cy="1880235"/>
            </a:xfrm>
            <a:prstGeom prst="rect">
              <a:avLst/>
            </a:prstGeom>
          </p:spPr>
          <p:txBody>
            <a:bodyPr lIns="0" tIns="0" rIns="0" bIns="0" rtlCol="0" anchor="t">
              <a:spAutoFit/>
            </a:bodyPr>
            <a:lstStyle/>
            <a:p>
              <a:pPr algn="ctr">
                <a:lnSpc>
                  <a:spcPts val="2940"/>
                </a:lnSpc>
              </a:pPr>
              <a:r>
                <a:rPr lang="en-US" sz="2100">
                  <a:solidFill>
                    <a:srgbClr val="E6C078"/>
                  </a:solidFill>
                  <a:latin typeface="Codec Pro"/>
                  <a:ea typeface="Codec Pro"/>
                  <a:cs typeface="Codec Pro"/>
                  <a:sym typeface="Codec Pro"/>
                </a:rPr>
                <a:t>min</a:t>
              </a:r>
            </a:p>
            <a:p>
              <a:pPr algn="ctr">
                <a:lnSpc>
                  <a:spcPts val="2940"/>
                </a:lnSpc>
              </a:pPr>
              <a:r>
                <a:rPr lang="en-US" sz="2100">
                  <a:solidFill>
                    <a:srgbClr val="E6C078"/>
                  </a:solidFill>
                  <a:latin typeface="Codec Pro"/>
                  <a:ea typeface="Codec Pro"/>
                  <a:cs typeface="Codec Pro"/>
                  <a:sym typeface="Codec Pro"/>
                </a:rPr>
                <a:t>mean</a:t>
              </a:r>
            </a:p>
            <a:p>
              <a:pPr algn="ctr">
                <a:lnSpc>
                  <a:spcPts val="2940"/>
                </a:lnSpc>
              </a:pPr>
              <a:r>
                <a:rPr lang="en-US" sz="2100">
                  <a:solidFill>
                    <a:srgbClr val="E6C078"/>
                  </a:solidFill>
                  <a:latin typeface="Codec Pro"/>
                  <a:ea typeface="Codec Pro"/>
                  <a:cs typeface="Codec Pro"/>
                  <a:sym typeface="Codec Pro"/>
                </a:rPr>
                <a:t>max</a:t>
              </a:r>
            </a:p>
            <a:p>
              <a:pPr algn="ctr">
                <a:lnSpc>
                  <a:spcPts val="2940"/>
                </a:lnSpc>
              </a:pPr>
              <a:r>
                <a:rPr lang="en-US" sz="2100">
                  <a:solidFill>
                    <a:srgbClr val="E6C078"/>
                  </a:solidFill>
                  <a:latin typeface="Codec Pro"/>
                  <a:ea typeface="Codec Pro"/>
                  <a:cs typeface="Codec Pro"/>
                  <a:sym typeface="Codec Pro"/>
                </a:rPr>
                <a:t>skew</a:t>
              </a:r>
            </a:p>
            <a:p>
              <a:pPr algn="ctr">
                <a:lnSpc>
                  <a:spcPts val="2940"/>
                </a:lnSpc>
              </a:pPr>
              <a:r>
                <a:rPr lang="en-US" sz="2100">
                  <a:solidFill>
                    <a:srgbClr val="E6C078"/>
                  </a:solidFill>
                  <a:latin typeface="Codec Pro"/>
                  <a:ea typeface="Codec Pro"/>
                  <a:cs typeface="Codec Pro"/>
                  <a:sym typeface="Codec Pro"/>
                </a:rPr>
                <a:t>FFT</a:t>
              </a:r>
            </a:p>
          </p:txBody>
        </p:sp>
        <p:sp>
          <p:nvSpPr>
            <p:cNvPr id="30" name="TextBox 30"/>
            <p:cNvSpPr txBox="1"/>
            <p:nvPr/>
          </p:nvSpPr>
          <p:spPr>
            <a:xfrm>
              <a:off x="7398974" y="7837880"/>
              <a:ext cx="1861566" cy="1880235"/>
            </a:xfrm>
            <a:prstGeom prst="rect">
              <a:avLst/>
            </a:prstGeom>
          </p:spPr>
          <p:txBody>
            <a:bodyPr lIns="0" tIns="0" rIns="0" bIns="0" rtlCol="0" anchor="t">
              <a:spAutoFit/>
            </a:bodyPr>
            <a:lstStyle/>
            <a:p>
              <a:pPr algn="ctr">
                <a:lnSpc>
                  <a:spcPts val="2940"/>
                </a:lnSpc>
              </a:pPr>
              <a:r>
                <a:rPr lang="en-US" sz="2100" dirty="0">
                  <a:solidFill>
                    <a:srgbClr val="E6C078"/>
                  </a:solidFill>
                  <a:latin typeface="Codec Pro"/>
                  <a:ea typeface="Codec Pro"/>
                  <a:cs typeface="Codec Pro"/>
                  <a:sym typeface="Codec Pro"/>
                </a:rPr>
                <a:t>min</a:t>
              </a:r>
            </a:p>
            <a:p>
              <a:pPr algn="ctr">
                <a:lnSpc>
                  <a:spcPts val="2940"/>
                </a:lnSpc>
              </a:pPr>
              <a:r>
                <a:rPr lang="en-US" sz="2100" dirty="0">
                  <a:solidFill>
                    <a:srgbClr val="E6C078"/>
                  </a:solidFill>
                  <a:latin typeface="Codec Pro"/>
                  <a:ea typeface="Codec Pro"/>
                  <a:cs typeface="Codec Pro"/>
                  <a:sym typeface="Codec Pro"/>
                </a:rPr>
                <a:t>mean</a:t>
              </a:r>
            </a:p>
            <a:p>
              <a:pPr algn="ctr">
                <a:lnSpc>
                  <a:spcPts val="2940"/>
                </a:lnSpc>
              </a:pPr>
              <a:r>
                <a:rPr lang="en-US" sz="2100" dirty="0">
                  <a:solidFill>
                    <a:srgbClr val="E6C078"/>
                  </a:solidFill>
                  <a:latin typeface="Codec Pro"/>
                  <a:ea typeface="Codec Pro"/>
                  <a:cs typeface="Codec Pro"/>
                  <a:sym typeface="Codec Pro"/>
                </a:rPr>
                <a:t>max</a:t>
              </a:r>
            </a:p>
            <a:p>
              <a:pPr algn="ctr">
                <a:lnSpc>
                  <a:spcPts val="2940"/>
                </a:lnSpc>
              </a:pPr>
              <a:r>
                <a:rPr lang="en-US" sz="2100" dirty="0">
                  <a:solidFill>
                    <a:srgbClr val="E6C078"/>
                  </a:solidFill>
                  <a:latin typeface="Codec Pro"/>
                  <a:ea typeface="Codec Pro"/>
                  <a:cs typeface="Codec Pro"/>
                  <a:sym typeface="Codec Pro"/>
                </a:rPr>
                <a:t>skew</a:t>
              </a:r>
            </a:p>
            <a:p>
              <a:pPr algn="ctr">
                <a:lnSpc>
                  <a:spcPts val="2940"/>
                </a:lnSpc>
              </a:pPr>
              <a:r>
                <a:rPr lang="en-US" sz="2100" dirty="0">
                  <a:solidFill>
                    <a:srgbClr val="E6C078"/>
                  </a:solidFill>
                  <a:latin typeface="Codec Pro"/>
                  <a:ea typeface="Codec Pro"/>
                  <a:cs typeface="Codec Pro"/>
                  <a:sym typeface="Codec Pro"/>
                </a:rPr>
                <a:t>FFT</a:t>
              </a:r>
            </a:p>
          </p:txBody>
        </p:sp>
      </p:grpSp>
      <p:sp>
        <p:nvSpPr>
          <p:cNvPr id="31" name="TextBox 31"/>
          <p:cNvSpPr txBox="1"/>
          <p:nvPr/>
        </p:nvSpPr>
        <p:spPr>
          <a:xfrm>
            <a:off x="295711" y="120541"/>
            <a:ext cx="7535650" cy="697460"/>
          </a:xfrm>
          <a:prstGeom prst="rect">
            <a:avLst/>
          </a:prstGeom>
        </p:spPr>
        <p:txBody>
          <a:bodyPr lIns="0" tIns="0" rIns="0" bIns="0" rtlCol="0" anchor="t">
            <a:spAutoFit/>
          </a:bodyPr>
          <a:lstStyle/>
          <a:p>
            <a:pPr algn="l">
              <a:lnSpc>
                <a:spcPts val="5657"/>
              </a:lnSpc>
            </a:pPr>
            <a:r>
              <a:rPr lang="en-US" sz="4040" b="1">
                <a:solidFill>
                  <a:srgbClr val="FFFFFF"/>
                </a:solidFill>
                <a:latin typeface="Anca Coder Bold"/>
                <a:ea typeface="Anca Coder Bold"/>
                <a:cs typeface="Anca Coder Bold"/>
                <a:sym typeface="Anca Coder Bold"/>
              </a:rPr>
              <a:t>BUILD TRAINING DATASET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391400" y="1830993"/>
            <a:ext cx="4537489" cy="3760444"/>
          </a:xfrm>
          <a:custGeom>
            <a:avLst/>
            <a:gdLst/>
            <a:ahLst/>
            <a:cxnLst/>
            <a:rect l="l" t="t" r="r" b="b"/>
            <a:pathLst>
              <a:path w="4537489" h="3760444">
                <a:moveTo>
                  <a:pt x="0" y="0"/>
                </a:moveTo>
                <a:lnTo>
                  <a:pt x="4537488" y="0"/>
                </a:lnTo>
                <a:lnTo>
                  <a:pt x="4537488" y="3760444"/>
                </a:lnTo>
                <a:lnTo>
                  <a:pt x="0" y="37604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AutoShape 3"/>
          <p:cNvSpPr/>
          <p:nvPr/>
        </p:nvSpPr>
        <p:spPr>
          <a:xfrm flipV="1">
            <a:off x="5541226" y="3711215"/>
            <a:ext cx="1850174" cy="14342"/>
          </a:xfrm>
          <a:prstGeom prst="line">
            <a:avLst/>
          </a:prstGeom>
          <a:ln w="57150" cap="flat">
            <a:solidFill>
              <a:srgbClr val="DBACC8"/>
            </a:solidFill>
            <a:prstDash val="solid"/>
            <a:headEnd type="none" w="sm" len="sm"/>
            <a:tailEnd type="triangle" w="lg" len="med"/>
          </a:ln>
        </p:spPr>
      </p:sp>
      <p:sp>
        <p:nvSpPr>
          <p:cNvPr id="4" name="AutoShape 4"/>
          <p:cNvSpPr/>
          <p:nvPr/>
        </p:nvSpPr>
        <p:spPr>
          <a:xfrm>
            <a:off x="11928888" y="3711215"/>
            <a:ext cx="1847850" cy="14342"/>
          </a:xfrm>
          <a:prstGeom prst="line">
            <a:avLst/>
          </a:prstGeom>
          <a:ln w="57150" cap="flat">
            <a:solidFill>
              <a:srgbClr val="DBACC8"/>
            </a:solidFill>
            <a:prstDash val="solid"/>
            <a:headEnd type="none" w="sm" len="sm"/>
            <a:tailEnd type="triangle" w="lg" len="med"/>
          </a:ln>
        </p:spPr>
      </p:sp>
      <p:sp>
        <p:nvSpPr>
          <p:cNvPr id="5" name="Freeform 5"/>
          <p:cNvSpPr/>
          <p:nvPr/>
        </p:nvSpPr>
        <p:spPr>
          <a:xfrm>
            <a:off x="3441755" y="2394932"/>
            <a:ext cx="2099471" cy="2632566"/>
          </a:xfrm>
          <a:custGeom>
            <a:avLst/>
            <a:gdLst/>
            <a:ahLst/>
            <a:cxnLst/>
            <a:rect l="l" t="t" r="r" b="b"/>
            <a:pathLst>
              <a:path w="2099471" h="2632566">
                <a:moveTo>
                  <a:pt x="0" y="0"/>
                </a:moveTo>
                <a:lnTo>
                  <a:pt x="2099471" y="0"/>
                </a:lnTo>
                <a:lnTo>
                  <a:pt x="2099471" y="2632566"/>
                </a:lnTo>
                <a:lnTo>
                  <a:pt x="0" y="263256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13776738" y="2394932"/>
            <a:ext cx="2099471" cy="2632566"/>
          </a:xfrm>
          <a:custGeom>
            <a:avLst/>
            <a:gdLst/>
            <a:ahLst/>
            <a:cxnLst/>
            <a:rect l="l" t="t" r="r" b="b"/>
            <a:pathLst>
              <a:path w="2099471" h="2632566">
                <a:moveTo>
                  <a:pt x="0" y="0"/>
                </a:moveTo>
                <a:lnTo>
                  <a:pt x="2099471" y="0"/>
                </a:lnTo>
                <a:lnTo>
                  <a:pt x="2099471" y="2632566"/>
                </a:lnTo>
                <a:lnTo>
                  <a:pt x="0" y="263256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9" name="Group 9"/>
          <p:cNvGrpSpPr/>
          <p:nvPr/>
        </p:nvGrpSpPr>
        <p:grpSpPr>
          <a:xfrm>
            <a:off x="1752699" y="1627147"/>
            <a:ext cx="1825489" cy="2281769"/>
            <a:chOff x="0" y="0"/>
            <a:chExt cx="2433985" cy="3042359"/>
          </a:xfrm>
        </p:grpSpPr>
        <p:sp>
          <p:nvSpPr>
            <p:cNvPr id="10" name="Freeform 10"/>
            <p:cNvSpPr/>
            <p:nvPr/>
          </p:nvSpPr>
          <p:spPr>
            <a:xfrm>
              <a:off x="1225309" y="485036"/>
              <a:ext cx="1143023" cy="1154568"/>
            </a:xfrm>
            <a:custGeom>
              <a:avLst/>
              <a:gdLst/>
              <a:ahLst/>
              <a:cxnLst/>
              <a:rect l="l" t="t" r="r" b="b"/>
              <a:pathLst>
                <a:path w="1143023" h="1154568">
                  <a:moveTo>
                    <a:pt x="0" y="0"/>
                  </a:moveTo>
                  <a:lnTo>
                    <a:pt x="1143023" y="0"/>
                  </a:lnTo>
                  <a:lnTo>
                    <a:pt x="1143023" y="1154568"/>
                  </a:lnTo>
                  <a:lnTo>
                    <a:pt x="0" y="11545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Freeform 11"/>
            <p:cNvSpPr/>
            <p:nvPr/>
          </p:nvSpPr>
          <p:spPr>
            <a:xfrm>
              <a:off x="337433" y="2169669"/>
              <a:ext cx="2096552" cy="872690"/>
            </a:xfrm>
            <a:custGeom>
              <a:avLst/>
              <a:gdLst/>
              <a:ahLst/>
              <a:cxnLst/>
              <a:rect l="l" t="t" r="r" b="b"/>
              <a:pathLst>
                <a:path w="2096552" h="872690">
                  <a:moveTo>
                    <a:pt x="0" y="0"/>
                  </a:moveTo>
                  <a:lnTo>
                    <a:pt x="2096552" y="0"/>
                  </a:lnTo>
                  <a:lnTo>
                    <a:pt x="2096552" y="872690"/>
                  </a:lnTo>
                  <a:lnTo>
                    <a:pt x="0" y="87269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2" name="Freeform 12"/>
            <p:cNvSpPr/>
            <p:nvPr/>
          </p:nvSpPr>
          <p:spPr>
            <a:xfrm>
              <a:off x="0" y="0"/>
              <a:ext cx="1150755" cy="686268"/>
            </a:xfrm>
            <a:custGeom>
              <a:avLst/>
              <a:gdLst/>
              <a:ahLst/>
              <a:cxnLst/>
              <a:rect l="l" t="t" r="r" b="b"/>
              <a:pathLst>
                <a:path w="1150755" h="686268">
                  <a:moveTo>
                    <a:pt x="0" y="0"/>
                  </a:moveTo>
                  <a:lnTo>
                    <a:pt x="1150755" y="0"/>
                  </a:lnTo>
                  <a:lnTo>
                    <a:pt x="1150755" y="686268"/>
                  </a:lnTo>
                  <a:lnTo>
                    <a:pt x="0" y="68626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3" name="Freeform 13"/>
            <p:cNvSpPr/>
            <p:nvPr/>
          </p:nvSpPr>
          <p:spPr>
            <a:xfrm>
              <a:off x="337433" y="1204441"/>
              <a:ext cx="1459388" cy="870326"/>
            </a:xfrm>
            <a:custGeom>
              <a:avLst/>
              <a:gdLst/>
              <a:ahLst/>
              <a:cxnLst/>
              <a:rect l="l" t="t" r="r" b="b"/>
              <a:pathLst>
                <a:path w="1459388" h="870326">
                  <a:moveTo>
                    <a:pt x="0" y="0"/>
                  </a:moveTo>
                  <a:lnTo>
                    <a:pt x="1459388" y="0"/>
                  </a:lnTo>
                  <a:lnTo>
                    <a:pt x="1459388" y="870326"/>
                  </a:lnTo>
                  <a:lnTo>
                    <a:pt x="0" y="870326"/>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sp>
        <p:nvSpPr>
          <p:cNvPr id="14" name="TextBox 28">
            <a:extLst>
              <a:ext uri="{FF2B5EF4-FFF2-40B4-BE49-F238E27FC236}">
                <a16:creationId xmlns:a16="http://schemas.microsoft.com/office/drawing/2014/main" id="{146F8DDE-A119-4DD1-897F-48C851196EEB}"/>
              </a:ext>
            </a:extLst>
          </p:cNvPr>
          <p:cNvSpPr txBox="1"/>
          <p:nvPr/>
        </p:nvSpPr>
        <p:spPr>
          <a:xfrm>
            <a:off x="4207383" y="6348118"/>
            <a:ext cx="1977659" cy="1880235"/>
          </a:xfrm>
          <a:prstGeom prst="rect">
            <a:avLst/>
          </a:prstGeom>
        </p:spPr>
        <p:txBody>
          <a:bodyPr wrap="square" lIns="0" tIns="0" rIns="0" bIns="0" rtlCol="0" anchor="t">
            <a:spAutoFit/>
          </a:bodyPr>
          <a:lstStyle/>
          <a:p>
            <a:pPr algn="ctr">
              <a:lnSpc>
                <a:spcPts val="2940"/>
              </a:lnSpc>
            </a:pPr>
            <a:r>
              <a:rPr lang="en-US" sz="2100" dirty="0">
                <a:solidFill>
                  <a:srgbClr val="E6C078"/>
                </a:solidFill>
                <a:latin typeface="Codec Pro"/>
                <a:ea typeface="Codec Pro"/>
                <a:cs typeface="Codec Pro"/>
                <a:sym typeface="Codec Pro"/>
              </a:rPr>
              <a:t>min</a:t>
            </a:r>
          </a:p>
          <a:p>
            <a:pPr algn="ctr">
              <a:lnSpc>
                <a:spcPts val="2940"/>
              </a:lnSpc>
            </a:pPr>
            <a:r>
              <a:rPr lang="en-US" sz="2100" dirty="0">
                <a:solidFill>
                  <a:srgbClr val="E6C078"/>
                </a:solidFill>
                <a:latin typeface="Codec Pro"/>
                <a:ea typeface="Codec Pro"/>
                <a:cs typeface="Codec Pro"/>
                <a:sym typeface="Codec Pro"/>
              </a:rPr>
              <a:t>mean</a:t>
            </a:r>
          </a:p>
          <a:p>
            <a:pPr algn="ctr">
              <a:lnSpc>
                <a:spcPts val="2940"/>
              </a:lnSpc>
            </a:pPr>
            <a:r>
              <a:rPr lang="en-US" sz="2100" dirty="0">
                <a:solidFill>
                  <a:srgbClr val="E6C078"/>
                </a:solidFill>
                <a:latin typeface="Codec Pro"/>
                <a:ea typeface="Codec Pro"/>
                <a:cs typeface="Codec Pro"/>
                <a:sym typeface="Codec Pro"/>
              </a:rPr>
              <a:t>max</a:t>
            </a:r>
          </a:p>
          <a:p>
            <a:pPr algn="ctr">
              <a:lnSpc>
                <a:spcPts val="2940"/>
              </a:lnSpc>
            </a:pPr>
            <a:r>
              <a:rPr lang="en-US" sz="2100" dirty="0">
                <a:solidFill>
                  <a:srgbClr val="E6C078"/>
                </a:solidFill>
                <a:latin typeface="Codec Pro"/>
                <a:ea typeface="Codec Pro"/>
                <a:cs typeface="Codec Pro"/>
                <a:sym typeface="Codec Pro"/>
              </a:rPr>
              <a:t>skew</a:t>
            </a:r>
          </a:p>
          <a:p>
            <a:pPr algn="ctr">
              <a:lnSpc>
                <a:spcPts val="2940"/>
              </a:lnSpc>
            </a:pPr>
            <a:r>
              <a:rPr lang="en-US" sz="2100" dirty="0">
                <a:solidFill>
                  <a:srgbClr val="E6C078"/>
                </a:solidFill>
                <a:latin typeface="Codec Pro"/>
                <a:ea typeface="Codec Pro"/>
                <a:cs typeface="Codec Pro"/>
                <a:sym typeface="Codec Pro"/>
              </a:rPr>
              <a:t>FFT</a:t>
            </a:r>
          </a:p>
        </p:txBody>
      </p:sp>
      <p:sp>
        <p:nvSpPr>
          <p:cNvPr id="15" name="Freeform 14">
            <a:extLst>
              <a:ext uri="{FF2B5EF4-FFF2-40B4-BE49-F238E27FC236}">
                <a16:creationId xmlns:a16="http://schemas.microsoft.com/office/drawing/2014/main" id="{3043AA23-F884-452C-9660-15183A1C586D}"/>
              </a:ext>
            </a:extLst>
          </p:cNvPr>
          <p:cNvSpPr/>
          <p:nvPr/>
        </p:nvSpPr>
        <p:spPr>
          <a:xfrm>
            <a:off x="7620000" y="5995445"/>
            <a:ext cx="1977659" cy="2957370"/>
          </a:xfrm>
          <a:custGeom>
            <a:avLst/>
            <a:gdLst/>
            <a:ahLst/>
            <a:cxnLst/>
            <a:rect l="l" t="t" r="r" b="b"/>
            <a:pathLst>
              <a:path w="6816235" h="2957370">
                <a:moveTo>
                  <a:pt x="0" y="0"/>
                </a:moveTo>
                <a:lnTo>
                  <a:pt x="6816235" y="0"/>
                </a:lnTo>
                <a:lnTo>
                  <a:pt x="6816235" y="2957371"/>
                </a:lnTo>
                <a:lnTo>
                  <a:pt x="0" y="2957371"/>
                </a:lnTo>
                <a:lnTo>
                  <a:pt x="0" y="0"/>
                </a:lnTo>
                <a:close/>
              </a:path>
            </a:pathLst>
          </a:custGeom>
          <a:blipFill>
            <a:blip r:embed="rId15"/>
            <a:stretch>
              <a:fillRect l="-2" r="-443077"/>
            </a:stretch>
          </a:blipFill>
        </p:spPr>
        <p:txBody>
          <a:bodyPr/>
          <a:lstStyle/>
          <a:p>
            <a:endParaRPr lang="en-AU" dirty="0"/>
          </a:p>
        </p:txBody>
      </p:sp>
      <p:grpSp>
        <p:nvGrpSpPr>
          <p:cNvPr id="43" name="Group 42">
            <a:extLst>
              <a:ext uri="{FF2B5EF4-FFF2-40B4-BE49-F238E27FC236}">
                <a16:creationId xmlns:a16="http://schemas.microsoft.com/office/drawing/2014/main" id="{3C47CB9A-17A5-46A6-A84B-7D5E547D0EBA}"/>
              </a:ext>
            </a:extLst>
          </p:cNvPr>
          <p:cNvGrpSpPr/>
          <p:nvPr/>
        </p:nvGrpSpPr>
        <p:grpSpPr>
          <a:xfrm>
            <a:off x="11608928" y="6178730"/>
            <a:ext cx="2859868" cy="2249229"/>
            <a:chOff x="13716000" y="6667500"/>
            <a:chExt cx="2198309" cy="1836420"/>
          </a:xfrm>
          <a:solidFill>
            <a:srgbClr val="7C7CDC"/>
          </a:solidFill>
        </p:grpSpPr>
        <p:sp>
          <p:nvSpPr>
            <p:cNvPr id="17" name="Oval 16">
              <a:extLst>
                <a:ext uri="{FF2B5EF4-FFF2-40B4-BE49-F238E27FC236}">
                  <a16:creationId xmlns:a16="http://schemas.microsoft.com/office/drawing/2014/main" id="{00268A50-FA35-4064-A17C-6EAC2609FB86}"/>
                </a:ext>
              </a:extLst>
            </p:cNvPr>
            <p:cNvSpPr/>
            <p:nvPr/>
          </p:nvSpPr>
          <p:spPr>
            <a:xfrm>
              <a:off x="13716000" y="72771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Oval 17">
              <a:extLst>
                <a:ext uri="{FF2B5EF4-FFF2-40B4-BE49-F238E27FC236}">
                  <a16:creationId xmlns:a16="http://schemas.microsoft.com/office/drawing/2014/main" id="{B5B7523B-9779-4F95-89C4-D2EA04B69675}"/>
                </a:ext>
              </a:extLst>
            </p:cNvPr>
            <p:cNvSpPr/>
            <p:nvPr/>
          </p:nvSpPr>
          <p:spPr>
            <a:xfrm>
              <a:off x="14401800" y="70485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Oval 18">
              <a:extLst>
                <a:ext uri="{FF2B5EF4-FFF2-40B4-BE49-F238E27FC236}">
                  <a16:creationId xmlns:a16="http://schemas.microsoft.com/office/drawing/2014/main" id="{21E5EEC1-8264-478C-B535-BC00875D0721}"/>
                </a:ext>
              </a:extLst>
            </p:cNvPr>
            <p:cNvSpPr/>
            <p:nvPr/>
          </p:nvSpPr>
          <p:spPr>
            <a:xfrm>
              <a:off x="13868400" y="74295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Oval 19">
              <a:extLst>
                <a:ext uri="{FF2B5EF4-FFF2-40B4-BE49-F238E27FC236}">
                  <a16:creationId xmlns:a16="http://schemas.microsoft.com/office/drawing/2014/main" id="{3B32C206-2FD2-439A-B3A0-DA47C79F4A1C}"/>
                </a:ext>
              </a:extLst>
            </p:cNvPr>
            <p:cNvSpPr/>
            <p:nvPr/>
          </p:nvSpPr>
          <p:spPr>
            <a:xfrm>
              <a:off x="14782800" y="72009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Oval 20">
              <a:extLst>
                <a:ext uri="{FF2B5EF4-FFF2-40B4-BE49-F238E27FC236}">
                  <a16:creationId xmlns:a16="http://schemas.microsoft.com/office/drawing/2014/main" id="{43A5DF1D-1C33-4E59-8A4A-453CBAFC31DC}"/>
                </a:ext>
              </a:extLst>
            </p:cNvPr>
            <p:cNvSpPr/>
            <p:nvPr/>
          </p:nvSpPr>
          <p:spPr>
            <a:xfrm>
              <a:off x="13837920" y="66675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Oval 21">
              <a:extLst>
                <a:ext uri="{FF2B5EF4-FFF2-40B4-BE49-F238E27FC236}">
                  <a16:creationId xmlns:a16="http://schemas.microsoft.com/office/drawing/2014/main" id="{12C62BA4-9CAF-4BD1-95F4-44967CC13BE7}"/>
                </a:ext>
              </a:extLst>
            </p:cNvPr>
            <p:cNvSpPr/>
            <p:nvPr/>
          </p:nvSpPr>
          <p:spPr>
            <a:xfrm>
              <a:off x="15392400" y="6844508"/>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Oval 22">
              <a:extLst>
                <a:ext uri="{FF2B5EF4-FFF2-40B4-BE49-F238E27FC236}">
                  <a16:creationId xmlns:a16="http://schemas.microsoft.com/office/drawing/2014/main" id="{7BF9D70F-E507-4E6B-91F9-872E78FB4AE2}"/>
                </a:ext>
              </a:extLst>
            </p:cNvPr>
            <p:cNvSpPr/>
            <p:nvPr/>
          </p:nvSpPr>
          <p:spPr>
            <a:xfrm>
              <a:off x="15609509" y="79248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Oval 23">
              <a:extLst>
                <a:ext uri="{FF2B5EF4-FFF2-40B4-BE49-F238E27FC236}">
                  <a16:creationId xmlns:a16="http://schemas.microsoft.com/office/drawing/2014/main" id="{A5086C9D-FB92-4C7D-B4A7-8262D395FE8B}"/>
                </a:ext>
              </a:extLst>
            </p:cNvPr>
            <p:cNvSpPr/>
            <p:nvPr/>
          </p:nvSpPr>
          <p:spPr>
            <a:xfrm>
              <a:off x="15761909" y="80772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Oval 24">
              <a:extLst>
                <a:ext uri="{FF2B5EF4-FFF2-40B4-BE49-F238E27FC236}">
                  <a16:creationId xmlns:a16="http://schemas.microsoft.com/office/drawing/2014/main" id="{F775A965-06A8-4085-8D6F-272968F33B55}"/>
                </a:ext>
              </a:extLst>
            </p:cNvPr>
            <p:cNvSpPr/>
            <p:nvPr/>
          </p:nvSpPr>
          <p:spPr>
            <a:xfrm>
              <a:off x="15838109" y="78867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Oval 25">
              <a:extLst>
                <a:ext uri="{FF2B5EF4-FFF2-40B4-BE49-F238E27FC236}">
                  <a16:creationId xmlns:a16="http://schemas.microsoft.com/office/drawing/2014/main" id="{F2CEAECD-3AD1-4257-B725-443D57EE7FA7}"/>
                </a:ext>
              </a:extLst>
            </p:cNvPr>
            <p:cNvSpPr/>
            <p:nvPr/>
          </p:nvSpPr>
          <p:spPr>
            <a:xfrm>
              <a:off x="15495209" y="80391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Oval 26">
              <a:extLst>
                <a:ext uri="{FF2B5EF4-FFF2-40B4-BE49-F238E27FC236}">
                  <a16:creationId xmlns:a16="http://schemas.microsoft.com/office/drawing/2014/main" id="{A433F37A-06D6-4796-B5F7-E2B40E7AB9BE}"/>
                </a:ext>
              </a:extLst>
            </p:cNvPr>
            <p:cNvSpPr/>
            <p:nvPr/>
          </p:nvSpPr>
          <p:spPr>
            <a:xfrm>
              <a:off x="15647609" y="80391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Oval 27">
              <a:extLst>
                <a:ext uri="{FF2B5EF4-FFF2-40B4-BE49-F238E27FC236}">
                  <a16:creationId xmlns:a16="http://schemas.microsoft.com/office/drawing/2014/main" id="{F15B8225-8820-494B-870D-B03B05BA47C4}"/>
                </a:ext>
              </a:extLst>
            </p:cNvPr>
            <p:cNvSpPr/>
            <p:nvPr/>
          </p:nvSpPr>
          <p:spPr>
            <a:xfrm>
              <a:off x="15163800" y="6912931"/>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209DFE87-0CB6-4FA4-965D-E939EFAB5CFC}"/>
                </a:ext>
              </a:extLst>
            </p:cNvPr>
            <p:cNvSpPr/>
            <p:nvPr/>
          </p:nvSpPr>
          <p:spPr>
            <a:xfrm>
              <a:off x="15125700" y="70866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Oval 29">
              <a:extLst>
                <a:ext uri="{FF2B5EF4-FFF2-40B4-BE49-F238E27FC236}">
                  <a16:creationId xmlns:a16="http://schemas.microsoft.com/office/drawing/2014/main" id="{4A324762-DB8E-4DFD-8196-5561BB3BBBFB}"/>
                </a:ext>
              </a:extLst>
            </p:cNvPr>
            <p:cNvSpPr/>
            <p:nvPr/>
          </p:nvSpPr>
          <p:spPr>
            <a:xfrm>
              <a:off x="14508480" y="812292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Oval 30">
              <a:extLst>
                <a:ext uri="{FF2B5EF4-FFF2-40B4-BE49-F238E27FC236}">
                  <a16:creationId xmlns:a16="http://schemas.microsoft.com/office/drawing/2014/main" id="{745859E0-FFF5-4566-9555-BABD4258C618}"/>
                </a:ext>
              </a:extLst>
            </p:cNvPr>
            <p:cNvSpPr/>
            <p:nvPr/>
          </p:nvSpPr>
          <p:spPr>
            <a:xfrm>
              <a:off x="14820900" y="81153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Oval 31">
              <a:extLst>
                <a:ext uri="{FF2B5EF4-FFF2-40B4-BE49-F238E27FC236}">
                  <a16:creationId xmlns:a16="http://schemas.microsoft.com/office/drawing/2014/main" id="{08FE7782-7EE1-4B42-8B85-2095156574F0}"/>
                </a:ext>
              </a:extLst>
            </p:cNvPr>
            <p:cNvSpPr/>
            <p:nvPr/>
          </p:nvSpPr>
          <p:spPr>
            <a:xfrm>
              <a:off x="14698980" y="80391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Oval 32">
              <a:extLst>
                <a:ext uri="{FF2B5EF4-FFF2-40B4-BE49-F238E27FC236}">
                  <a16:creationId xmlns:a16="http://schemas.microsoft.com/office/drawing/2014/main" id="{FAB12FAB-C10F-4AF1-8FE6-E08896B138C3}"/>
                </a:ext>
              </a:extLst>
            </p:cNvPr>
            <p:cNvSpPr/>
            <p:nvPr/>
          </p:nvSpPr>
          <p:spPr>
            <a:xfrm>
              <a:off x="15369540" y="755142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Oval 33">
              <a:extLst>
                <a:ext uri="{FF2B5EF4-FFF2-40B4-BE49-F238E27FC236}">
                  <a16:creationId xmlns:a16="http://schemas.microsoft.com/office/drawing/2014/main" id="{E6C6D947-C65B-47E2-A4BD-CBD6F44E2532}"/>
                </a:ext>
              </a:extLst>
            </p:cNvPr>
            <p:cNvSpPr/>
            <p:nvPr/>
          </p:nvSpPr>
          <p:spPr>
            <a:xfrm>
              <a:off x="14698980" y="757428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5" name="Oval 34">
              <a:extLst>
                <a:ext uri="{FF2B5EF4-FFF2-40B4-BE49-F238E27FC236}">
                  <a16:creationId xmlns:a16="http://schemas.microsoft.com/office/drawing/2014/main" id="{44F841B1-BCEA-4AB1-A0FF-57C855951435}"/>
                </a:ext>
              </a:extLst>
            </p:cNvPr>
            <p:cNvSpPr/>
            <p:nvPr/>
          </p:nvSpPr>
          <p:spPr>
            <a:xfrm>
              <a:off x="15560040" y="74676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Oval 35">
              <a:extLst>
                <a:ext uri="{FF2B5EF4-FFF2-40B4-BE49-F238E27FC236}">
                  <a16:creationId xmlns:a16="http://schemas.microsoft.com/office/drawing/2014/main" id="{680F01C3-7B1F-45F1-A506-DCE01C786225}"/>
                </a:ext>
              </a:extLst>
            </p:cNvPr>
            <p:cNvSpPr/>
            <p:nvPr/>
          </p:nvSpPr>
          <p:spPr>
            <a:xfrm rot="4454930">
              <a:off x="14592300" y="748284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Oval 36">
              <a:extLst>
                <a:ext uri="{FF2B5EF4-FFF2-40B4-BE49-F238E27FC236}">
                  <a16:creationId xmlns:a16="http://schemas.microsoft.com/office/drawing/2014/main" id="{1CCA549D-0E2B-4DFC-B718-7A3E1DBD4151}"/>
                </a:ext>
              </a:extLst>
            </p:cNvPr>
            <p:cNvSpPr/>
            <p:nvPr/>
          </p:nvSpPr>
          <p:spPr>
            <a:xfrm rot="4454930">
              <a:off x="14782800" y="739902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Oval 37">
              <a:extLst>
                <a:ext uri="{FF2B5EF4-FFF2-40B4-BE49-F238E27FC236}">
                  <a16:creationId xmlns:a16="http://schemas.microsoft.com/office/drawing/2014/main" id="{CE93F59B-634C-41BE-908A-551675B38928}"/>
                </a:ext>
              </a:extLst>
            </p:cNvPr>
            <p:cNvSpPr/>
            <p:nvPr/>
          </p:nvSpPr>
          <p:spPr>
            <a:xfrm>
              <a:off x="14532632" y="790194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Oval 38">
              <a:extLst>
                <a:ext uri="{FF2B5EF4-FFF2-40B4-BE49-F238E27FC236}">
                  <a16:creationId xmlns:a16="http://schemas.microsoft.com/office/drawing/2014/main" id="{B9DDE3A0-A3E4-43CE-B098-F152408F7026}"/>
                </a:ext>
              </a:extLst>
            </p:cNvPr>
            <p:cNvSpPr/>
            <p:nvPr/>
          </p:nvSpPr>
          <p:spPr>
            <a:xfrm>
              <a:off x="14913632" y="805434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Oval 39">
              <a:extLst>
                <a:ext uri="{FF2B5EF4-FFF2-40B4-BE49-F238E27FC236}">
                  <a16:creationId xmlns:a16="http://schemas.microsoft.com/office/drawing/2014/main" id="{12D0DC26-7E08-4436-92E8-CF02E027BDBB}"/>
                </a:ext>
              </a:extLst>
            </p:cNvPr>
            <p:cNvSpPr/>
            <p:nvPr/>
          </p:nvSpPr>
          <p:spPr>
            <a:xfrm>
              <a:off x="14829812" y="842772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1" name="Oval 40">
              <a:extLst>
                <a:ext uri="{FF2B5EF4-FFF2-40B4-BE49-F238E27FC236}">
                  <a16:creationId xmlns:a16="http://schemas.microsoft.com/office/drawing/2014/main" id="{38D0E402-2773-4963-AD3F-A536FDBF149D}"/>
                </a:ext>
              </a:extLst>
            </p:cNvPr>
            <p:cNvSpPr/>
            <p:nvPr/>
          </p:nvSpPr>
          <p:spPr>
            <a:xfrm rot="4454930">
              <a:off x="14723132" y="833628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 name="Oval 41">
              <a:extLst>
                <a:ext uri="{FF2B5EF4-FFF2-40B4-BE49-F238E27FC236}">
                  <a16:creationId xmlns:a16="http://schemas.microsoft.com/office/drawing/2014/main" id="{F49C8DA6-4CE7-4B42-BA93-3FB0A85014FE}"/>
                </a:ext>
              </a:extLst>
            </p:cNvPr>
            <p:cNvSpPr/>
            <p:nvPr/>
          </p:nvSpPr>
          <p:spPr>
            <a:xfrm rot="4454930">
              <a:off x="14913632" y="825246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57" name="Group 56">
            <a:extLst>
              <a:ext uri="{FF2B5EF4-FFF2-40B4-BE49-F238E27FC236}">
                <a16:creationId xmlns:a16="http://schemas.microsoft.com/office/drawing/2014/main" id="{617ACAAA-84E5-42FE-9CC2-4E994869F78D}"/>
              </a:ext>
            </a:extLst>
          </p:cNvPr>
          <p:cNvGrpSpPr/>
          <p:nvPr/>
        </p:nvGrpSpPr>
        <p:grpSpPr>
          <a:xfrm>
            <a:off x="11795552" y="6378962"/>
            <a:ext cx="2265077" cy="1886527"/>
            <a:chOff x="11692825" y="6867732"/>
            <a:chExt cx="2132112" cy="1886527"/>
          </a:xfrm>
        </p:grpSpPr>
        <p:sp>
          <p:nvSpPr>
            <p:cNvPr id="47" name="Oval 46">
              <a:extLst>
                <a:ext uri="{FF2B5EF4-FFF2-40B4-BE49-F238E27FC236}">
                  <a16:creationId xmlns:a16="http://schemas.microsoft.com/office/drawing/2014/main" id="{5ED7E7B5-8B2C-418C-B8C0-C99B941AF09D}"/>
                </a:ext>
              </a:extLst>
            </p:cNvPr>
            <p:cNvSpPr/>
            <p:nvPr/>
          </p:nvSpPr>
          <p:spPr>
            <a:xfrm>
              <a:off x="13087904" y="7550814"/>
              <a:ext cx="93312" cy="93329"/>
            </a:xfrm>
            <a:prstGeom prst="ellipse">
              <a:avLst/>
            </a:prstGeom>
            <a:solidFill>
              <a:srgbClr val="DCD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8" name="Oval 47">
              <a:extLst>
                <a:ext uri="{FF2B5EF4-FFF2-40B4-BE49-F238E27FC236}">
                  <a16:creationId xmlns:a16="http://schemas.microsoft.com/office/drawing/2014/main" id="{31A3AD5D-90D3-4B4C-A8B5-8000D995A604}"/>
                </a:ext>
              </a:extLst>
            </p:cNvPr>
            <p:cNvSpPr/>
            <p:nvPr/>
          </p:nvSpPr>
          <p:spPr>
            <a:xfrm>
              <a:off x="12299355" y="7731450"/>
              <a:ext cx="93312" cy="93329"/>
            </a:xfrm>
            <a:prstGeom prst="ellipse">
              <a:avLst/>
            </a:prstGeom>
            <a:solidFill>
              <a:srgbClr val="DCD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Oval 48">
              <a:extLst>
                <a:ext uri="{FF2B5EF4-FFF2-40B4-BE49-F238E27FC236}">
                  <a16:creationId xmlns:a16="http://schemas.microsoft.com/office/drawing/2014/main" id="{41480BF1-1FEA-435D-9080-114073526EDC}"/>
                </a:ext>
              </a:extLst>
            </p:cNvPr>
            <p:cNvSpPr/>
            <p:nvPr/>
          </p:nvSpPr>
          <p:spPr>
            <a:xfrm>
              <a:off x="12143885" y="8329733"/>
              <a:ext cx="93312" cy="93329"/>
            </a:xfrm>
            <a:prstGeom prst="ellipse">
              <a:avLst/>
            </a:prstGeom>
            <a:solidFill>
              <a:srgbClr val="DCD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0" name="Oval 49">
              <a:extLst>
                <a:ext uri="{FF2B5EF4-FFF2-40B4-BE49-F238E27FC236}">
                  <a16:creationId xmlns:a16="http://schemas.microsoft.com/office/drawing/2014/main" id="{B043DDD7-3F58-4B86-B631-D69A0858E471}"/>
                </a:ext>
              </a:extLst>
            </p:cNvPr>
            <p:cNvSpPr/>
            <p:nvPr/>
          </p:nvSpPr>
          <p:spPr>
            <a:xfrm>
              <a:off x="11692825" y="7408420"/>
              <a:ext cx="93312" cy="93329"/>
            </a:xfrm>
            <a:prstGeom prst="ellipse">
              <a:avLst/>
            </a:prstGeom>
            <a:solidFill>
              <a:srgbClr val="DCD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1" name="Oval 50">
              <a:extLst>
                <a:ext uri="{FF2B5EF4-FFF2-40B4-BE49-F238E27FC236}">
                  <a16:creationId xmlns:a16="http://schemas.microsoft.com/office/drawing/2014/main" id="{61DAC761-FEBE-4131-A630-8F448B4DCCB8}"/>
                </a:ext>
              </a:extLst>
            </p:cNvPr>
            <p:cNvSpPr/>
            <p:nvPr/>
          </p:nvSpPr>
          <p:spPr>
            <a:xfrm>
              <a:off x="13110004" y="7014765"/>
              <a:ext cx="93312" cy="93329"/>
            </a:xfrm>
            <a:prstGeom prst="ellipse">
              <a:avLst/>
            </a:prstGeom>
            <a:solidFill>
              <a:srgbClr val="DCD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2" name="Oval 51">
              <a:extLst>
                <a:ext uri="{FF2B5EF4-FFF2-40B4-BE49-F238E27FC236}">
                  <a16:creationId xmlns:a16="http://schemas.microsoft.com/office/drawing/2014/main" id="{6282C2ED-0511-43C4-ACDD-B20938159B5C}"/>
                </a:ext>
              </a:extLst>
            </p:cNvPr>
            <p:cNvSpPr/>
            <p:nvPr/>
          </p:nvSpPr>
          <p:spPr>
            <a:xfrm>
              <a:off x="13731625" y="8109865"/>
              <a:ext cx="93312" cy="93329"/>
            </a:xfrm>
            <a:prstGeom prst="ellipse">
              <a:avLst/>
            </a:prstGeom>
            <a:solidFill>
              <a:srgbClr val="DCD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3" name="Oval 52">
              <a:extLst>
                <a:ext uri="{FF2B5EF4-FFF2-40B4-BE49-F238E27FC236}">
                  <a16:creationId xmlns:a16="http://schemas.microsoft.com/office/drawing/2014/main" id="{44AD7869-959F-4738-BF43-444A29F92DDB}"/>
                </a:ext>
              </a:extLst>
            </p:cNvPr>
            <p:cNvSpPr/>
            <p:nvPr/>
          </p:nvSpPr>
          <p:spPr>
            <a:xfrm>
              <a:off x="12786161" y="8551165"/>
              <a:ext cx="93312" cy="93329"/>
            </a:xfrm>
            <a:prstGeom prst="ellipse">
              <a:avLst/>
            </a:prstGeom>
            <a:solidFill>
              <a:srgbClr val="DCD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Oval 53">
              <a:extLst>
                <a:ext uri="{FF2B5EF4-FFF2-40B4-BE49-F238E27FC236}">
                  <a16:creationId xmlns:a16="http://schemas.microsoft.com/office/drawing/2014/main" id="{445CC337-8858-4120-BDBB-314FB7B2837A}"/>
                </a:ext>
              </a:extLst>
            </p:cNvPr>
            <p:cNvSpPr/>
            <p:nvPr/>
          </p:nvSpPr>
          <p:spPr>
            <a:xfrm>
              <a:off x="12894762" y="8660930"/>
              <a:ext cx="93312" cy="93329"/>
            </a:xfrm>
            <a:prstGeom prst="ellipse">
              <a:avLst/>
            </a:prstGeom>
            <a:solidFill>
              <a:srgbClr val="DCD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Oval 54">
              <a:extLst>
                <a:ext uri="{FF2B5EF4-FFF2-40B4-BE49-F238E27FC236}">
                  <a16:creationId xmlns:a16="http://schemas.microsoft.com/office/drawing/2014/main" id="{794A4C7B-3FC7-42A3-BD97-2A72D9C5DEDE}"/>
                </a:ext>
              </a:extLst>
            </p:cNvPr>
            <p:cNvSpPr/>
            <p:nvPr/>
          </p:nvSpPr>
          <p:spPr>
            <a:xfrm>
              <a:off x="11786137" y="6867732"/>
              <a:ext cx="93312" cy="93329"/>
            </a:xfrm>
            <a:prstGeom prst="ellipse">
              <a:avLst/>
            </a:prstGeom>
            <a:solidFill>
              <a:srgbClr val="DCD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Oval 55">
              <a:extLst>
                <a:ext uri="{FF2B5EF4-FFF2-40B4-BE49-F238E27FC236}">
                  <a16:creationId xmlns:a16="http://schemas.microsoft.com/office/drawing/2014/main" id="{5CFD5F50-2744-4596-B4D2-C5D6EEE4BA30}"/>
                </a:ext>
              </a:extLst>
            </p:cNvPr>
            <p:cNvSpPr/>
            <p:nvPr/>
          </p:nvSpPr>
          <p:spPr>
            <a:xfrm>
              <a:off x="12926130" y="7408419"/>
              <a:ext cx="93312" cy="93329"/>
            </a:xfrm>
            <a:prstGeom prst="ellipse">
              <a:avLst/>
            </a:prstGeom>
            <a:solidFill>
              <a:srgbClr val="DCD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grpSp>
        <p:nvGrpSpPr>
          <p:cNvPr id="95" name="Group 94">
            <a:extLst>
              <a:ext uri="{FF2B5EF4-FFF2-40B4-BE49-F238E27FC236}">
                <a16:creationId xmlns:a16="http://schemas.microsoft.com/office/drawing/2014/main" id="{7A68F8DF-EABD-4094-A8BC-0D8BDC4EEB9E}"/>
              </a:ext>
            </a:extLst>
          </p:cNvPr>
          <p:cNvGrpSpPr/>
          <p:nvPr/>
        </p:nvGrpSpPr>
        <p:grpSpPr>
          <a:xfrm>
            <a:off x="13661799" y="6832801"/>
            <a:ext cx="1296939" cy="1276258"/>
            <a:chOff x="13559072" y="7321571"/>
            <a:chExt cx="1220806" cy="1276258"/>
          </a:xfrm>
        </p:grpSpPr>
        <p:sp>
          <p:nvSpPr>
            <p:cNvPr id="80" name="Oval 79">
              <a:extLst>
                <a:ext uri="{FF2B5EF4-FFF2-40B4-BE49-F238E27FC236}">
                  <a16:creationId xmlns:a16="http://schemas.microsoft.com/office/drawing/2014/main" id="{F4BCA06B-6AC8-437B-B9E4-7B05D5A60D9D}"/>
                </a:ext>
              </a:extLst>
            </p:cNvPr>
            <p:cNvSpPr/>
            <p:nvPr/>
          </p:nvSpPr>
          <p:spPr>
            <a:xfrm>
              <a:off x="14325600" y="7871444"/>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1" name="Oval 80">
              <a:extLst>
                <a:ext uri="{FF2B5EF4-FFF2-40B4-BE49-F238E27FC236}">
                  <a16:creationId xmlns:a16="http://schemas.microsoft.com/office/drawing/2014/main" id="{473CCAF7-F15E-466C-BF79-42217434245F}"/>
                </a:ext>
              </a:extLst>
            </p:cNvPr>
            <p:cNvSpPr/>
            <p:nvPr/>
          </p:nvSpPr>
          <p:spPr>
            <a:xfrm>
              <a:off x="14478000" y="8023844"/>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2" name="Oval 81">
              <a:extLst>
                <a:ext uri="{FF2B5EF4-FFF2-40B4-BE49-F238E27FC236}">
                  <a16:creationId xmlns:a16="http://schemas.microsoft.com/office/drawing/2014/main" id="{CC20F266-9D46-4420-848A-600DB31F872A}"/>
                </a:ext>
              </a:extLst>
            </p:cNvPr>
            <p:cNvSpPr/>
            <p:nvPr/>
          </p:nvSpPr>
          <p:spPr>
            <a:xfrm>
              <a:off x="14125119" y="8366087"/>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3" name="Oval 82">
              <a:extLst>
                <a:ext uri="{FF2B5EF4-FFF2-40B4-BE49-F238E27FC236}">
                  <a16:creationId xmlns:a16="http://schemas.microsoft.com/office/drawing/2014/main" id="{AA0D3B6F-F86A-4153-B981-A9160607514D}"/>
                </a:ext>
              </a:extLst>
            </p:cNvPr>
            <p:cNvSpPr/>
            <p:nvPr/>
          </p:nvSpPr>
          <p:spPr>
            <a:xfrm>
              <a:off x="13731625" y="8504500"/>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4" name="Oval 83">
              <a:extLst>
                <a:ext uri="{FF2B5EF4-FFF2-40B4-BE49-F238E27FC236}">
                  <a16:creationId xmlns:a16="http://schemas.microsoft.com/office/drawing/2014/main" id="{3152BADC-A479-4FD1-9B72-1CE51F5B7939}"/>
                </a:ext>
              </a:extLst>
            </p:cNvPr>
            <p:cNvSpPr/>
            <p:nvPr/>
          </p:nvSpPr>
          <p:spPr>
            <a:xfrm>
              <a:off x="13591657" y="8197964"/>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5" name="Oval 84">
              <a:extLst>
                <a:ext uri="{FF2B5EF4-FFF2-40B4-BE49-F238E27FC236}">
                  <a16:creationId xmlns:a16="http://schemas.microsoft.com/office/drawing/2014/main" id="{932D8093-7A24-49DD-BC2E-A849C4E677E7}"/>
                </a:ext>
              </a:extLst>
            </p:cNvPr>
            <p:cNvSpPr/>
            <p:nvPr/>
          </p:nvSpPr>
          <p:spPr>
            <a:xfrm>
              <a:off x="13591657" y="7964319"/>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6" name="Oval 85">
              <a:extLst>
                <a:ext uri="{FF2B5EF4-FFF2-40B4-BE49-F238E27FC236}">
                  <a16:creationId xmlns:a16="http://schemas.microsoft.com/office/drawing/2014/main" id="{05B3FD96-9542-497D-BC6C-C57DEB7E70E2}"/>
                </a:ext>
              </a:extLst>
            </p:cNvPr>
            <p:cNvSpPr/>
            <p:nvPr/>
          </p:nvSpPr>
          <p:spPr>
            <a:xfrm>
              <a:off x="13988172" y="8037758"/>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7" name="Oval 86">
              <a:extLst>
                <a:ext uri="{FF2B5EF4-FFF2-40B4-BE49-F238E27FC236}">
                  <a16:creationId xmlns:a16="http://schemas.microsoft.com/office/drawing/2014/main" id="{209DF8CE-0836-43EC-B276-72EACB29E636}"/>
                </a:ext>
              </a:extLst>
            </p:cNvPr>
            <p:cNvSpPr/>
            <p:nvPr/>
          </p:nvSpPr>
          <p:spPr>
            <a:xfrm>
              <a:off x="13778281" y="7785331"/>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8" name="Oval 87">
              <a:extLst>
                <a:ext uri="{FF2B5EF4-FFF2-40B4-BE49-F238E27FC236}">
                  <a16:creationId xmlns:a16="http://schemas.microsoft.com/office/drawing/2014/main" id="{0D4E6DA9-A8FE-4D0A-BA49-9F1B15226422}"/>
                </a:ext>
              </a:extLst>
            </p:cNvPr>
            <p:cNvSpPr/>
            <p:nvPr/>
          </p:nvSpPr>
          <p:spPr>
            <a:xfrm>
              <a:off x="13559072" y="7560411"/>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9" name="Oval 88">
              <a:extLst>
                <a:ext uri="{FF2B5EF4-FFF2-40B4-BE49-F238E27FC236}">
                  <a16:creationId xmlns:a16="http://schemas.microsoft.com/office/drawing/2014/main" id="{1DFBA022-B5B8-496E-B574-02F97331870F}"/>
                </a:ext>
              </a:extLst>
            </p:cNvPr>
            <p:cNvSpPr/>
            <p:nvPr/>
          </p:nvSpPr>
          <p:spPr>
            <a:xfrm>
              <a:off x="14058219" y="7809637"/>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0" name="Oval 89">
              <a:extLst>
                <a:ext uri="{FF2B5EF4-FFF2-40B4-BE49-F238E27FC236}">
                  <a16:creationId xmlns:a16="http://schemas.microsoft.com/office/drawing/2014/main" id="{1220FF86-4096-4EB3-8E8C-CC91C42CF669}"/>
                </a:ext>
              </a:extLst>
            </p:cNvPr>
            <p:cNvSpPr/>
            <p:nvPr/>
          </p:nvSpPr>
          <p:spPr>
            <a:xfrm>
              <a:off x="14406629" y="7550813"/>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1" name="Oval 90">
              <a:extLst>
                <a:ext uri="{FF2B5EF4-FFF2-40B4-BE49-F238E27FC236}">
                  <a16:creationId xmlns:a16="http://schemas.microsoft.com/office/drawing/2014/main" id="{809395DB-1E9C-4FFF-8F60-6FDDC1DB2F68}"/>
                </a:ext>
              </a:extLst>
            </p:cNvPr>
            <p:cNvSpPr/>
            <p:nvPr/>
          </p:nvSpPr>
          <p:spPr>
            <a:xfrm>
              <a:off x="14257183" y="7321571"/>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2" name="Oval 91">
              <a:extLst>
                <a:ext uri="{FF2B5EF4-FFF2-40B4-BE49-F238E27FC236}">
                  <a16:creationId xmlns:a16="http://schemas.microsoft.com/office/drawing/2014/main" id="{59444A86-42D8-493D-95B6-8043D04F5373}"/>
                </a:ext>
              </a:extLst>
            </p:cNvPr>
            <p:cNvSpPr/>
            <p:nvPr/>
          </p:nvSpPr>
          <p:spPr>
            <a:xfrm>
              <a:off x="14686566" y="7646435"/>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3" name="Oval 92">
              <a:extLst>
                <a:ext uri="{FF2B5EF4-FFF2-40B4-BE49-F238E27FC236}">
                  <a16:creationId xmlns:a16="http://schemas.microsoft.com/office/drawing/2014/main" id="{877CAE64-3D34-4DF9-A489-E23A514A2F10}"/>
                </a:ext>
              </a:extLst>
            </p:cNvPr>
            <p:cNvSpPr/>
            <p:nvPr/>
          </p:nvSpPr>
          <p:spPr>
            <a:xfrm>
              <a:off x="14506118" y="7772968"/>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4" name="Oval 93">
              <a:extLst>
                <a:ext uri="{FF2B5EF4-FFF2-40B4-BE49-F238E27FC236}">
                  <a16:creationId xmlns:a16="http://schemas.microsoft.com/office/drawing/2014/main" id="{FFB51F78-B735-44EB-9935-E99813AEB433}"/>
                </a:ext>
              </a:extLst>
            </p:cNvPr>
            <p:cNvSpPr/>
            <p:nvPr/>
          </p:nvSpPr>
          <p:spPr>
            <a:xfrm>
              <a:off x="14370419" y="8319422"/>
              <a:ext cx="93312" cy="93329"/>
            </a:xfrm>
            <a:prstGeom prst="ellipse">
              <a:avLst/>
            </a:prstGeom>
            <a:solidFill>
              <a:srgbClr val="DB7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96" name="Freeform 21">
            <a:extLst>
              <a:ext uri="{FF2B5EF4-FFF2-40B4-BE49-F238E27FC236}">
                <a16:creationId xmlns:a16="http://schemas.microsoft.com/office/drawing/2014/main" id="{3FFA3574-97E4-44F2-83E2-F1114CF9BA83}"/>
              </a:ext>
            </a:extLst>
          </p:cNvPr>
          <p:cNvSpPr/>
          <p:nvPr/>
        </p:nvSpPr>
        <p:spPr>
          <a:xfrm>
            <a:off x="5867004" y="7141338"/>
            <a:ext cx="1271567" cy="546096"/>
          </a:xfrm>
          <a:custGeom>
            <a:avLst/>
            <a:gdLst/>
            <a:ahLst/>
            <a:cxnLst/>
            <a:rect l="l" t="t" r="r" b="b"/>
            <a:pathLst>
              <a:path w="1196923" h="546096">
                <a:moveTo>
                  <a:pt x="0" y="0"/>
                </a:moveTo>
                <a:lnTo>
                  <a:pt x="1196923" y="0"/>
                </a:lnTo>
                <a:lnTo>
                  <a:pt x="1196923" y="546096"/>
                </a:lnTo>
                <a:lnTo>
                  <a:pt x="0" y="54609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97" name="Freeform 21">
            <a:extLst>
              <a:ext uri="{FF2B5EF4-FFF2-40B4-BE49-F238E27FC236}">
                <a16:creationId xmlns:a16="http://schemas.microsoft.com/office/drawing/2014/main" id="{5E1A7F9C-0BE1-452D-BE95-183042975A5F}"/>
              </a:ext>
            </a:extLst>
          </p:cNvPr>
          <p:cNvSpPr/>
          <p:nvPr/>
        </p:nvSpPr>
        <p:spPr>
          <a:xfrm>
            <a:off x="9945821" y="7108757"/>
            <a:ext cx="1271567" cy="546096"/>
          </a:xfrm>
          <a:custGeom>
            <a:avLst/>
            <a:gdLst/>
            <a:ahLst/>
            <a:cxnLst/>
            <a:rect l="l" t="t" r="r" b="b"/>
            <a:pathLst>
              <a:path w="1196923" h="546096">
                <a:moveTo>
                  <a:pt x="0" y="0"/>
                </a:moveTo>
                <a:lnTo>
                  <a:pt x="1196923" y="0"/>
                </a:lnTo>
                <a:lnTo>
                  <a:pt x="1196923" y="546096"/>
                </a:lnTo>
                <a:lnTo>
                  <a:pt x="0" y="54609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AutoShape 44"/>
          <p:cNvSpPr/>
          <p:nvPr/>
        </p:nvSpPr>
        <p:spPr>
          <a:xfrm>
            <a:off x="4860807" y="1229688"/>
            <a:ext cx="0" cy="8229600"/>
          </a:xfrm>
          <a:prstGeom prst="line">
            <a:avLst/>
          </a:prstGeom>
          <a:ln w="38100" cap="flat">
            <a:solidFill>
              <a:srgbClr val="CD7481"/>
            </a:solidFill>
            <a:prstDash val="sysDash"/>
            <a:headEnd type="none" w="sm" len="sm"/>
            <a:tailEnd type="none" w="sm" len="sm"/>
          </a:ln>
        </p:spPr>
      </p:sp>
      <p:sp>
        <p:nvSpPr>
          <p:cNvPr id="45" name="AutoShape 45"/>
          <p:cNvSpPr/>
          <p:nvPr/>
        </p:nvSpPr>
        <p:spPr>
          <a:xfrm>
            <a:off x="11085219" y="1229688"/>
            <a:ext cx="0" cy="3670882"/>
          </a:xfrm>
          <a:prstGeom prst="line">
            <a:avLst/>
          </a:prstGeom>
          <a:ln w="38100" cap="flat">
            <a:solidFill>
              <a:srgbClr val="CD7481"/>
            </a:solidFill>
            <a:prstDash val="sysDash"/>
            <a:headEnd type="none" w="sm" len="sm"/>
            <a:tailEnd type="none" w="sm" len="sm"/>
          </a:ln>
        </p:spPr>
      </p:sp>
      <p:grpSp>
        <p:nvGrpSpPr>
          <p:cNvPr id="46" name="Group 46"/>
          <p:cNvGrpSpPr/>
          <p:nvPr/>
        </p:nvGrpSpPr>
        <p:grpSpPr>
          <a:xfrm>
            <a:off x="11323344" y="588710"/>
            <a:ext cx="5633862" cy="5197274"/>
            <a:chOff x="0" y="0"/>
            <a:chExt cx="7511817" cy="6929699"/>
          </a:xfrm>
        </p:grpSpPr>
        <p:sp>
          <p:nvSpPr>
            <p:cNvPr id="47" name="Freeform 47"/>
            <p:cNvSpPr/>
            <p:nvPr/>
          </p:nvSpPr>
          <p:spPr>
            <a:xfrm>
              <a:off x="1313542" y="2569169"/>
              <a:ext cx="4637672" cy="3594196"/>
            </a:xfrm>
            <a:custGeom>
              <a:avLst/>
              <a:gdLst/>
              <a:ahLst/>
              <a:cxnLst/>
              <a:rect l="l" t="t" r="r" b="b"/>
              <a:pathLst>
                <a:path w="4637672" h="3594196">
                  <a:moveTo>
                    <a:pt x="0" y="0"/>
                  </a:moveTo>
                  <a:lnTo>
                    <a:pt x="4637672" y="0"/>
                  </a:lnTo>
                  <a:lnTo>
                    <a:pt x="4637672" y="3594196"/>
                  </a:lnTo>
                  <a:lnTo>
                    <a:pt x="0" y="3594196"/>
                  </a:lnTo>
                  <a:lnTo>
                    <a:pt x="0" y="0"/>
                  </a:lnTo>
                  <a:close/>
                </a:path>
              </a:pathLst>
            </a:custGeom>
            <a:blipFill>
              <a:blip r:embed="rId2"/>
              <a:stretch>
                <a:fillRect/>
              </a:stretch>
            </a:blipFill>
          </p:spPr>
        </p:sp>
        <p:sp>
          <p:nvSpPr>
            <p:cNvPr id="48" name="Freeform 48"/>
            <p:cNvSpPr/>
            <p:nvPr/>
          </p:nvSpPr>
          <p:spPr>
            <a:xfrm flipH="1">
              <a:off x="1715665" y="806122"/>
              <a:ext cx="4235549" cy="1763047"/>
            </a:xfrm>
            <a:custGeom>
              <a:avLst/>
              <a:gdLst/>
              <a:ahLst/>
              <a:cxnLst/>
              <a:rect l="l" t="t" r="r" b="b"/>
              <a:pathLst>
                <a:path w="4235549" h="1763047">
                  <a:moveTo>
                    <a:pt x="4235549" y="0"/>
                  </a:moveTo>
                  <a:lnTo>
                    <a:pt x="0" y="0"/>
                  </a:lnTo>
                  <a:lnTo>
                    <a:pt x="0" y="1763047"/>
                  </a:lnTo>
                  <a:lnTo>
                    <a:pt x="4235549" y="1763047"/>
                  </a:lnTo>
                  <a:lnTo>
                    <a:pt x="4235549"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9" name="AutoShape 49"/>
            <p:cNvSpPr/>
            <p:nvPr/>
          </p:nvSpPr>
          <p:spPr>
            <a:xfrm>
              <a:off x="3101319" y="806122"/>
              <a:ext cx="0" cy="2439807"/>
            </a:xfrm>
            <a:prstGeom prst="line">
              <a:avLst/>
            </a:prstGeom>
            <a:ln w="50800" cap="flat">
              <a:solidFill>
                <a:srgbClr val="E6C078"/>
              </a:solidFill>
              <a:prstDash val="lgDash"/>
              <a:headEnd type="none" w="sm" len="sm"/>
              <a:tailEnd type="none" w="sm" len="sm"/>
            </a:ln>
          </p:spPr>
        </p:sp>
        <p:sp>
          <p:nvSpPr>
            <p:cNvPr id="50" name="AutoShape 50"/>
            <p:cNvSpPr/>
            <p:nvPr/>
          </p:nvSpPr>
          <p:spPr>
            <a:xfrm flipH="1">
              <a:off x="4409419" y="806122"/>
              <a:ext cx="0" cy="2439807"/>
            </a:xfrm>
            <a:prstGeom prst="line">
              <a:avLst/>
            </a:prstGeom>
            <a:ln w="50800" cap="flat">
              <a:solidFill>
                <a:srgbClr val="E6C078"/>
              </a:solidFill>
              <a:prstDash val="lgDash"/>
              <a:headEnd type="none" w="sm" len="sm"/>
              <a:tailEnd type="none" w="sm" len="sm"/>
            </a:ln>
          </p:spPr>
        </p:sp>
        <p:sp>
          <p:nvSpPr>
            <p:cNvPr id="51" name="AutoShape 51"/>
            <p:cNvSpPr/>
            <p:nvPr/>
          </p:nvSpPr>
          <p:spPr>
            <a:xfrm>
              <a:off x="3101319" y="2807178"/>
              <a:ext cx="0" cy="4122521"/>
            </a:xfrm>
            <a:prstGeom prst="line">
              <a:avLst/>
            </a:prstGeom>
            <a:ln w="139700" cap="flat">
              <a:solidFill>
                <a:srgbClr val="02003E"/>
              </a:solidFill>
              <a:prstDash val="solid"/>
              <a:headEnd type="none" w="sm" len="sm"/>
              <a:tailEnd type="none" w="sm" len="sm"/>
            </a:ln>
          </p:spPr>
        </p:sp>
        <p:sp>
          <p:nvSpPr>
            <p:cNvPr id="52" name="AutoShape 52"/>
            <p:cNvSpPr/>
            <p:nvPr/>
          </p:nvSpPr>
          <p:spPr>
            <a:xfrm flipH="1">
              <a:off x="4396719" y="2807178"/>
              <a:ext cx="25400" cy="3990994"/>
            </a:xfrm>
            <a:prstGeom prst="line">
              <a:avLst/>
            </a:prstGeom>
            <a:ln w="139700" cap="flat">
              <a:solidFill>
                <a:srgbClr val="02003E"/>
              </a:solidFill>
              <a:prstDash val="solid"/>
              <a:headEnd type="none" w="sm" len="sm"/>
              <a:tailEnd type="none" w="sm" len="sm"/>
            </a:ln>
          </p:spPr>
        </p:sp>
        <p:sp>
          <p:nvSpPr>
            <p:cNvPr id="53" name="TextBox 53"/>
            <p:cNvSpPr txBox="1"/>
            <p:nvPr/>
          </p:nvSpPr>
          <p:spPr>
            <a:xfrm>
              <a:off x="0" y="590550"/>
              <a:ext cx="2741472" cy="512657"/>
            </a:xfrm>
            <a:prstGeom prst="rect">
              <a:avLst/>
            </a:prstGeom>
          </p:spPr>
          <p:txBody>
            <a:bodyPr lIns="0" tIns="0" rIns="0" bIns="0" rtlCol="0" anchor="t">
              <a:spAutoFit/>
            </a:bodyPr>
            <a:lstStyle/>
            <a:p>
              <a:pPr algn="r">
                <a:lnSpc>
                  <a:spcPts val="3220"/>
                </a:lnSpc>
              </a:pPr>
              <a:r>
                <a:rPr lang="en-US" sz="2300" b="1">
                  <a:solidFill>
                    <a:srgbClr val="FFFFFF"/>
                  </a:solidFill>
                  <a:latin typeface="Anca Coder Bold"/>
                  <a:ea typeface="Anca Coder Bold"/>
                  <a:cs typeface="Anca Coder Bold"/>
                  <a:sym typeface="Anca Coder Bold"/>
                </a:rPr>
                <a:t>Training</a:t>
              </a:r>
            </a:p>
          </p:txBody>
        </p:sp>
        <p:sp>
          <p:nvSpPr>
            <p:cNvPr id="54" name="TextBox 54"/>
            <p:cNvSpPr txBox="1"/>
            <p:nvPr/>
          </p:nvSpPr>
          <p:spPr>
            <a:xfrm>
              <a:off x="1740278" y="-57150"/>
              <a:ext cx="4235549" cy="512657"/>
            </a:xfrm>
            <a:prstGeom prst="rect">
              <a:avLst/>
            </a:prstGeom>
          </p:spPr>
          <p:txBody>
            <a:bodyPr lIns="0" tIns="0" rIns="0" bIns="0" rtlCol="0" anchor="t">
              <a:spAutoFit/>
            </a:bodyPr>
            <a:lstStyle/>
            <a:p>
              <a:pPr algn="ctr">
                <a:lnSpc>
                  <a:spcPts val="3220"/>
                </a:lnSpc>
              </a:pPr>
              <a:r>
                <a:rPr lang="en-US" sz="2300" b="1">
                  <a:solidFill>
                    <a:srgbClr val="FFFFFF"/>
                  </a:solidFill>
                  <a:latin typeface="Anca Coder Bold"/>
                  <a:ea typeface="Anca Coder Bold"/>
                  <a:cs typeface="Anca Coder Bold"/>
                  <a:sym typeface="Anca Coder Bold"/>
                </a:rPr>
                <a:t>Validating</a:t>
              </a:r>
            </a:p>
          </p:txBody>
        </p:sp>
        <p:sp>
          <p:nvSpPr>
            <p:cNvPr id="55" name="TextBox 55"/>
            <p:cNvSpPr txBox="1"/>
            <p:nvPr/>
          </p:nvSpPr>
          <p:spPr>
            <a:xfrm>
              <a:off x="4941796" y="590550"/>
              <a:ext cx="2570020" cy="512657"/>
            </a:xfrm>
            <a:prstGeom prst="rect">
              <a:avLst/>
            </a:prstGeom>
          </p:spPr>
          <p:txBody>
            <a:bodyPr lIns="0" tIns="0" rIns="0" bIns="0" rtlCol="0" anchor="t">
              <a:spAutoFit/>
            </a:bodyPr>
            <a:lstStyle/>
            <a:p>
              <a:pPr algn="l">
                <a:lnSpc>
                  <a:spcPts val="3220"/>
                </a:lnSpc>
              </a:pPr>
              <a:r>
                <a:rPr lang="en-US" sz="2300" b="1">
                  <a:solidFill>
                    <a:srgbClr val="FFFFFF"/>
                  </a:solidFill>
                  <a:latin typeface="Anca Coder Bold"/>
                  <a:ea typeface="Anca Coder Bold"/>
                  <a:cs typeface="Anca Coder Bold"/>
                  <a:sym typeface="Anca Coder Bold"/>
                </a:rPr>
                <a:t>Testing</a:t>
              </a:r>
            </a:p>
          </p:txBody>
        </p:sp>
      </p:grpSp>
      <p:sp>
        <p:nvSpPr>
          <p:cNvPr id="56" name="AutoShape 56"/>
          <p:cNvSpPr/>
          <p:nvPr/>
        </p:nvSpPr>
        <p:spPr>
          <a:xfrm>
            <a:off x="5213232" y="5229967"/>
            <a:ext cx="11743975" cy="0"/>
          </a:xfrm>
          <a:prstGeom prst="line">
            <a:avLst/>
          </a:prstGeom>
          <a:ln w="38100" cap="flat">
            <a:solidFill>
              <a:srgbClr val="CD7481"/>
            </a:solidFill>
            <a:prstDash val="sysDash"/>
            <a:headEnd type="none" w="sm" len="sm"/>
            <a:tailEnd type="none" w="sm" len="sm"/>
          </a:ln>
        </p:spPr>
      </p:sp>
      <p:grpSp>
        <p:nvGrpSpPr>
          <p:cNvPr id="125" name="Group 124">
            <a:extLst>
              <a:ext uri="{FF2B5EF4-FFF2-40B4-BE49-F238E27FC236}">
                <a16:creationId xmlns:a16="http://schemas.microsoft.com/office/drawing/2014/main" id="{C666976B-C3C2-40C9-BEEB-73032F20EC05}"/>
              </a:ext>
            </a:extLst>
          </p:cNvPr>
          <p:cNvGrpSpPr/>
          <p:nvPr/>
        </p:nvGrpSpPr>
        <p:grpSpPr>
          <a:xfrm>
            <a:off x="5793703" y="1974359"/>
            <a:ext cx="3960968" cy="3955198"/>
            <a:chOff x="5822832" y="931441"/>
            <a:chExt cx="3960968" cy="3955198"/>
          </a:xfrm>
        </p:grpSpPr>
        <p:sp>
          <p:nvSpPr>
            <p:cNvPr id="57" name="Freeform 57"/>
            <p:cNvSpPr/>
            <p:nvPr/>
          </p:nvSpPr>
          <p:spPr>
            <a:xfrm>
              <a:off x="8033398" y="1162061"/>
              <a:ext cx="1750402" cy="1450646"/>
            </a:xfrm>
            <a:custGeom>
              <a:avLst/>
              <a:gdLst/>
              <a:ahLst/>
              <a:cxnLst/>
              <a:rect l="l" t="t" r="r" b="b"/>
              <a:pathLst>
                <a:path w="1750402" h="1450646">
                  <a:moveTo>
                    <a:pt x="0" y="0"/>
                  </a:moveTo>
                  <a:lnTo>
                    <a:pt x="1750403" y="0"/>
                  </a:lnTo>
                  <a:lnTo>
                    <a:pt x="1750403" y="1450645"/>
                  </a:lnTo>
                  <a:lnTo>
                    <a:pt x="0" y="145064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8" name="AutoShape 58"/>
            <p:cNvSpPr/>
            <p:nvPr/>
          </p:nvSpPr>
          <p:spPr>
            <a:xfrm flipV="1">
              <a:off x="7319667" y="1887383"/>
              <a:ext cx="713731" cy="5533"/>
            </a:xfrm>
            <a:prstGeom prst="line">
              <a:avLst/>
            </a:prstGeom>
            <a:ln w="38100" cap="flat">
              <a:solidFill>
                <a:srgbClr val="DBACC8"/>
              </a:solidFill>
              <a:prstDash val="solid"/>
              <a:headEnd type="none" w="sm" len="sm"/>
              <a:tailEnd type="triangle" w="lg" len="med"/>
            </a:ln>
          </p:spPr>
        </p:sp>
        <p:grpSp>
          <p:nvGrpSpPr>
            <p:cNvPr id="59" name="Group 59"/>
            <p:cNvGrpSpPr/>
            <p:nvPr/>
          </p:nvGrpSpPr>
          <p:grpSpPr>
            <a:xfrm>
              <a:off x="5822832" y="931441"/>
              <a:ext cx="1258562" cy="432086"/>
              <a:chOff x="0" y="0"/>
              <a:chExt cx="1678083" cy="576114"/>
            </a:xfrm>
          </p:grpSpPr>
          <p:grpSp>
            <p:nvGrpSpPr>
              <p:cNvPr id="60" name="Group 60"/>
              <p:cNvGrpSpPr/>
              <p:nvPr/>
            </p:nvGrpSpPr>
            <p:grpSpPr>
              <a:xfrm>
                <a:off x="1019667" y="0"/>
                <a:ext cx="658417" cy="658417"/>
                <a:chOff x="0" y="0"/>
                <a:chExt cx="812800" cy="812800"/>
              </a:xfrm>
            </p:grpSpPr>
            <p:sp>
              <p:nvSpPr>
                <p:cNvPr id="61" name="Freeform 6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6C078"/>
                </a:solidFill>
              </p:spPr>
            </p:sp>
            <p:sp>
              <p:nvSpPr>
                <p:cNvPr id="62" name="TextBox 62"/>
                <p:cNvSpPr txBox="1"/>
                <p:nvPr/>
              </p:nvSpPr>
              <p:spPr>
                <a:xfrm>
                  <a:off x="0" y="-57150"/>
                  <a:ext cx="812800" cy="869950"/>
                </a:xfrm>
                <a:prstGeom prst="rect">
                  <a:avLst/>
                </a:prstGeom>
              </p:spPr>
              <p:txBody>
                <a:bodyPr lIns="50800" tIns="50800" rIns="50800" bIns="50800" rtlCol="0" anchor="ctr"/>
                <a:lstStyle/>
                <a:p>
                  <a:pPr algn="ctr">
                    <a:lnSpc>
                      <a:spcPts val="3326"/>
                    </a:lnSpc>
                  </a:pPr>
                  <a:endParaRPr/>
                </a:p>
              </p:txBody>
            </p:sp>
          </p:grpSp>
          <p:sp>
            <p:nvSpPr>
              <p:cNvPr id="63" name="TextBox 63"/>
              <p:cNvSpPr txBox="1"/>
              <p:nvPr/>
            </p:nvSpPr>
            <p:spPr>
              <a:xfrm>
                <a:off x="0" y="-10522"/>
                <a:ext cx="1019667" cy="540008"/>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1 x</a:t>
                </a:r>
              </a:p>
            </p:txBody>
          </p:sp>
        </p:grpSp>
        <p:grpSp>
          <p:nvGrpSpPr>
            <p:cNvPr id="64" name="Group 64"/>
            <p:cNvGrpSpPr/>
            <p:nvPr/>
          </p:nvGrpSpPr>
          <p:grpSpPr>
            <a:xfrm>
              <a:off x="5822832" y="1665059"/>
              <a:ext cx="1258562" cy="493812"/>
              <a:chOff x="0" y="0"/>
              <a:chExt cx="1678083" cy="658417"/>
            </a:xfrm>
          </p:grpSpPr>
          <p:grpSp>
            <p:nvGrpSpPr>
              <p:cNvPr id="65" name="Group 65"/>
              <p:cNvGrpSpPr/>
              <p:nvPr/>
            </p:nvGrpSpPr>
            <p:grpSpPr>
              <a:xfrm>
                <a:off x="1019667" y="0"/>
                <a:ext cx="658417" cy="658417"/>
                <a:chOff x="0" y="0"/>
                <a:chExt cx="812800" cy="812800"/>
              </a:xfrm>
            </p:grpSpPr>
            <p:sp>
              <p:nvSpPr>
                <p:cNvPr id="66" name="Freeform 6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76BBD1"/>
                </a:solidFill>
              </p:spPr>
            </p:sp>
            <p:sp>
              <p:nvSpPr>
                <p:cNvPr id="67" name="TextBox 67"/>
                <p:cNvSpPr txBox="1"/>
                <p:nvPr/>
              </p:nvSpPr>
              <p:spPr>
                <a:xfrm>
                  <a:off x="0" y="-57150"/>
                  <a:ext cx="812800" cy="869950"/>
                </a:xfrm>
                <a:prstGeom prst="rect">
                  <a:avLst/>
                </a:prstGeom>
              </p:spPr>
              <p:txBody>
                <a:bodyPr lIns="50800" tIns="50800" rIns="50800" bIns="50800" rtlCol="0" anchor="ctr"/>
                <a:lstStyle/>
                <a:p>
                  <a:pPr algn="ctr">
                    <a:lnSpc>
                      <a:spcPts val="3326"/>
                    </a:lnSpc>
                  </a:pPr>
                  <a:endParaRPr/>
                </a:p>
              </p:txBody>
            </p:sp>
          </p:grpSp>
          <p:sp>
            <p:nvSpPr>
              <p:cNvPr id="68" name="TextBox 68"/>
              <p:cNvSpPr txBox="1"/>
              <p:nvPr/>
            </p:nvSpPr>
            <p:spPr>
              <a:xfrm>
                <a:off x="0" y="30629"/>
                <a:ext cx="1019667" cy="540008"/>
              </a:xfrm>
              <a:prstGeom prst="rect">
                <a:avLst/>
              </a:prstGeom>
            </p:spPr>
            <p:txBody>
              <a:bodyPr lIns="0" tIns="0" rIns="0" bIns="0" rtlCol="0" anchor="t">
                <a:spAutoFit/>
              </a:bodyPr>
              <a:lstStyle/>
              <a:p>
                <a:pPr algn="ctr">
                  <a:lnSpc>
                    <a:spcPts val="3326"/>
                  </a:lnSpc>
                </a:pPr>
                <a:r>
                  <a:rPr lang="en-US" sz="2376" b="1" dirty="0">
                    <a:solidFill>
                      <a:srgbClr val="FFFFFF"/>
                    </a:solidFill>
                    <a:latin typeface="Anca Coder Bold"/>
                    <a:ea typeface="Anca Coder Bold"/>
                    <a:cs typeface="Anca Coder Bold"/>
                    <a:sym typeface="Anca Coder Bold"/>
                  </a:rPr>
                  <a:t>1 x</a:t>
                </a:r>
              </a:p>
            </p:txBody>
          </p:sp>
        </p:grpSp>
        <p:grpSp>
          <p:nvGrpSpPr>
            <p:cNvPr id="69" name="Group 69"/>
            <p:cNvGrpSpPr/>
            <p:nvPr/>
          </p:nvGrpSpPr>
          <p:grpSpPr>
            <a:xfrm>
              <a:off x="5841882" y="2416775"/>
              <a:ext cx="1258562" cy="432086"/>
              <a:chOff x="0" y="0"/>
              <a:chExt cx="1678083" cy="576114"/>
            </a:xfrm>
          </p:grpSpPr>
          <p:grpSp>
            <p:nvGrpSpPr>
              <p:cNvPr id="70" name="Group 70"/>
              <p:cNvGrpSpPr/>
              <p:nvPr/>
            </p:nvGrpSpPr>
            <p:grpSpPr>
              <a:xfrm>
                <a:off x="1019667" y="0"/>
                <a:ext cx="658417" cy="658417"/>
                <a:chOff x="0" y="0"/>
                <a:chExt cx="812800" cy="812800"/>
              </a:xfrm>
            </p:grpSpPr>
            <p:sp>
              <p:nvSpPr>
                <p:cNvPr id="71" name="Freeform 7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CD7481"/>
                </a:solidFill>
              </p:spPr>
            </p:sp>
            <p:sp>
              <p:nvSpPr>
                <p:cNvPr id="72" name="TextBox 72"/>
                <p:cNvSpPr txBox="1"/>
                <p:nvPr/>
              </p:nvSpPr>
              <p:spPr>
                <a:xfrm>
                  <a:off x="0" y="-57150"/>
                  <a:ext cx="812800" cy="869950"/>
                </a:xfrm>
                <a:prstGeom prst="rect">
                  <a:avLst/>
                </a:prstGeom>
              </p:spPr>
              <p:txBody>
                <a:bodyPr lIns="50800" tIns="50800" rIns="50800" bIns="50800" rtlCol="0" anchor="ctr"/>
                <a:lstStyle/>
                <a:p>
                  <a:pPr algn="ctr">
                    <a:lnSpc>
                      <a:spcPts val="3326"/>
                    </a:lnSpc>
                  </a:pPr>
                  <a:endParaRPr/>
                </a:p>
              </p:txBody>
            </p:sp>
          </p:grpSp>
          <p:sp>
            <p:nvSpPr>
              <p:cNvPr id="73" name="TextBox 73"/>
              <p:cNvSpPr txBox="1"/>
              <p:nvPr/>
            </p:nvSpPr>
            <p:spPr>
              <a:xfrm>
                <a:off x="0" y="-10522"/>
                <a:ext cx="1019667" cy="540008"/>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1 x</a:t>
                </a:r>
              </a:p>
            </p:txBody>
          </p:sp>
        </p:grpSp>
        <p:sp>
          <p:nvSpPr>
            <p:cNvPr id="77" name="TextBox 77"/>
            <p:cNvSpPr txBox="1"/>
            <p:nvPr/>
          </p:nvSpPr>
          <p:spPr>
            <a:xfrm>
              <a:off x="6991384" y="3118073"/>
              <a:ext cx="1920785" cy="1768566"/>
            </a:xfrm>
            <a:prstGeom prst="rect">
              <a:avLst/>
            </a:prstGeom>
          </p:spPr>
          <p:txBody>
            <a:bodyPr lIns="50800" tIns="50800" rIns="50800" bIns="50800" rtlCol="0" anchor="ctr"/>
            <a:lstStyle/>
            <a:p>
              <a:pPr algn="ctr">
                <a:lnSpc>
                  <a:spcPts val="3326"/>
                </a:lnSpc>
              </a:pPr>
              <a:endParaRPr/>
            </a:p>
          </p:txBody>
        </p:sp>
      </p:grpSp>
      <p:sp>
        <p:nvSpPr>
          <p:cNvPr id="97" name="AutoShape 97"/>
          <p:cNvSpPr/>
          <p:nvPr/>
        </p:nvSpPr>
        <p:spPr>
          <a:xfrm>
            <a:off x="13090162" y="5563342"/>
            <a:ext cx="0" cy="3895946"/>
          </a:xfrm>
          <a:prstGeom prst="line">
            <a:avLst/>
          </a:prstGeom>
          <a:ln w="38100" cap="flat">
            <a:solidFill>
              <a:srgbClr val="CD7481"/>
            </a:solidFill>
            <a:prstDash val="sysDash"/>
            <a:headEnd type="none" w="sm" len="sm"/>
            <a:tailEnd type="none" w="sm" len="sm"/>
          </a:ln>
        </p:spPr>
      </p:sp>
      <p:grpSp>
        <p:nvGrpSpPr>
          <p:cNvPr id="129" name="Group 128">
            <a:extLst>
              <a:ext uri="{FF2B5EF4-FFF2-40B4-BE49-F238E27FC236}">
                <a16:creationId xmlns:a16="http://schemas.microsoft.com/office/drawing/2014/main" id="{F956D134-4B72-4546-A318-3C8DFC5D33E7}"/>
              </a:ext>
            </a:extLst>
          </p:cNvPr>
          <p:cNvGrpSpPr/>
          <p:nvPr/>
        </p:nvGrpSpPr>
        <p:grpSpPr>
          <a:xfrm>
            <a:off x="1628898" y="1186386"/>
            <a:ext cx="1934091" cy="4017191"/>
            <a:chOff x="1381945" y="1429404"/>
            <a:chExt cx="1934091" cy="4017191"/>
          </a:xfrm>
        </p:grpSpPr>
        <p:grpSp>
          <p:nvGrpSpPr>
            <p:cNvPr id="2" name="Group 2"/>
            <p:cNvGrpSpPr/>
            <p:nvPr/>
          </p:nvGrpSpPr>
          <p:grpSpPr>
            <a:xfrm>
              <a:off x="1381945" y="2220173"/>
              <a:ext cx="493812" cy="658794"/>
              <a:chOff x="0" y="0"/>
              <a:chExt cx="130058" cy="173509"/>
            </a:xfrm>
          </p:grpSpPr>
          <p:sp>
            <p:nvSpPr>
              <p:cNvPr id="3" name="Freeform 3"/>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4" name="TextBox 4"/>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5" name="Group 5"/>
            <p:cNvGrpSpPr/>
            <p:nvPr/>
          </p:nvGrpSpPr>
          <p:grpSpPr>
            <a:xfrm>
              <a:off x="2091547" y="2220173"/>
              <a:ext cx="493812" cy="658794"/>
              <a:chOff x="0" y="0"/>
              <a:chExt cx="130058" cy="173509"/>
            </a:xfrm>
          </p:grpSpPr>
          <p:sp>
            <p:nvSpPr>
              <p:cNvPr id="6" name="Freeform 6"/>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7" name="TextBox 7"/>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8" name="Group 8"/>
            <p:cNvGrpSpPr/>
            <p:nvPr/>
          </p:nvGrpSpPr>
          <p:grpSpPr>
            <a:xfrm>
              <a:off x="2822224" y="2220173"/>
              <a:ext cx="493812" cy="658794"/>
              <a:chOff x="0" y="0"/>
              <a:chExt cx="130058" cy="173509"/>
            </a:xfrm>
          </p:grpSpPr>
          <p:sp>
            <p:nvSpPr>
              <p:cNvPr id="9" name="Freeform 9"/>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10" name="TextBox 10"/>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1" name="Group 11"/>
            <p:cNvGrpSpPr/>
            <p:nvPr/>
          </p:nvGrpSpPr>
          <p:grpSpPr>
            <a:xfrm>
              <a:off x="1381945" y="3933396"/>
              <a:ext cx="493812" cy="658794"/>
              <a:chOff x="0" y="0"/>
              <a:chExt cx="130058" cy="173509"/>
            </a:xfrm>
          </p:grpSpPr>
          <p:sp>
            <p:nvSpPr>
              <p:cNvPr id="12" name="Freeform 12"/>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13" name="TextBox 13"/>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4" name="Group 14"/>
            <p:cNvGrpSpPr/>
            <p:nvPr/>
          </p:nvGrpSpPr>
          <p:grpSpPr>
            <a:xfrm>
              <a:off x="2091547" y="3933396"/>
              <a:ext cx="493812" cy="658794"/>
              <a:chOff x="0" y="0"/>
              <a:chExt cx="130058" cy="173509"/>
            </a:xfrm>
          </p:grpSpPr>
          <p:sp>
            <p:nvSpPr>
              <p:cNvPr id="15" name="Freeform 15"/>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16" name="TextBox 16"/>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7" name="Group 17"/>
            <p:cNvGrpSpPr/>
            <p:nvPr/>
          </p:nvGrpSpPr>
          <p:grpSpPr>
            <a:xfrm>
              <a:off x="2822224" y="3933396"/>
              <a:ext cx="493812" cy="658794"/>
              <a:chOff x="0" y="0"/>
              <a:chExt cx="130058" cy="173509"/>
            </a:xfrm>
          </p:grpSpPr>
          <p:sp>
            <p:nvSpPr>
              <p:cNvPr id="18" name="Freeform 18"/>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19" name="TextBox 19"/>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20" name="Group 20"/>
            <p:cNvGrpSpPr/>
            <p:nvPr/>
          </p:nvGrpSpPr>
          <p:grpSpPr>
            <a:xfrm>
              <a:off x="1381945" y="3074578"/>
              <a:ext cx="493812" cy="658794"/>
              <a:chOff x="0" y="0"/>
              <a:chExt cx="130058" cy="173509"/>
            </a:xfrm>
          </p:grpSpPr>
          <p:sp>
            <p:nvSpPr>
              <p:cNvPr id="21" name="Freeform 21"/>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22" name="TextBox 22"/>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23" name="Group 23"/>
            <p:cNvGrpSpPr/>
            <p:nvPr/>
          </p:nvGrpSpPr>
          <p:grpSpPr>
            <a:xfrm>
              <a:off x="2091547" y="3074578"/>
              <a:ext cx="493812" cy="658794"/>
              <a:chOff x="0" y="0"/>
              <a:chExt cx="130058" cy="173509"/>
            </a:xfrm>
          </p:grpSpPr>
          <p:sp>
            <p:nvSpPr>
              <p:cNvPr id="24" name="Freeform 24"/>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25" name="TextBox 25"/>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26" name="Group 26"/>
            <p:cNvGrpSpPr/>
            <p:nvPr/>
          </p:nvGrpSpPr>
          <p:grpSpPr>
            <a:xfrm>
              <a:off x="2822224" y="3074578"/>
              <a:ext cx="493812" cy="658794"/>
              <a:chOff x="0" y="0"/>
              <a:chExt cx="130058" cy="173509"/>
            </a:xfrm>
          </p:grpSpPr>
          <p:sp>
            <p:nvSpPr>
              <p:cNvPr id="27" name="Freeform 27"/>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28" name="TextBox 28"/>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29" name="Group 29"/>
            <p:cNvGrpSpPr/>
            <p:nvPr/>
          </p:nvGrpSpPr>
          <p:grpSpPr>
            <a:xfrm>
              <a:off x="1381945" y="4787801"/>
              <a:ext cx="493812" cy="658794"/>
              <a:chOff x="0" y="0"/>
              <a:chExt cx="130058" cy="173509"/>
            </a:xfrm>
          </p:grpSpPr>
          <p:sp>
            <p:nvSpPr>
              <p:cNvPr id="30" name="Freeform 30"/>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31" name="TextBox 31"/>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32" name="Group 32"/>
            <p:cNvGrpSpPr/>
            <p:nvPr/>
          </p:nvGrpSpPr>
          <p:grpSpPr>
            <a:xfrm>
              <a:off x="2091547" y="4787801"/>
              <a:ext cx="493812" cy="658794"/>
              <a:chOff x="0" y="0"/>
              <a:chExt cx="130058" cy="173509"/>
            </a:xfrm>
          </p:grpSpPr>
          <p:sp>
            <p:nvSpPr>
              <p:cNvPr id="33" name="Freeform 33"/>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34" name="TextBox 34"/>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35" name="Group 35"/>
            <p:cNvGrpSpPr/>
            <p:nvPr/>
          </p:nvGrpSpPr>
          <p:grpSpPr>
            <a:xfrm>
              <a:off x="2822224" y="4787801"/>
              <a:ext cx="493812" cy="658794"/>
              <a:chOff x="0" y="0"/>
              <a:chExt cx="130058" cy="173509"/>
            </a:xfrm>
          </p:grpSpPr>
          <p:sp>
            <p:nvSpPr>
              <p:cNvPr id="36" name="Freeform 36"/>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E6C078"/>
              </a:solidFill>
            </p:spPr>
          </p:sp>
          <p:sp>
            <p:nvSpPr>
              <p:cNvPr id="37" name="TextBox 37"/>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sp>
          <p:nvSpPr>
            <p:cNvPr id="98" name="TextBox 98"/>
            <p:cNvSpPr txBox="1"/>
            <p:nvPr/>
          </p:nvSpPr>
          <p:spPr>
            <a:xfrm>
              <a:off x="1628851" y="1429404"/>
              <a:ext cx="1529500" cy="419294"/>
            </a:xfrm>
            <a:prstGeom prst="rect">
              <a:avLst/>
            </a:prstGeom>
          </p:spPr>
          <p:txBody>
            <a:bodyPr lIns="0" tIns="0" rIns="0" bIns="0" rtlCol="0" anchor="t">
              <a:spAutoFit/>
            </a:bodyPr>
            <a:lstStyle/>
            <a:p>
              <a:pPr algn="ctr">
                <a:lnSpc>
                  <a:spcPts val="3326"/>
                </a:lnSpc>
              </a:pPr>
              <a:r>
                <a:rPr lang="en-US" sz="2376" b="1" dirty="0">
                  <a:solidFill>
                    <a:srgbClr val="FFFFFF"/>
                  </a:solidFill>
                  <a:latin typeface="Anca Coder Bold"/>
                  <a:ea typeface="Anca Coder Bold"/>
                  <a:cs typeface="Anca Coder Bold"/>
                  <a:sym typeface="Anca Coder Bold"/>
                </a:rPr>
                <a:t>data</a:t>
              </a:r>
            </a:p>
          </p:txBody>
        </p:sp>
      </p:grpSp>
      <p:grpSp>
        <p:nvGrpSpPr>
          <p:cNvPr id="128" name="Group 127">
            <a:extLst>
              <a:ext uri="{FF2B5EF4-FFF2-40B4-BE49-F238E27FC236}">
                <a16:creationId xmlns:a16="http://schemas.microsoft.com/office/drawing/2014/main" id="{2832DDCA-B078-4B00-A43F-CB78B3A1E0D7}"/>
              </a:ext>
            </a:extLst>
          </p:cNvPr>
          <p:cNvGrpSpPr/>
          <p:nvPr/>
        </p:nvGrpSpPr>
        <p:grpSpPr>
          <a:xfrm>
            <a:off x="5467601" y="5563342"/>
            <a:ext cx="6888746" cy="1781985"/>
            <a:chOff x="5467601" y="5563342"/>
            <a:chExt cx="6888746" cy="1781985"/>
          </a:xfrm>
        </p:grpSpPr>
        <p:sp>
          <p:nvSpPr>
            <p:cNvPr id="89" name="Freeform 89"/>
            <p:cNvSpPr/>
            <p:nvPr/>
          </p:nvSpPr>
          <p:spPr>
            <a:xfrm>
              <a:off x="11666338" y="6065855"/>
              <a:ext cx="690009" cy="690009"/>
            </a:xfrm>
            <a:custGeom>
              <a:avLst/>
              <a:gdLst/>
              <a:ahLst/>
              <a:cxnLst/>
              <a:rect l="l" t="t" r="r" b="b"/>
              <a:pathLst>
                <a:path w="690009" h="690009">
                  <a:moveTo>
                    <a:pt x="0" y="0"/>
                  </a:moveTo>
                  <a:lnTo>
                    <a:pt x="690009" y="0"/>
                  </a:lnTo>
                  <a:lnTo>
                    <a:pt x="690009" y="690010"/>
                  </a:lnTo>
                  <a:lnTo>
                    <a:pt x="0" y="6900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26" name="Group 125">
              <a:extLst>
                <a:ext uri="{FF2B5EF4-FFF2-40B4-BE49-F238E27FC236}">
                  <a16:creationId xmlns:a16="http://schemas.microsoft.com/office/drawing/2014/main" id="{DBA1B7C1-3C5E-454B-9349-C7C477D1E28E}"/>
                </a:ext>
              </a:extLst>
            </p:cNvPr>
            <p:cNvGrpSpPr/>
            <p:nvPr/>
          </p:nvGrpSpPr>
          <p:grpSpPr>
            <a:xfrm>
              <a:off x="5467601" y="5563342"/>
              <a:ext cx="6730144" cy="1781985"/>
              <a:chOff x="5467601" y="5563342"/>
              <a:chExt cx="6730144" cy="1781985"/>
            </a:xfrm>
          </p:grpSpPr>
          <p:sp>
            <p:nvSpPr>
              <p:cNvPr id="88" name="Freeform 88"/>
              <p:cNvSpPr/>
              <p:nvPr/>
            </p:nvSpPr>
            <p:spPr>
              <a:xfrm>
                <a:off x="10291229" y="5836204"/>
                <a:ext cx="1149313" cy="1149313"/>
              </a:xfrm>
              <a:custGeom>
                <a:avLst/>
                <a:gdLst/>
                <a:ahLst/>
                <a:cxnLst/>
                <a:rect l="l" t="t" r="r" b="b"/>
                <a:pathLst>
                  <a:path w="1149313" h="1149313">
                    <a:moveTo>
                      <a:pt x="0" y="0"/>
                    </a:moveTo>
                    <a:lnTo>
                      <a:pt x="1149312" y="0"/>
                    </a:lnTo>
                    <a:lnTo>
                      <a:pt x="1149312" y="1149312"/>
                    </a:lnTo>
                    <a:lnTo>
                      <a:pt x="0" y="114931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90" name="Freeform 90"/>
              <p:cNvSpPr/>
              <p:nvPr/>
            </p:nvSpPr>
            <p:spPr>
              <a:xfrm>
                <a:off x="11824939" y="6224457"/>
                <a:ext cx="372806" cy="372806"/>
              </a:xfrm>
              <a:custGeom>
                <a:avLst/>
                <a:gdLst/>
                <a:ahLst/>
                <a:cxnLst/>
                <a:rect l="l" t="t" r="r" b="b"/>
                <a:pathLst>
                  <a:path w="372806" h="372806">
                    <a:moveTo>
                      <a:pt x="0" y="0"/>
                    </a:moveTo>
                    <a:lnTo>
                      <a:pt x="372807" y="0"/>
                    </a:lnTo>
                    <a:lnTo>
                      <a:pt x="372807" y="372806"/>
                    </a:lnTo>
                    <a:lnTo>
                      <a:pt x="0" y="37280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91" name="Freeform 91"/>
              <p:cNvSpPr/>
              <p:nvPr/>
            </p:nvSpPr>
            <p:spPr>
              <a:xfrm>
                <a:off x="6605016" y="5712087"/>
                <a:ext cx="1611488" cy="1021880"/>
              </a:xfrm>
              <a:custGeom>
                <a:avLst/>
                <a:gdLst/>
                <a:ahLst/>
                <a:cxnLst/>
                <a:rect l="l" t="t" r="r" b="b"/>
                <a:pathLst>
                  <a:path w="1611488" h="1021880">
                    <a:moveTo>
                      <a:pt x="0" y="0"/>
                    </a:moveTo>
                    <a:lnTo>
                      <a:pt x="1611487" y="0"/>
                    </a:lnTo>
                    <a:lnTo>
                      <a:pt x="1611487" y="1021880"/>
                    </a:lnTo>
                    <a:lnTo>
                      <a:pt x="0" y="1021880"/>
                    </a:lnTo>
                    <a:lnTo>
                      <a:pt x="0" y="0"/>
                    </a:lnTo>
                    <a:close/>
                  </a:path>
                </a:pathLst>
              </a:custGeom>
              <a:blipFill>
                <a:blip r:embed="rId13"/>
                <a:stretch>
                  <a:fillRect t="-37855" b="-19842"/>
                </a:stretch>
              </a:blipFill>
            </p:spPr>
          </p:sp>
          <p:sp>
            <p:nvSpPr>
              <p:cNvPr id="92" name="Freeform 92"/>
              <p:cNvSpPr/>
              <p:nvPr/>
            </p:nvSpPr>
            <p:spPr>
              <a:xfrm>
                <a:off x="5591760" y="5563342"/>
                <a:ext cx="822206" cy="1135298"/>
              </a:xfrm>
              <a:custGeom>
                <a:avLst/>
                <a:gdLst/>
                <a:ahLst/>
                <a:cxnLst/>
                <a:rect l="l" t="t" r="r" b="b"/>
                <a:pathLst>
                  <a:path w="822206" h="1135298">
                    <a:moveTo>
                      <a:pt x="0" y="0"/>
                    </a:moveTo>
                    <a:lnTo>
                      <a:pt x="822206" y="0"/>
                    </a:lnTo>
                    <a:lnTo>
                      <a:pt x="822206" y="1135298"/>
                    </a:lnTo>
                    <a:lnTo>
                      <a:pt x="0" y="1135298"/>
                    </a:lnTo>
                    <a:lnTo>
                      <a:pt x="0" y="0"/>
                    </a:lnTo>
                    <a:close/>
                  </a:path>
                </a:pathLst>
              </a:custGeom>
              <a:blipFill>
                <a:blip r:embed="rId14"/>
                <a:stretch>
                  <a:fillRect/>
                </a:stretch>
              </a:blipFill>
            </p:spPr>
          </p:sp>
          <p:sp>
            <p:nvSpPr>
              <p:cNvPr id="93" name="Freeform 93"/>
              <p:cNvSpPr/>
              <p:nvPr/>
            </p:nvSpPr>
            <p:spPr>
              <a:xfrm>
                <a:off x="8357816" y="5681068"/>
                <a:ext cx="1632501" cy="1002036"/>
              </a:xfrm>
              <a:custGeom>
                <a:avLst/>
                <a:gdLst/>
                <a:ahLst/>
                <a:cxnLst/>
                <a:rect l="l" t="t" r="r" b="b"/>
                <a:pathLst>
                  <a:path w="1632501" h="1002036">
                    <a:moveTo>
                      <a:pt x="0" y="0"/>
                    </a:moveTo>
                    <a:lnTo>
                      <a:pt x="1632501" y="0"/>
                    </a:lnTo>
                    <a:lnTo>
                      <a:pt x="1632501" y="1002036"/>
                    </a:lnTo>
                    <a:lnTo>
                      <a:pt x="0" y="1002036"/>
                    </a:lnTo>
                    <a:lnTo>
                      <a:pt x="0" y="0"/>
                    </a:lnTo>
                    <a:close/>
                  </a:path>
                </a:pathLst>
              </a:custGeom>
              <a:blipFill>
                <a:blip r:embed="rId15"/>
                <a:stretch>
                  <a:fillRect t="-37174" b="-25744"/>
                </a:stretch>
              </a:blipFill>
            </p:spPr>
          </p:sp>
          <p:sp>
            <p:nvSpPr>
              <p:cNvPr id="103" name="TextBox 103"/>
              <p:cNvSpPr txBox="1"/>
              <p:nvPr/>
            </p:nvSpPr>
            <p:spPr>
              <a:xfrm>
                <a:off x="5467601" y="6991990"/>
                <a:ext cx="1204958" cy="349084"/>
              </a:xfrm>
              <a:prstGeom prst="rect">
                <a:avLst/>
              </a:prstGeom>
            </p:spPr>
            <p:txBody>
              <a:bodyPr lIns="0" tIns="0" rIns="0" bIns="0" rtlCol="0" anchor="t">
                <a:spAutoFit/>
              </a:bodyPr>
              <a:lstStyle/>
              <a:p>
                <a:pPr algn="ctr">
                  <a:lnSpc>
                    <a:spcPts val="2925"/>
                  </a:lnSpc>
                </a:pPr>
                <a:r>
                  <a:rPr lang="en-US" sz="2089" b="1">
                    <a:solidFill>
                      <a:srgbClr val="FFFFFF"/>
                    </a:solidFill>
                    <a:latin typeface="Canva Sans Bold"/>
                    <a:ea typeface="Canva Sans Bold"/>
                    <a:cs typeface="Canva Sans Bold"/>
                    <a:sym typeface="Canva Sans Bold"/>
                  </a:rPr>
                  <a:t>FEEDING</a:t>
                </a:r>
              </a:p>
            </p:txBody>
          </p:sp>
          <p:sp>
            <p:nvSpPr>
              <p:cNvPr id="104" name="TextBox 104"/>
              <p:cNvSpPr txBox="1"/>
              <p:nvPr/>
            </p:nvSpPr>
            <p:spPr>
              <a:xfrm>
                <a:off x="7032673" y="6996243"/>
                <a:ext cx="1084023" cy="349084"/>
              </a:xfrm>
              <a:prstGeom prst="rect">
                <a:avLst/>
              </a:prstGeom>
            </p:spPr>
            <p:txBody>
              <a:bodyPr lIns="0" tIns="0" rIns="0" bIns="0" rtlCol="0" anchor="t">
                <a:spAutoFit/>
              </a:bodyPr>
              <a:lstStyle/>
              <a:p>
                <a:pPr algn="ctr">
                  <a:lnSpc>
                    <a:spcPts val="2925"/>
                  </a:lnSpc>
                </a:pPr>
                <a:r>
                  <a:rPr lang="en-US" sz="2089" b="1">
                    <a:solidFill>
                      <a:srgbClr val="FFFFFF"/>
                    </a:solidFill>
                    <a:latin typeface="Canva Sans Bold"/>
                    <a:ea typeface="Canva Sans Bold"/>
                    <a:cs typeface="Canva Sans Bold"/>
                    <a:sym typeface="Canva Sans Bold"/>
                  </a:rPr>
                  <a:t>SITTING</a:t>
                </a:r>
              </a:p>
            </p:txBody>
          </p:sp>
          <p:sp>
            <p:nvSpPr>
              <p:cNvPr id="105" name="TextBox 105"/>
              <p:cNvSpPr txBox="1"/>
              <p:nvPr/>
            </p:nvSpPr>
            <p:spPr>
              <a:xfrm>
                <a:off x="8603909" y="6996243"/>
                <a:ext cx="1286778" cy="349084"/>
              </a:xfrm>
              <a:prstGeom prst="rect">
                <a:avLst/>
              </a:prstGeom>
            </p:spPr>
            <p:txBody>
              <a:bodyPr lIns="0" tIns="0" rIns="0" bIns="0" rtlCol="0" anchor="t">
                <a:spAutoFit/>
              </a:bodyPr>
              <a:lstStyle/>
              <a:p>
                <a:pPr algn="ctr">
                  <a:lnSpc>
                    <a:spcPts val="2925"/>
                  </a:lnSpc>
                </a:pPr>
                <a:r>
                  <a:rPr lang="en-US" sz="2089" b="1">
                    <a:solidFill>
                      <a:srgbClr val="FFFFFF"/>
                    </a:solidFill>
                    <a:latin typeface="Canva Sans Bold"/>
                    <a:ea typeface="Canva Sans Bold"/>
                    <a:cs typeface="Canva Sans Bold"/>
                    <a:sym typeface="Canva Sans Bold"/>
                  </a:rPr>
                  <a:t>WALKING</a:t>
                </a:r>
              </a:p>
            </p:txBody>
          </p:sp>
        </p:grpSp>
      </p:grpSp>
      <p:grpSp>
        <p:nvGrpSpPr>
          <p:cNvPr id="127" name="Group 126">
            <a:extLst>
              <a:ext uri="{FF2B5EF4-FFF2-40B4-BE49-F238E27FC236}">
                <a16:creationId xmlns:a16="http://schemas.microsoft.com/office/drawing/2014/main" id="{033094CF-0A31-4AD3-B2DB-D4194FC1123A}"/>
              </a:ext>
            </a:extLst>
          </p:cNvPr>
          <p:cNvGrpSpPr/>
          <p:nvPr/>
        </p:nvGrpSpPr>
        <p:grpSpPr>
          <a:xfrm>
            <a:off x="5524401" y="7850152"/>
            <a:ext cx="6832336" cy="1795534"/>
            <a:chOff x="5524401" y="7850152"/>
            <a:chExt cx="6832336" cy="1795534"/>
          </a:xfrm>
        </p:grpSpPr>
        <p:grpSp>
          <p:nvGrpSpPr>
            <p:cNvPr id="84" name="Group 84"/>
            <p:cNvGrpSpPr/>
            <p:nvPr/>
          </p:nvGrpSpPr>
          <p:grpSpPr>
            <a:xfrm>
              <a:off x="10256074" y="8024032"/>
              <a:ext cx="2100663" cy="1157370"/>
              <a:chOff x="0" y="0"/>
              <a:chExt cx="2800884" cy="1543160"/>
            </a:xfrm>
          </p:grpSpPr>
          <p:sp>
            <p:nvSpPr>
              <p:cNvPr id="85" name="Freeform 85"/>
              <p:cNvSpPr/>
              <p:nvPr/>
            </p:nvSpPr>
            <p:spPr>
              <a:xfrm>
                <a:off x="0" y="0"/>
                <a:ext cx="1543160" cy="1543160"/>
              </a:xfrm>
              <a:custGeom>
                <a:avLst/>
                <a:gdLst/>
                <a:ahLst/>
                <a:cxnLst/>
                <a:rect l="l" t="t" r="r" b="b"/>
                <a:pathLst>
                  <a:path w="1543160" h="1543160">
                    <a:moveTo>
                      <a:pt x="0" y="0"/>
                    </a:moveTo>
                    <a:lnTo>
                      <a:pt x="1543160" y="0"/>
                    </a:lnTo>
                    <a:lnTo>
                      <a:pt x="1543160" y="1543160"/>
                    </a:lnTo>
                    <a:lnTo>
                      <a:pt x="0" y="154316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6" name="Freeform 86"/>
              <p:cNvSpPr/>
              <p:nvPr/>
            </p:nvSpPr>
            <p:spPr>
              <a:xfrm>
                <a:off x="1874421" y="308349"/>
                <a:ext cx="926462" cy="926462"/>
              </a:xfrm>
              <a:custGeom>
                <a:avLst/>
                <a:gdLst/>
                <a:ahLst/>
                <a:cxnLst/>
                <a:rect l="l" t="t" r="r" b="b"/>
                <a:pathLst>
                  <a:path w="926462" h="926462">
                    <a:moveTo>
                      <a:pt x="0" y="0"/>
                    </a:moveTo>
                    <a:lnTo>
                      <a:pt x="926463" y="0"/>
                    </a:lnTo>
                    <a:lnTo>
                      <a:pt x="926463" y="926462"/>
                    </a:lnTo>
                    <a:lnTo>
                      <a:pt x="0" y="92646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87" name="Freeform 87"/>
              <p:cNvSpPr/>
              <p:nvPr/>
            </p:nvSpPr>
            <p:spPr>
              <a:xfrm>
                <a:off x="2176470" y="516836"/>
                <a:ext cx="339446" cy="509488"/>
              </a:xfrm>
              <a:custGeom>
                <a:avLst/>
                <a:gdLst/>
                <a:ahLst/>
                <a:cxnLst/>
                <a:rect l="l" t="t" r="r" b="b"/>
                <a:pathLst>
                  <a:path w="339446" h="509488">
                    <a:moveTo>
                      <a:pt x="0" y="0"/>
                    </a:moveTo>
                    <a:lnTo>
                      <a:pt x="339447" y="0"/>
                    </a:lnTo>
                    <a:lnTo>
                      <a:pt x="339447" y="509488"/>
                    </a:lnTo>
                    <a:lnTo>
                      <a:pt x="0" y="50948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grpSp>
        <p:sp>
          <p:nvSpPr>
            <p:cNvPr id="94" name="Freeform 94"/>
            <p:cNvSpPr/>
            <p:nvPr/>
          </p:nvSpPr>
          <p:spPr>
            <a:xfrm>
              <a:off x="5524401" y="7850152"/>
              <a:ext cx="827971" cy="1143257"/>
            </a:xfrm>
            <a:custGeom>
              <a:avLst/>
              <a:gdLst/>
              <a:ahLst/>
              <a:cxnLst/>
              <a:rect l="l" t="t" r="r" b="b"/>
              <a:pathLst>
                <a:path w="827971" h="1143257">
                  <a:moveTo>
                    <a:pt x="0" y="0"/>
                  </a:moveTo>
                  <a:lnTo>
                    <a:pt x="827971" y="0"/>
                  </a:lnTo>
                  <a:lnTo>
                    <a:pt x="827971" y="1143257"/>
                  </a:lnTo>
                  <a:lnTo>
                    <a:pt x="0" y="1143257"/>
                  </a:lnTo>
                  <a:lnTo>
                    <a:pt x="0" y="0"/>
                  </a:lnTo>
                  <a:close/>
                </a:path>
              </a:pathLst>
            </a:custGeom>
            <a:blipFill>
              <a:blip r:embed="rId14"/>
              <a:stretch>
                <a:fillRect/>
              </a:stretch>
            </a:blipFill>
          </p:spPr>
        </p:sp>
        <p:sp>
          <p:nvSpPr>
            <p:cNvPr id="95" name="Freeform 95"/>
            <p:cNvSpPr/>
            <p:nvPr/>
          </p:nvSpPr>
          <p:spPr>
            <a:xfrm>
              <a:off x="6887681" y="8194825"/>
              <a:ext cx="1279010" cy="851992"/>
            </a:xfrm>
            <a:custGeom>
              <a:avLst/>
              <a:gdLst/>
              <a:ahLst/>
              <a:cxnLst/>
              <a:rect l="l" t="t" r="r" b="b"/>
              <a:pathLst>
                <a:path w="1279010" h="851992">
                  <a:moveTo>
                    <a:pt x="0" y="0"/>
                  </a:moveTo>
                  <a:lnTo>
                    <a:pt x="1279009" y="0"/>
                  </a:lnTo>
                  <a:lnTo>
                    <a:pt x="1279009" y="851992"/>
                  </a:lnTo>
                  <a:lnTo>
                    <a:pt x="0" y="851992"/>
                  </a:lnTo>
                  <a:lnTo>
                    <a:pt x="0" y="0"/>
                  </a:lnTo>
                  <a:close/>
                </a:path>
              </a:pathLst>
            </a:custGeom>
            <a:blipFill>
              <a:blip r:embed="rId20"/>
              <a:stretch>
                <a:fillRect/>
              </a:stretch>
            </a:blipFill>
          </p:spPr>
        </p:sp>
        <p:sp>
          <p:nvSpPr>
            <p:cNvPr id="96" name="Freeform 96"/>
            <p:cNvSpPr/>
            <p:nvPr/>
          </p:nvSpPr>
          <p:spPr>
            <a:xfrm>
              <a:off x="8127707" y="7988652"/>
              <a:ext cx="2177687" cy="1171757"/>
            </a:xfrm>
            <a:custGeom>
              <a:avLst/>
              <a:gdLst/>
              <a:ahLst/>
              <a:cxnLst/>
              <a:rect l="l" t="t" r="r" b="b"/>
              <a:pathLst>
                <a:path w="2177687" h="1171757">
                  <a:moveTo>
                    <a:pt x="0" y="0"/>
                  </a:moveTo>
                  <a:lnTo>
                    <a:pt x="2177687" y="0"/>
                  </a:lnTo>
                  <a:lnTo>
                    <a:pt x="2177687" y="1171757"/>
                  </a:lnTo>
                  <a:lnTo>
                    <a:pt x="0" y="1171757"/>
                  </a:lnTo>
                  <a:lnTo>
                    <a:pt x="0" y="0"/>
                  </a:lnTo>
                  <a:close/>
                </a:path>
              </a:pathLst>
            </a:custGeom>
            <a:blipFill>
              <a:blip r:embed="rId21"/>
              <a:stretch>
                <a:fillRect t="-44703" b="-41144"/>
              </a:stretch>
            </a:blipFill>
          </p:spPr>
        </p:sp>
        <p:sp>
          <p:nvSpPr>
            <p:cNvPr id="106" name="TextBox 106"/>
            <p:cNvSpPr txBox="1"/>
            <p:nvPr/>
          </p:nvSpPr>
          <p:spPr>
            <a:xfrm>
              <a:off x="5524401" y="9289083"/>
              <a:ext cx="1091623" cy="352320"/>
            </a:xfrm>
            <a:prstGeom prst="rect">
              <a:avLst/>
            </a:prstGeom>
          </p:spPr>
          <p:txBody>
            <a:bodyPr lIns="0" tIns="0" rIns="0" bIns="0" rtlCol="0" anchor="t">
              <a:spAutoFit/>
            </a:bodyPr>
            <a:lstStyle/>
            <a:p>
              <a:pPr algn="ctr">
                <a:lnSpc>
                  <a:spcPts val="2948"/>
                </a:lnSpc>
              </a:pPr>
              <a:r>
                <a:rPr lang="en-US" sz="2105" b="1">
                  <a:solidFill>
                    <a:srgbClr val="FFFFFF"/>
                  </a:solidFill>
                  <a:latin typeface="Canva Sans Bold"/>
                  <a:ea typeface="Canva Sans Bold"/>
                  <a:cs typeface="Canva Sans Bold"/>
                  <a:sym typeface="Canva Sans Bold"/>
                </a:rPr>
                <a:t>SITTING</a:t>
              </a:r>
            </a:p>
          </p:txBody>
        </p:sp>
        <p:sp>
          <p:nvSpPr>
            <p:cNvPr id="107" name="TextBox 107"/>
            <p:cNvSpPr txBox="1"/>
            <p:nvPr/>
          </p:nvSpPr>
          <p:spPr>
            <a:xfrm>
              <a:off x="7083810" y="9289083"/>
              <a:ext cx="1091623" cy="352320"/>
            </a:xfrm>
            <a:prstGeom prst="rect">
              <a:avLst/>
            </a:prstGeom>
          </p:spPr>
          <p:txBody>
            <a:bodyPr lIns="0" tIns="0" rIns="0" bIns="0" rtlCol="0" anchor="t">
              <a:spAutoFit/>
            </a:bodyPr>
            <a:lstStyle/>
            <a:p>
              <a:pPr algn="ctr">
                <a:lnSpc>
                  <a:spcPts val="2948"/>
                </a:lnSpc>
              </a:pPr>
              <a:r>
                <a:rPr lang="en-US" sz="2105" b="1">
                  <a:solidFill>
                    <a:srgbClr val="FFFFFF"/>
                  </a:solidFill>
                  <a:latin typeface="Canva Sans Bold"/>
                  <a:ea typeface="Canva Sans Bold"/>
                  <a:cs typeface="Canva Sans Bold"/>
                  <a:sym typeface="Canva Sans Bold"/>
                </a:rPr>
                <a:t>SITTING</a:t>
              </a:r>
            </a:p>
          </p:txBody>
        </p:sp>
        <p:sp>
          <p:nvSpPr>
            <p:cNvPr id="108" name="TextBox 108"/>
            <p:cNvSpPr txBox="1"/>
            <p:nvPr/>
          </p:nvSpPr>
          <p:spPr>
            <a:xfrm>
              <a:off x="8939671" y="9293366"/>
              <a:ext cx="1091623" cy="352320"/>
            </a:xfrm>
            <a:prstGeom prst="rect">
              <a:avLst/>
            </a:prstGeom>
          </p:spPr>
          <p:txBody>
            <a:bodyPr lIns="0" tIns="0" rIns="0" bIns="0" rtlCol="0" anchor="t">
              <a:spAutoFit/>
            </a:bodyPr>
            <a:lstStyle/>
            <a:p>
              <a:pPr algn="ctr">
                <a:lnSpc>
                  <a:spcPts val="2948"/>
                </a:lnSpc>
              </a:pPr>
              <a:r>
                <a:rPr lang="en-US" sz="2105" b="1">
                  <a:solidFill>
                    <a:srgbClr val="FFFFFF"/>
                  </a:solidFill>
                  <a:latin typeface="Canva Sans Bold"/>
                  <a:ea typeface="Canva Sans Bold"/>
                  <a:cs typeface="Canva Sans Bold"/>
                  <a:sym typeface="Canva Sans Bold"/>
                </a:rPr>
                <a:t>SITTING</a:t>
              </a:r>
            </a:p>
          </p:txBody>
        </p:sp>
      </p:grpSp>
      <p:grpSp>
        <p:nvGrpSpPr>
          <p:cNvPr id="109" name="Group 109"/>
          <p:cNvGrpSpPr/>
          <p:nvPr/>
        </p:nvGrpSpPr>
        <p:grpSpPr>
          <a:xfrm>
            <a:off x="13985512" y="6005040"/>
            <a:ext cx="2812730" cy="3120874"/>
            <a:chOff x="0" y="0"/>
            <a:chExt cx="3750307" cy="4161165"/>
          </a:xfrm>
        </p:grpSpPr>
        <p:grpSp>
          <p:nvGrpSpPr>
            <p:cNvPr id="110" name="Group 110"/>
            <p:cNvGrpSpPr/>
            <p:nvPr/>
          </p:nvGrpSpPr>
          <p:grpSpPr>
            <a:xfrm>
              <a:off x="676948" y="0"/>
              <a:ext cx="2396412" cy="1854923"/>
              <a:chOff x="0" y="0"/>
              <a:chExt cx="3512820" cy="2719070"/>
            </a:xfrm>
          </p:grpSpPr>
          <p:sp>
            <p:nvSpPr>
              <p:cNvPr id="111" name="Freeform 111"/>
              <p:cNvSpPr/>
              <p:nvPr/>
            </p:nvSpPr>
            <p:spPr>
              <a:xfrm>
                <a:off x="49530" y="39370"/>
                <a:ext cx="3413760" cy="2640330"/>
              </a:xfrm>
              <a:custGeom>
                <a:avLst/>
                <a:gdLst/>
                <a:ahLst/>
                <a:cxnLst/>
                <a:rect l="l" t="t" r="r" b="b"/>
                <a:pathLst>
                  <a:path w="3413760" h="2640330">
                    <a:moveTo>
                      <a:pt x="1917700" y="1137920"/>
                    </a:moveTo>
                    <a:cubicBezTo>
                      <a:pt x="1450340" y="1836420"/>
                      <a:pt x="1421130" y="1877060"/>
                      <a:pt x="1367790" y="1941830"/>
                    </a:cubicBezTo>
                    <a:cubicBezTo>
                      <a:pt x="1305560" y="2016760"/>
                      <a:pt x="1229360" y="2141220"/>
                      <a:pt x="1155700" y="2174240"/>
                    </a:cubicBezTo>
                    <a:cubicBezTo>
                      <a:pt x="1104900" y="2198370"/>
                      <a:pt x="1040130" y="2200910"/>
                      <a:pt x="998220" y="2180590"/>
                    </a:cubicBezTo>
                    <a:cubicBezTo>
                      <a:pt x="957580" y="2161540"/>
                      <a:pt x="928370" y="2104390"/>
                      <a:pt x="908050" y="2057400"/>
                    </a:cubicBezTo>
                    <a:cubicBezTo>
                      <a:pt x="886460" y="2006600"/>
                      <a:pt x="880110" y="1949450"/>
                      <a:pt x="876300" y="1885950"/>
                    </a:cubicBezTo>
                    <a:cubicBezTo>
                      <a:pt x="871220" y="1808480"/>
                      <a:pt x="880110" y="1710690"/>
                      <a:pt x="892810" y="1623060"/>
                    </a:cubicBezTo>
                    <a:cubicBezTo>
                      <a:pt x="905510" y="1532890"/>
                      <a:pt x="924560" y="1450340"/>
                      <a:pt x="953770" y="1350010"/>
                    </a:cubicBezTo>
                    <a:cubicBezTo>
                      <a:pt x="991870" y="1221740"/>
                      <a:pt x="1070610" y="1009650"/>
                      <a:pt x="1112520" y="922020"/>
                    </a:cubicBezTo>
                    <a:cubicBezTo>
                      <a:pt x="1132840" y="881380"/>
                      <a:pt x="1140460" y="852170"/>
                      <a:pt x="1165860" y="834390"/>
                    </a:cubicBezTo>
                    <a:cubicBezTo>
                      <a:pt x="1191260" y="816610"/>
                      <a:pt x="1226820" y="806450"/>
                      <a:pt x="1264920" y="811530"/>
                    </a:cubicBezTo>
                    <a:cubicBezTo>
                      <a:pt x="1327150" y="820420"/>
                      <a:pt x="1421130" y="887730"/>
                      <a:pt x="1494790" y="935990"/>
                    </a:cubicBezTo>
                    <a:cubicBezTo>
                      <a:pt x="1570990" y="986790"/>
                      <a:pt x="1630680" y="1028700"/>
                      <a:pt x="1717040" y="1109980"/>
                    </a:cubicBezTo>
                    <a:cubicBezTo>
                      <a:pt x="1864360" y="1249680"/>
                      <a:pt x="2151380" y="1612900"/>
                      <a:pt x="2269490" y="1734820"/>
                    </a:cubicBezTo>
                    <a:cubicBezTo>
                      <a:pt x="2321560" y="1788160"/>
                      <a:pt x="2349500" y="1816100"/>
                      <a:pt x="2386330" y="1845310"/>
                    </a:cubicBezTo>
                    <a:cubicBezTo>
                      <a:pt x="2415540" y="1868170"/>
                      <a:pt x="2439670" y="1898650"/>
                      <a:pt x="2470150" y="1899920"/>
                    </a:cubicBezTo>
                    <a:cubicBezTo>
                      <a:pt x="2508250" y="1901190"/>
                      <a:pt x="2565400" y="1870710"/>
                      <a:pt x="2594610" y="1835150"/>
                    </a:cubicBezTo>
                    <a:cubicBezTo>
                      <a:pt x="2628900" y="1794510"/>
                      <a:pt x="2635250" y="1731010"/>
                      <a:pt x="2651760" y="1659890"/>
                    </a:cubicBezTo>
                    <a:cubicBezTo>
                      <a:pt x="2674620" y="1551940"/>
                      <a:pt x="2692400" y="1360170"/>
                      <a:pt x="2702560" y="1245870"/>
                    </a:cubicBezTo>
                    <a:cubicBezTo>
                      <a:pt x="2710180" y="1167130"/>
                      <a:pt x="2717800" y="1113790"/>
                      <a:pt x="2713990" y="1042670"/>
                    </a:cubicBezTo>
                    <a:cubicBezTo>
                      <a:pt x="2708910" y="965200"/>
                      <a:pt x="2703830" y="853440"/>
                      <a:pt x="2668270" y="798830"/>
                    </a:cubicBezTo>
                    <a:cubicBezTo>
                      <a:pt x="2642870" y="759460"/>
                      <a:pt x="2602230" y="727710"/>
                      <a:pt x="2561590" y="723900"/>
                    </a:cubicBezTo>
                    <a:cubicBezTo>
                      <a:pt x="2513330" y="718820"/>
                      <a:pt x="2466340" y="756920"/>
                      <a:pt x="2397760" y="798830"/>
                    </a:cubicBezTo>
                    <a:cubicBezTo>
                      <a:pt x="2252980" y="889000"/>
                      <a:pt x="1921510" y="1153160"/>
                      <a:pt x="1778000" y="1300480"/>
                    </a:cubicBezTo>
                    <a:cubicBezTo>
                      <a:pt x="1685290" y="1394460"/>
                      <a:pt x="1637030" y="1473200"/>
                      <a:pt x="1578610" y="1558290"/>
                    </a:cubicBezTo>
                    <a:cubicBezTo>
                      <a:pt x="1526540" y="1634490"/>
                      <a:pt x="1478280" y="1709420"/>
                      <a:pt x="1441450" y="1784350"/>
                    </a:cubicBezTo>
                    <a:cubicBezTo>
                      <a:pt x="1407160" y="1854200"/>
                      <a:pt x="1367790" y="1940560"/>
                      <a:pt x="1363980" y="1993900"/>
                    </a:cubicBezTo>
                    <a:cubicBezTo>
                      <a:pt x="1362710" y="2026920"/>
                      <a:pt x="1367790" y="2043430"/>
                      <a:pt x="1384300" y="2075180"/>
                    </a:cubicBezTo>
                    <a:cubicBezTo>
                      <a:pt x="1414780" y="2134870"/>
                      <a:pt x="1537970" y="2245360"/>
                      <a:pt x="1578610" y="2302510"/>
                    </a:cubicBezTo>
                    <a:cubicBezTo>
                      <a:pt x="1600200" y="2332990"/>
                      <a:pt x="1614170" y="2346960"/>
                      <a:pt x="1621790" y="2377440"/>
                    </a:cubicBezTo>
                    <a:cubicBezTo>
                      <a:pt x="1631950" y="2421890"/>
                      <a:pt x="1640840" y="2506980"/>
                      <a:pt x="1616710" y="2545080"/>
                    </a:cubicBezTo>
                    <a:cubicBezTo>
                      <a:pt x="1596390" y="2578100"/>
                      <a:pt x="1551940" y="2589530"/>
                      <a:pt x="1503680" y="2602230"/>
                    </a:cubicBezTo>
                    <a:cubicBezTo>
                      <a:pt x="1428750" y="2623820"/>
                      <a:pt x="1290320" y="2640330"/>
                      <a:pt x="1201420" y="2628900"/>
                    </a:cubicBezTo>
                    <a:cubicBezTo>
                      <a:pt x="1126490" y="2618740"/>
                      <a:pt x="1062990" y="2585720"/>
                      <a:pt x="1003300" y="2560320"/>
                    </a:cubicBezTo>
                    <a:cubicBezTo>
                      <a:pt x="952500" y="2537460"/>
                      <a:pt x="908050" y="2523490"/>
                      <a:pt x="867410" y="2486660"/>
                    </a:cubicBezTo>
                    <a:cubicBezTo>
                      <a:pt x="817880" y="2443480"/>
                      <a:pt x="777240" y="2376170"/>
                      <a:pt x="741680" y="2307590"/>
                    </a:cubicBezTo>
                    <a:cubicBezTo>
                      <a:pt x="699770" y="2230120"/>
                      <a:pt x="662940" y="2127250"/>
                      <a:pt x="637540" y="2043430"/>
                    </a:cubicBezTo>
                    <a:cubicBezTo>
                      <a:pt x="615950" y="1969770"/>
                      <a:pt x="605790" y="1906270"/>
                      <a:pt x="594360" y="1833880"/>
                    </a:cubicBezTo>
                    <a:cubicBezTo>
                      <a:pt x="581660" y="1755140"/>
                      <a:pt x="562610" y="1649730"/>
                      <a:pt x="565150" y="1590040"/>
                    </a:cubicBezTo>
                    <a:cubicBezTo>
                      <a:pt x="567690" y="1554480"/>
                      <a:pt x="568960" y="1530350"/>
                      <a:pt x="582930" y="1506220"/>
                    </a:cubicBezTo>
                    <a:cubicBezTo>
                      <a:pt x="599440" y="1478280"/>
                      <a:pt x="629920" y="1451610"/>
                      <a:pt x="662940" y="1437640"/>
                    </a:cubicBezTo>
                    <a:cubicBezTo>
                      <a:pt x="703580" y="1421130"/>
                      <a:pt x="760730" y="1417320"/>
                      <a:pt x="811530" y="1426210"/>
                    </a:cubicBezTo>
                    <a:cubicBezTo>
                      <a:pt x="873760" y="1437640"/>
                      <a:pt x="943610" y="1480820"/>
                      <a:pt x="1005840" y="1512570"/>
                    </a:cubicBezTo>
                    <a:cubicBezTo>
                      <a:pt x="1065530" y="1544320"/>
                      <a:pt x="1126490" y="1581150"/>
                      <a:pt x="1174750" y="1616710"/>
                    </a:cubicBezTo>
                    <a:cubicBezTo>
                      <a:pt x="1215390" y="1645920"/>
                      <a:pt x="1243330" y="1678940"/>
                      <a:pt x="1278890" y="1703070"/>
                    </a:cubicBezTo>
                    <a:cubicBezTo>
                      <a:pt x="1311910" y="1725930"/>
                      <a:pt x="1333500" y="1746250"/>
                      <a:pt x="1383030" y="1758950"/>
                    </a:cubicBezTo>
                    <a:cubicBezTo>
                      <a:pt x="1478280" y="1783080"/>
                      <a:pt x="1715770" y="1743710"/>
                      <a:pt x="1835150" y="1761490"/>
                    </a:cubicBezTo>
                    <a:cubicBezTo>
                      <a:pt x="1915160" y="1774190"/>
                      <a:pt x="1991360" y="1779270"/>
                      <a:pt x="2033270" y="1819910"/>
                    </a:cubicBezTo>
                    <a:cubicBezTo>
                      <a:pt x="2070100" y="1856740"/>
                      <a:pt x="2065020" y="1936750"/>
                      <a:pt x="2085340" y="1982470"/>
                    </a:cubicBezTo>
                    <a:cubicBezTo>
                      <a:pt x="2101850" y="2020570"/>
                      <a:pt x="2118360" y="2053590"/>
                      <a:pt x="2139950" y="2080260"/>
                    </a:cubicBezTo>
                    <a:cubicBezTo>
                      <a:pt x="2157730" y="2103120"/>
                      <a:pt x="2172970" y="2117090"/>
                      <a:pt x="2200910" y="2137410"/>
                    </a:cubicBezTo>
                    <a:cubicBezTo>
                      <a:pt x="2245360" y="2167890"/>
                      <a:pt x="2338070" y="2218690"/>
                      <a:pt x="2392680" y="2237740"/>
                    </a:cubicBezTo>
                    <a:cubicBezTo>
                      <a:pt x="2430780" y="2250440"/>
                      <a:pt x="2463800" y="2252980"/>
                      <a:pt x="2495550" y="2254250"/>
                    </a:cubicBezTo>
                    <a:cubicBezTo>
                      <a:pt x="2522220" y="2255520"/>
                      <a:pt x="2543810" y="2259330"/>
                      <a:pt x="2571750" y="2249170"/>
                    </a:cubicBezTo>
                    <a:cubicBezTo>
                      <a:pt x="2611120" y="2233930"/>
                      <a:pt x="2667000" y="2190750"/>
                      <a:pt x="2701290" y="2147570"/>
                    </a:cubicBezTo>
                    <a:cubicBezTo>
                      <a:pt x="2738120" y="2103120"/>
                      <a:pt x="2767330" y="2043430"/>
                      <a:pt x="2782570" y="1982470"/>
                    </a:cubicBezTo>
                    <a:cubicBezTo>
                      <a:pt x="2797810" y="1917700"/>
                      <a:pt x="2801620" y="1824990"/>
                      <a:pt x="2787650" y="1766570"/>
                    </a:cubicBezTo>
                    <a:cubicBezTo>
                      <a:pt x="2776220" y="1720850"/>
                      <a:pt x="2750820" y="1687830"/>
                      <a:pt x="2725420" y="1656080"/>
                    </a:cubicBezTo>
                    <a:cubicBezTo>
                      <a:pt x="2701290" y="1625600"/>
                      <a:pt x="2678430" y="1602740"/>
                      <a:pt x="2641600" y="1578610"/>
                    </a:cubicBezTo>
                    <a:cubicBezTo>
                      <a:pt x="2589530" y="1545590"/>
                      <a:pt x="2501900" y="1512570"/>
                      <a:pt x="2430780" y="1489710"/>
                    </a:cubicBezTo>
                    <a:cubicBezTo>
                      <a:pt x="2364740" y="1468120"/>
                      <a:pt x="2278380" y="1478280"/>
                      <a:pt x="2233930" y="1445260"/>
                    </a:cubicBezTo>
                    <a:cubicBezTo>
                      <a:pt x="2195830" y="1417320"/>
                      <a:pt x="2188210" y="1379220"/>
                      <a:pt x="2161540" y="1322070"/>
                    </a:cubicBezTo>
                    <a:cubicBezTo>
                      <a:pt x="2109470" y="1207770"/>
                      <a:pt x="2034540" y="927100"/>
                      <a:pt x="1968500" y="788670"/>
                    </a:cubicBezTo>
                    <a:cubicBezTo>
                      <a:pt x="1924050" y="694690"/>
                      <a:pt x="1838960" y="609600"/>
                      <a:pt x="1831340" y="562610"/>
                    </a:cubicBezTo>
                    <a:cubicBezTo>
                      <a:pt x="1828800" y="542290"/>
                      <a:pt x="1835150" y="528320"/>
                      <a:pt x="1842770" y="516890"/>
                    </a:cubicBezTo>
                    <a:cubicBezTo>
                      <a:pt x="1851660" y="504190"/>
                      <a:pt x="1868170" y="494030"/>
                      <a:pt x="1880870" y="490220"/>
                    </a:cubicBezTo>
                    <a:cubicBezTo>
                      <a:pt x="1892300" y="486410"/>
                      <a:pt x="1902460" y="486410"/>
                      <a:pt x="1912620" y="490220"/>
                    </a:cubicBezTo>
                    <a:cubicBezTo>
                      <a:pt x="1925320" y="494030"/>
                      <a:pt x="1938020" y="516890"/>
                      <a:pt x="1951990" y="515620"/>
                    </a:cubicBezTo>
                    <a:cubicBezTo>
                      <a:pt x="1969770" y="514350"/>
                      <a:pt x="1982470" y="473710"/>
                      <a:pt x="2007870" y="463550"/>
                    </a:cubicBezTo>
                    <a:cubicBezTo>
                      <a:pt x="2040890" y="449580"/>
                      <a:pt x="2110740" y="450850"/>
                      <a:pt x="2138680" y="462280"/>
                    </a:cubicBezTo>
                    <a:cubicBezTo>
                      <a:pt x="2156460" y="469900"/>
                      <a:pt x="2166620" y="483870"/>
                      <a:pt x="2172970" y="497840"/>
                    </a:cubicBezTo>
                    <a:cubicBezTo>
                      <a:pt x="2179320" y="511810"/>
                      <a:pt x="2179320" y="533400"/>
                      <a:pt x="2175510" y="547370"/>
                    </a:cubicBezTo>
                    <a:cubicBezTo>
                      <a:pt x="2172970" y="558800"/>
                      <a:pt x="2167890" y="568960"/>
                      <a:pt x="2159000" y="576580"/>
                    </a:cubicBezTo>
                    <a:cubicBezTo>
                      <a:pt x="2147570" y="585470"/>
                      <a:pt x="2131060" y="598170"/>
                      <a:pt x="2113280" y="596900"/>
                    </a:cubicBezTo>
                    <a:cubicBezTo>
                      <a:pt x="2081530" y="593090"/>
                      <a:pt x="2042160" y="543560"/>
                      <a:pt x="1987550" y="511810"/>
                    </a:cubicBezTo>
                    <a:cubicBezTo>
                      <a:pt x="1897380" y="461010"/>
                      <a:pt x="1744980" y="389890"/>
                      <a:pt x="1607820" y="335280"/>
                    </a:cubicBezTo>
                    <a:cubicBezTo>
                      <a:pt x="1454150" y="275590"/>
                      <a:pt x="1245870" y="203200"/>
                      <a:pt x="1107440" y="172720"/>
                    </a:cubicBezTo>
                    <a:cubicBezTo>
                      <a:pt x="1014730" y="153670"/>
                      <a:pt x="955040" y="153670"/>
                      <a:pt x="868680" y="146050"/>
                    </a:cubicBezTo>
                    <a:cubicBezTo>
                      <a:pt x="764540" y="137160"/>
                      <a:pt x="626110" y="116840"/>
                      <a:pt x="524510" y="128270"/>
                    </a:cubicBezTo>
                    <a:cubicBezTo>
                      <a:pt x="439420" y="138430"/>
                      <a:pt x="355600" y="162560"/>
                      <a:pt x="295910" y="193040"/>
                    </a:cubicBezTo>
                    <a:cubicBezTo>
                      <a:pt x="250190" y="217170"/>
                      <a:pt x="213360" y="251460"/>
                      <a:pt x="187960" y="281940"/>
                    </a:cubicBezTo>
                    <a:cubicBezTo>
                      <a:pt x="167640" y="304800"/>
                      <a:pt x="154940" y="327660"/>
                      <a:pt x="144780" y="355600"/>
                    </a:cubicBezTo>
                    <a:cubicBezTo>
                      <a:pt x="134620" y="383540"/>
                      <a:pt x="128270" y="412750"/>
                      <a:pt x="129540" y="449580"/>
                    </a:cubicBezTo>
                    <a:cubicBezTo>
                      <a:pt x="129540" y="501650"/>
                      <a:pt x="146050" y="572770"/>
                      <a:pt x="168910" y="633730"/>
                    </a:cubicBezTo>
                    <a:cubicBezTo>
                      <a:pt x="193040" y="698500"/>
                      <a:pt x="227330" y="762000"/>
                      <a:pt x="271780" y="825500"/>
                    </a:cubicBezTo>
                    <a:cubicBezTo>
                      <a:pt x="323850" y="899160"/>
                      <a:pt x="388620" y="975360"/>
                      <a:pt x="468630" y="1047750"/>
                    </a:cubicBezTo>
                    <a:cubicBezTo>
                      <a:pt x="562610" y="1134110"/>
                      <a:pt x="699770" y="1225550"/>
                      <a:pt x="810260" y="1297940"/>
                    </a:cubicBezTo>
                    <a:cubicBezTo>
                      <a:pt x="905510" y="1358900"/>
                      <a:pt x="981710" y="1409700"/>
                      <a:pt x="1085850" y="1456690"/>
                    </a:cubicBezTo>
                    <a:cubicBezTo>
                      <a:pt x="1209040" y="1512570"/>
                      <a:pt x="1424940" y="1600200"/>
                      <a:pt x="1508760" y="1600200"/>
                    </a:cubicBezTo>
                    <a:cubicBezTo>
                      <a:pt x="1544320" y="1598930"/>
                      <a:pt x="1568450" y="1593850"/>
                      <a:pt x="1584960" y="1572260"/>
                    </a:cubicBezTo>
                    <a:cubicBezTo>
                      <a:pt x="1607820" y="1544320"/>
                      <a:pt x="1609090" y="1470660"/>
                      <a:pt x="1604010" y="1424940"/>
                    </a:cubicBezTo>
                    <a:cubicBezTo>
                      <a:pt x="1598930" y="1384300"/>
                      <a:pt x="1582420" y="1355090"/>
                      <a:pt x="1559560" y="1309370"/>
                    </a:cubicBezTo>
                    <a:cubicBezTo>
                      <a:pt x="1522730" y="1236980"/>
                      <a:pt x="1446530" y="1117600"/>
                      <a:pt x="1388110" y="1040130"/>
                    </a:cubicBezTo>
                    <a:cubicBezTo>
                      <a:pt x="1338580" y="975360"/>
                      <a:pt x="1270000" y="889000"/>
                      <a:pt x="1235710" y="869950"/>
                    </a:cubicBezTo>
                    <a:cubicBezTo>
                      <a:pt x="1221740" y="862330"/>
                      <a:pt x="1211580" y="871220"/>
                      <a:pt x="1201420" y="864870"/>
                    </a:cubicBezTo>
                    <a:cubicBezTo>
                      <a:pt x="1188720" y="858520"/>
                      <a:pt x="1176020" y="840740"/>
                      <a:pt x="1170940" y="826770"/>
                    </a:cubicBezTo>
                    <a:cubicBezTo>
                      <a:pt x="1165860" y="812800"/>
                      <a:pt x="1168400" y="791210"/>
                      <a:pt x="1173480" y="778510"/>
                    </a:cubicBezTo>
                    <a:cubicBezTo>
                      <a:pt x="1177290" y="767080"/>
                      <a:pt x="1184910" y="758190"/>
                      <a:pt x="1192530" y="751840"/>
                    </a:cubicBezTo>
                    <a:cubicBezTo>
                      <a:pt x="1201420" y="745490"/>
                      <a:pt x="1211580" y="739140"/>
                      <a:pt x="1223010" y="737870"/>
                    </a:cubicBezTo>
                    <a:cubicBezTo>
                      <a:pt x="1236980" y="736600"/>
                      <a:pt x="1271270" y="744220"/>
                      <a:pt x="1271270" y="746760"/>
                    </a:cubicBezTo>
                    <a:cubicBezTo>
                      <a:pt x="1271270" y="749300"/>
                      <a:pt x="1195070" y="755650"/>
                      <a:pt x="1193800" y="751840"/>
                    </a:cubicBezTo>
                    <a:cubicBezTo>
                      <a:pt x="1192530" y="748030"/>
                      <a:pt x="1285240" y="735330"/>
                      <a:pt x="1294130" y="712470"/>
                    </a:cubicBezTo>
                    <a:cubicBezTo>
                      <a:pt x="1301750" y="690880"/>
                      <a:pt x="1266190" y="648970"/>
                      <a:pt x="1242060" y="619760"/>
                    </a:cubicBezTo>
                    <a:cubicBezTo>
                      <a:pt x="1214120" y="584200"/>
                      <a:pt x="1170940" y="548640"/>
                      <a:pt x="1129030" y="518160"/>
                    </a:cubicBezTo>
                    <a:cubicBezTo>
                      <a:pt x="1085850" y="487680"/>
                      <a:pt x="1043940" y="458470"/>
                      <a:pt x="984250" y="439420"/>
                    </a:cubicBezTo>
                    <a:cubicBezTo>
                      <a:pt x="900430" y="410210"/>
                      <a:pt x="706120" y="355600"/>
                      <a:pt x="664210" y="392430"/>
                    </a:cubicBezTo>
                    <a:cubicBezTo>
                      <a:pt x="637540" y="415290"/>
                      <a:pt x="645160" y="485140"/>
                      <a:pt x="665480" y="527050"/>
                    </a:cubicBezTo>
                    <a:cubicBezTo>
                      <a:pt x="692150" y="585470"/>
                      <a:pt x="791210" y="643890"/>
                      <a:pt x="854710" y="688340"/>
                    </a:cubicBezTo>
                    <a:cubicBezTo>
                      <a:pt x="910590" y="727710"/>
                      <a:pt x="967740" y="759460"/>
                      <a:pt x="1023620" y="786130"/>
                    </a:cubicBezTo>
                    <a:cubicBezTo>
                      <a:pt x="1073150" y="808990"/>
                      <a:pt x="1113790" y="826770"/>
                      <a:pt x="1169670" y="839470"/>
                    </a:cubicBezTo>
                    <a:cubicBezTo>
                      <a:pt x="1240790" y="857250"/>
                      <a:pt x="1336040" y="881380"/>
                      <a:pt x="1419860" y="869950"/>
                    </a:cubicBezTo>
                    <a:cubicBezTo>
                      <a:pt x="1507490" y="858520"/>
                      <a:pt x="1619250" y="797560"/>
                      <a:pt x="1682750" y="760730"/>
                    </a:cubicBezTo>
                    <a:cubicBezTo>
                      <a:pt x="1722120" y="737870"/>
                      <a:pt x="1731010" y="717550"/>
                      <a:pt x="1771650" y="690880"/>
                    </a:cubicBezTo>
                    <a:cubicBezTo>
                      <a:pt x="1845310" y="643890"/>
                      <a:pt x="2019300" y="551180"/>
                      <a:pt x="2095500" y="516890"/>
                    </a:cubicBezTo>
                    <a:cubicBezTo>
                      <a:pt x="2136140" y="499110"/>
                      <a:pt x="2151380" y="492760"/>
                      <a:pt x="2189480" y="483870"/>
                    </a:cubicBezTo>
                    <a:cubicBezTo>
                      <a:pt x="2245360" y="471170"/>
                      <a:pt x="2322830" y="474980"/>
                      <a:pt x="2400300" y="462280"/>
                    </a:cubicBezTo>
                    <a:cubicBezTo>
                      <a:pt x="2499360" y="444500"/>
                      <a:pt x="2639060" y="421640"/>
                      <a:pt x="2730500" y="382270"/>
                    </a:cubicBezTo>
                    <a:cubicBezTo>
                      <a:pt x="2804160" y="349250"/>
                      <a:pt x="2867660" y="285750"/>
                      <a:pt x="2915920" y="257810"/>
                    </a:cubicBezTo>
                    <a:cubicBezTo>
                      <a:pt x="2943860" y="241300"/>
                      <a:pt x="2959100" y="232410"/>
                      <a:pt x="2984500" y="223520"/>
                    </a:cubicBezTo>
                    <a:cubicBezTo>
                      <a:pt x="3014980" y="212090"/>
                      <a:pt x="3050540" y="194310"/>
                      <a:pt x="3088640" y="200660"/>
                    </a:cubicBezTo>
                    <a:cubicBezTo>
                      <a:pt x="3141980" y="209550"/>
                      <a:pt x="3224530" y="256540"/>
                      <a:pt x="3266440" y="303530"/>
                    </a:cubicBezTo>
                    <a:cubicBezTo>
                      <a:pt x="3305810" y="345440"/>
                      <a:pt x="3323590" y="402590"/>
                      <a:pt x="3342640" y="461010"/>
                    </a:cubicBezTo>
                    <a:cubicBezTo>
                      <a:pt x="3365500" y="527050"/>
                      <a:pt x="3375660" y="603250"/>
                      <a:pt x="3387090" y="681990"/>
                    </a:cubicBezTo>
                    <a:cubicBezTo>
                      <a:pt x="3399790" y="769620"/>
                      <a:pt x="3412490" y="895350"/>
                      <a:pt x="3412490" y="962660"/>
                    </a:cubicBezTo>
                    <a:cubicBezTo>
                      <a:pt x="3412490" y="1000760"/>
                      <a:pt x="3413760" y="1019810"/>
                      <a:pt x="3403600" y="1051560"/>
                    </a:cubicBezTo>
                    <a:cubicBezTo>
                      <a:pt x="3392170" y="1090930"/>
                      <a:pt x="3364230" y="1140460"/>
                      <a:pt x="3335020" y="1174750"/>
                    </a:cubicBezTo>
                    <a:cubicBezTo>
                      <a:pt x="3308350" y="1207770"/>
                      <a:pt x="3276600" y="1231900"/>
                      <a:pt x="3237230" y="1253490"/>
                    </a:cubicBezTo>
                    <a:cubicBezTo>
                      <a:pt x="3194050" y="1278890"/>
                      <a:pt x="3145790" y="1291590"/>
                      <a:pt x="3084830" y="1310640"/>
                    </a:cubicBezTo>
                    <a:cubicBezTo>
                      <a:pt x="2994660" y="1337310"/>
                      <a:pt x="2814320" y="1358900"/>
                      <a:pt x="2748280" y="1393190"/>
                    </a:cubicBezTo>
                    <a:cubicBezTo>
                      <a:pt x="2713990" y="1410970"/>
                      <a:pt x="2694940" y="1422400"/>
                      <a:pt x="2680970" y="1449070"/>
                    </a:cubicBezTo>
                    <a:cubicBezTo>
                      <a:pt x="2664460" y="1482090"/>
                      <a:pt x="2682240" y="1553210"/>
                      <a:pt x="2669540" y="1588770"/>
                    </a:cubicBezTo>
                    <a:cubicBezTo>
                      <a:pt x="2661920" y="1612900"/>
                      <a:pt x="2647950" y="1635760"/>
                      <a:pt x="2632710" y="1647190"/>
                    </a:cubicBezTo>
                    <a:cubicBezTo>
                      <a:pt x="2618740" y="1656080"/>
                      <a:pt x="2600960" y="1657350"/>
                      <a:pt x="2585720" y="1654810"/>
                    </a:cubicBezTo>
                    <a:cubicBezTo>
                      <a:pt x="2570480" y="1653540"/>
                      <a:pt x="2553970" y="1644650"/>
                      <a:pt x="2543810" y="1633220"/>
                    </a:cubicBezTo>
                    <a:cubicBezTo>
                      <a:pt x="2532380" y="1623060"/>
                      <a:pt x="2524760" y="1606550"/>
                      <a:pt x="2522220" y="1591310"/>
                    </a:cubicBezTo>
                    <a:cubicBezTo>
                      <a:pt x="2520950" y="1576070"/>
                      <a:pt x="2523490" y="1558290"/>
                      <a:pt x="2532380" y="1544320"/>
                    </a:cubicBezTo>
                    <a:cubicBezTo>
                      <a:pt x="2542540" y="1529080"/>
                      <a:pt x="2570480" y="1508760"/>
                      <a:pt x="2590800" y="1507490"/>
                    </a:cubicBezTo>
                    <a:cubicBezTo>
                      <a:pt x="2611120" y="1506220"/>
                      <a:pt x="2641600" y="1520190"/>
                      <a:pt x="2654300" y="1535430"/>
                    </a:cubicBezTo>
                    <a:cubicBezTo>
                      <a:pt x="2667000" y="1551940"/>
                      <a:pt x="2670810" y="1584960"/>
                      <a:pt x="2667000" y="1604010"/>
                    </a:cubicBezTo>
                    <a:cubicBezTo>
                      <a:pt x="2663190" y="1619250"/>
                      <a:pt x="2651760" y="1633220"/>
                      <a:pt x="2639060" y="1642110"/>
                    </a:cubicBezTo>
                    <a:cubicBezTo>
                      <a:pt x="2626360" y="1651000"/>
                      <a:pt x="2608580" y="1656080"/>
                      <a:pt x="2593340" y="1656080"/>
                    </a:cubicBezTo>
                    <a:cubicBezTo>
                      <a:pt x="2578100" y="1654810"/>
                      <a:pt x="2560320" y="1648460"/>
                      <a:pt x="2548890" y="1639570"/>
                    </a:cubicBezTo>
                    <a:cubicBezTo>
                      <a:pt x="2537460" y="1629410"/>
                      <a:pt x="2528570" y="1616710"/>
                      <a:pt x="2523490" y="1598930"/>
                    </a:cubicBezTo>
                    <a:cubicBezTo>
                      <a:pt x="2517140" y="1572260"/>
                      <a:pt x="2527300" y="1526540"/>
                      <a:pt x="2531110" y="1492250"/>
                    </a:cubicBezTo>
                    <a:cubicBezTo>
                      <a:pt x="2533650" y="1459230"/>
                      <a:pt x="2529840" y="1427480"/>
                      <a:pt x="2545080" y="1397000"/>
                    </a:cubicBezTo>
                    <a:cubicBezTo>
                      <a:pt x="2564130" y="1356360"/>
                      <a:pt x="2600960" y="1308100"/>
                      <a:pt x="2650490" y="1280160"/>
                    </a:cubicBezTo>
                    <a:cubicBezTo>
                      <a:pt x="2716530" y="1240790"/>
                      <a:pt x="2835910" y="1242060"/>
                      <a:pt x="2922270" y="1219200"/>
                    </a:cubicBezTo>
                    <a:cubicBezTo>
                      <a:pt x="3003550" y="1197610"/>
                      <a:pt x="3091180" y="1178560"/>
                      <a:pt x="3154680" y="1148080"/>
                    </a:cubicBezTo>
                    <a:cubicBezTo>
                      <a:pt x="3202940" y="1125220"/>
                      <a:pt x="3252470" y="1108710"/>
                      <a:pt x="3275330" y="1068070"/>
                    </a:cubicBezTo>
                    <a:cubicBezTo>
                      <a:pt x="3302000" y="1018540"/>
                      <a:pt x="3284220" y="934720"/>
                      <a:pt x="3276600" y="855980"/>
                    </a:cubicBezTo>
                    <a:cubicBezTo>
                      <a:pt x="3268980" y="756920"/>
                      <a:pt x="3244850" y="604520"/>
                      <a:pt x="3216910" y="521970"/>
                    </a:cubicBezTo>
                    <a:cubicBezTo>
                      <a:pt x="3199130" y="469900"/>
                      <a:pt x="3180080" y="430530"/>
                      <a:pt x="3153410" y="401320"/>
                    </a:cubicBezTo>
                    <a:cubicBezTo>
                      <a:pt x="3133090" y="378460"/>
                      <a:pt x="3106420" y="358140"/>
                      <a:pt x="3079750" y="354330"/>
                    </a:cubicBezTo>
                    <a:cubicBezTo>
                      <a:pt x="3055620" y="350520"/>
                      <a:pt x="3035300" y="360680"/>
                      <a:pt x="3004820" y="374650"/>
                    </a:cubicBezTo>
                    <a:cubicBezTo>
                      <a:pt x="2946400" y="398780"/>
                      <a:pt x="2860040" y="480060"/>
                      <a:pt x="2771140" y="515620"/>
                    </a:cubicBezTo>
                    <a:cubicBezTo>
                      <a:pt x="2665730" y="557530"/>
                      <a:pt x="2508250" y="581660"/>
                      <a:pt x="2407920" y="596900"/>
                    </a:cubicBezTo>
                    <a:cubicBezTo>
                      <a:pt x="2339340" y="607060"/>
                      <a:pt x="2278380" y="600710"/>
                      <a:pt x="2231390" y="609600"/>
                    </a:cubicBezTo>
                    <a:cubicBezTo>
                      <a:pt x="2198370" y="615950"/>
                      <a:pt x="2184400" y="619760"/>
                      <a:pt x="2150110" y="635000"/>
                    </a:cubicBezTo>
                    <a:cubicBezTo>
                      <a:pt x="2081530" y="662940"/>
                      <a:pt x="1924050" y="746760"/>
                      <a:pt x="1849120" y="793750"/>
                    </a:cubicBezTo>
                    <a:cubicBezTo>
                      <a:pt x="1803400" y="822960"/>
                      <a:pt x="1779270" y="852170"/>
                      <a:pt x="1739900" y="876300"/>
                    </a:cubicBezTo>
                    <a:cubicBezTo>
                      <a:pt x="1703070" y="899160"/>
                      <a:pt x="1668780" y="916940"/>
                      <a:pt x="1623060" y="933450"/>
                    </a:cubicBezTo>
                    <a:cubicBezTo>
                      <a:pt x="1563370" y="956310"/>
                      <a:pt x="1487170" y="986790"/>
                      <a:pt x="1409700" y="991870"/>
                    </a:cubicBezTo>
                    <a:cubicBezTo>
                      <a:pt x="1323340" y="998220"/>
                      <a:pt x="1209040" y="972820"/>
                      <a:pt x="1129030" y="953770"/>
                    </a:cubicBezTo>
                    <a:cubicBezTo>
                      <a:pt x="1065530" y="937260"/>
                      <a:pt x="1018540" y="919480"/>
                      <a:pt x="962660" y="892810"/>
                    </a:cubicBezTo>
                    <a:cubicBezTo>
                      <a:pt x="900430" y="864870"/>
                      <a:pt x="835660" y="830580"/>
                      <a:pt x="770890" y="784860"/>
                    </a:cubicBezTo>
                    <a:cubicBezTo>
                      <a:pt x="697230" y="731520"/>
                      <a:pt x="594360" y="651510"/>
                      <a:pt x="547370" y="585470"/>
                    </a:cubicBezTo>
                    <a:cubicBezTo>
                      <a:pt x="514350" y="538480"/>
                      <a:pt x="495300" y="491490"/>
                      <a:pt x="490220" y="444500"/>
                    </a:cubicBezTo>
                    <a:cubicBezTo>
                      <a:pt x="485140" y="400050"/>
                      <a:pt x="482600" y="342900"/>
                      <a:pt x="509270" y="313690"/>
                    </a:cubicBezTo>
                    <a:cubicBezTo>
                      <a:pt x="538480" y="279400"/>
                      <a:pt x="610870" y="271780"/>
                      <a:pt x="678180" y="267970"/>
                    </a:cubicBezTo>
                    <a:cubicBezTo>
                      <a:pt x="777240" y="262890"/>
                      <a:pt x="946150" y="292100"/>
                      <a:pt x="1043940" y="325120"/>
                    </a:cubicBezTo>
                    <a:cubicBezTo>
                      <a:pt x="1113790" y="347980"/>
                      <a:pt x="1164590" y="381000"/>
                      <a:pt x="1216660" y="416560"/>
                    </a:cubicBezTo>
                    <a:cubicBezTo>
                      <a:pt x="1267460" y="449580"/>
                      <a:pt x="1315720" y="488950"/>
                      <a:pt x="1353820" y="530860"/>
                    </a:cubicBezTo>
                    <a:cubicBezTo>
                      <a:pt x="1390650" y="572770"/>
                      <a:pt x="1437640" y="617220"/>
                      <a:pt x="1445260" y="666750"/>
                    </a:cubicBezTo>
                    <a:cubicBezTo>
                      <a:pt x="1452880" y="715010"/>
                      <a:pt x="1436370" y="791210"/>
                      <a:pt x="1400810" y="824230"/>
                    </a:cubicBezTo>
                    <a:cubicBezTo>
                      <a:pt x="1360170" y="861060"/>
                      <a:pt x="1236980" y="877570"/>
                      <a:pt x="1201420" y="864870"/>
                    </a:cubicBezTo>
                    <a:cubicBezTo>
                      <a:pt x="1183640" y="858520"/>
                      <a:pt x="1176020" y="840740"/>
                      <a:pt x="1170940" y="826770"/>
                    </a:cubicBezTo>
                    <a:cubicBezTo>
                      <a:pt x="1165860" y="812800"/>
                      <a:pt x="1165860" y="792480"/>
                      <a:pt x="1173480" y="778510"/>
                    </a:cubicBezTo>
                    <a:cubicBezTo>
                      <a:pt x="1181100" y="762000"/>
                      <a:pt x="1206500" y="742950"/>
                      <a:pt x="1223010" y="737870"/>
                    </a:cubicBezTo>
                    <a:cubicBezTo>
                      <a:pt x="1234440" y="734060"/>
                      <a:pt x="1242060" y="736600"/>
                      <a:pt x="1256030" y="739140"/>
                    </a:cubicBezTo>
                    <a:cubicBezTo>
                      <a:pt x="1277620" y="745490"/>
                      <a:pt x="1306830" y="759460"/>
                      <a:pt x="1336040" y="783590"/>
                    </a:cubicBezTo>
                    <a:cubicBezTo>
                      <a:pt x="1383030" y="821690"/>
                      <a:pt x="1438910" y="899160"/>
                      <a:pt x="1492250" y="969010"/>
                    </a:cubicBezTo>
                    <a:cubicBezTo>
                      <a:pt x="1555750" y="1054100"/>
                      <a:pt x="1642110" y="1178560"/>
                      <a:pt x="1685290" y="1259840"/>
                    </a:cubicBezTo>
                    <a:cubicBezTo>
                      <a:pt x="1713230" y="1311910"/>
                      <a:pt x="1727200" y="1350010"/>
                      <a:pt x="1739900" y="1395730"/>
                    </a:cubicBezTo>
                    <a:cubicBezTo>
                      <a:pt x="1752600" y="1440180"/>
                      <a:pt x="1770380" y="1493520"/>
                      <a:pt x="1764030" y="1531620"/>
                    </a:cubicBezTo>
                    <a:cubicBezTo>
                      <a:pt x="1760220" y="1562100"/>
                      <a:pt x="1741170" y="1588770"/>
                      <a:pt x="1723390" y="1610360"/>
                    </a:cubicBezTo>
                    <a:cubicBezTo>
                      <a:pt x="1706880" y="1631950"/>
                      <a:pt x="1686560" y="1649730"/>
                      <a:pt x="1663700" y="1663700"/>
                    </a:cubicBezTo>
                    <a:cubicBezTo>
                      <a:pt x="1639570" y="1680210"/>
                      <a:pt x="1607820" y="1691640"/>
                      <a:pt x="1578610" y="1700530"/>
                    </a:cubicBezTo>
                    <a:cubicBezTo>
                      <a:pt x="1549400" y="1709420"/>
                      <a:pt x="1529080" y="1720850"/>
                      <a:pt x="1488440" y="1717040"/>
                    </a:cubicBezTo>
                    <a:cubicBezTo>
                      <a:pt x="1393190" y="1709420"/>
                      <a:pt x="1159510" y="1619250"/>
                      <a:pt x="1027430" y="1558290"/>
                    </a:cubicBezTo>
                    <a:cubicBezTo>
                      <a:pt x="916940" y="1508760"/>
                      <a:pt x="839470" y="1457960"/>
                      <a:pt x="739140" y="1393190"/>
                    </a:cubicBezTo>
                    <a:cubicBezTo>
                      <a:pt x="623570" y="1318260"/>
                      <a:pt x="478790" y="1220470"/>
                      <a:pt x="378460" y="1127760"/>
                    </a:cubicBezTo>
                    <a:cubicBezTo>
                      <a:pt x="292100" y="1049020"/>
                      <a:pt x="220980" y="966470"/>
                      <a:pt x="163830" y="883920"/>
                    </a:cubicBezTo>
                    <a:cubicBezTo>
                      <a:pt x="114300" y="810260"/>
                      <a:pt x="73660" y="737870"/>
                      <a:pt x="45720" y="660400"/>
                    </a:cubicBezTo>
                    <a:cubicBezTo>
                      <a:pt x="20320" y="585470"/>
                      <a:pt x="0" y="495300"/>
                      <a:pt x="1270" y="426720"/>
                    </a:cubicBezTo>
                    <a:cubicBezTo>
                      <a:pt x="2540" y="374650"/>
                      <a:pt x="16510" y="328930"/>
                      <a:pt x="35560" y="287020"/>
                    </a:cubicBezTo>
                    <a:cubicBezTo>
                      <a:pt x="53340" y="247650"/>
                      <a:pt x="76200" y="213360"/>
                      <a:pt x="109220" y="180340"/>
                    </a:cubicBezTo>
                    <a:cubicBezTo>
                      <a:pt x="147320" y="142240"/>
                      <a:pt x="198120" y="105410"/>
                      <a:pt x="257810" y="78740"/>
                    </a:cubicBezTo>
                    <a:cubicBezTo>
                      <a:pt x="331470" y="45720"/>
                      <a:pt x="430530" y="21590"/>
                      <a:pt x="527050" y="11430"/>
                    </a:cubicBezTo>
                    <a:cubicBezTo>
                      <a:pt x="636270" y="0"/>
                      <a:pt x="772160" y="19050"/>
                      <a:pt x="881380" y="27940"/>
                    </a:cubicBezTo>
                    <a:cubicBezTo>
                      <a:pt x="975360" y="35560"/>
                      <a:pt x="1042670" y="36830"/>
                      <a:pt x="1143000" y="57150"/>
                    </a:cubicBezTo>
                    <a:cubicBezTo>
                      <a:pt x="1287780" y="88900"/>
                      <a:pt x="1525270" y="168910"/>
                      <a:pt x="1659890" y="219710"/>
                    </a:cubicBezTo>
                    <a:cubicBezTo>
                      <a:pt x="1751330" y="254000"/>
                      <a:pt x="1809750" y="280670"/>
                      <a:pt x="1882140" y="318770"/>
                    </a:cubicBezTo>
                    <a:cubicBezTo>
                      <a:pt x="1958340" y="358140"/>
                      <a:pt x="2057400" y="434340"/>
                      <a:pt x="2105660" y="455930"/>
                    </a:cubicBezTo>
                    <a:cubicBezTo>
                      <a:pt x="2125980" y="466090"/>
                      <a:pt x="2141220" y="463550"/>
                      <a:pt x="2152650" y="471170"/>
                    </a:cubicBezTo>
                    <a:cubicBezTo>
                      <a:pt x="2162810" y="477520"/>
                      <a:pt x="2169160" y="486410"/>
                      <a:pt x="2172970" y="497840"/>
                    </a:cubicBezTo>
                    <a:cubicBezTo>
                      <a:pt x="2178050" y="511810"/>
                      <a:pt x="2181860" y="532130"/>
                      <a:pt x="2175510" y="547370"/>
                    </a:cubicBezTo>
                    <a:cubicBezTo>
                      <a:pt x="2169160" y="565150"/>
                      <a:pt x="2155190" y="582930"/>
                      <a:pt x="2129790" y="593090"/>
                    </a:cubicBezTo>
                    <a:cubicBezTo>
                      <a:pt x="2076450" y="614680"/>
                      <a:pt x="1875790" y="614680"/>
                      <a:pt x="1842770" y="591820"/>
                    </a:cubicBezTo>
                    <a:cubicBezTo>
                      <a:pt x="1832610" y="584200"/>
                      <a:pt x="1833880" y="572770"/>
                      <a:pt x="1831340" y="562610"/>
                    </a:cubicBezTo>
                    <a:cubicBezTo>
                      <a:pt x="1830070" y="552450"/>
                      <a:pt x="1831340" y="541020"/>
                      <a:pt x="1835150" y="530860"/>
                    </a:cubicBezTo>
                    <a:cubicBezTo>
                      <a:pt x="1841500" y="518160"/>
                      <a:pt x="1854200" y="502920"/>
                      <a:pt x="1866900" y="495300"/>
                    </a:cubicBezTo>
                    <a:cubicBezTo>
                      <a:pt x="1879600" y="488950"/>
                      <a:pt x="1898650" y="486410"/>
                      <a:pt x="1912620" y="490220"/>
                    </a:cubicBezTo>
                    <a:cubicBezTo>
                      <a:pt x="1927860" y="492760"/>
                      <a:pt x="1936750" y="500380"/>
                      <a:pt x="1951990" y="515620"/>
                    </a:cubicBezTo>
                    <a:cubicBezTo>
                      <a:pt x="1986280" y="553720"/>
                      <a:pt x="2043430" y="656590"/>
                      <a:pt x="2085340" y="741680"/>
                    </a:cubicBezTo>
                    <a:cubicBezTo>
                      <a:pt x="2134870" y="844550"/>
                      <a:pt x="2186940" y="986790"/>
                      <a:pt x="2226310" y="1092200"/>
                    </a:cubicBezTo>
                    <a:cubicBezTo>
                      <a:pt x="2258060" y="1178560"/>
                      <a:pt x="2256790" y="1287780"/>
                      <a:pt x="2305050" y="1330960"/>
                    </a:cubicBezTo>
                    <a:cubicBezTo>
                      <a:pt x="2345690" y="1366520"/>
                      <a:pt x="2421890" y="1351280"/>
                      <a:pt x="2473960" y="1365250"/>
                    </a:cubicBezTo>
                    <a:cubicBezTo>
                      <a:pt x="2518410" y="1376680"/>
                      <a:pt x="2557780" y="1389380"/>
                      <a:pt x="2599690" y="1408430"/>
                    </a:cubicBezTo>
                    <a:cubicBezTo>
                      <a:pt x="2644140" y="1427480"/>
                      <a:pt x="2692400" y="1450340"/>
                      <a:pt x="2731770" y="1478280"/>
                    </a:cubicBezTo>
                    <a:cubicBezTo>
                      <a:pt x="2768600" y="1504950"/>
                      <a:pt x="2801620" y="1536700"/>
                      <a:pt x="2830830" y="1568450"/>
                    </a:cubicBezTo>
                    <a:cubicBezTo>
                      <a:pt x="2858770" y="1600200"/>
                      <a:pt x="2886710" y="1625600"/>
                      <a:pt x="2903220" y="1667510"/>
                    </a:cubicBezTo>
                    <a:cubicBezTo>
                      <a:pt x="2924810" y="1724660"/>
                      <a:pt x="2927350" y="1823720"/>
                      <a:pt x="2927350" y="1891030"/>
                    </a:cubicBezTo>
                    <a:cubicBezTo>
                      <a:pt x="2926080" y="1944370"/>
                      <a:pt x="2923540" y="1986280"/>
                      <a:pt x="2907030" y="2037080"/>
                    </a:cubicBezTo>
                    <a:cubicBezTo>
                      <a:pt x="2886710" y="2100580"/>
                      <a:pt x="2844800" y="2180590"/>
                      <a:pt x="2802890" y="2237740"/>
                    </a:cubicBezTo>
                    <a:cubicBezTo>
                      <a:pt x="2766060" y="2289810"/>
                      <a:pt x="2727960" y="2344420"/>
                      <a:pt x="2674620" y="2369820"/>
                    </a:cubicBezTo>
                    <a:cubicBezTo>
                      <a:pt x="2618740" y="2397760"/>
                      <a:pt x="2532380" y="2395220"/>
                      <a:pt x="2471420" y="2392680"/>
                    </a:cubicBezTo>
                    <a:cubicBezTo>
                      <a:pt x="2419350" y="2391410"/>
                      <a:pt x="2381250" y="2383790"/>
                      <a:pt x="2329180" y="2366010"/>
                    </a:cubicBezTo>
                    <a:cubicBezTo>
                      <a:pt x="2259330" y="2343150"/>
                      <a:pt x="2157730" y="2297430"/>
                      <a:pt x="2095500" y="2247900"/>
                    </a:cubicBezTo>
                    <a:cubicBezTo>
                      <a:pt x="2044700" y="2207260"/>
                      <a:pt x="2002790" y="2145030"/>
                      <a:pt x="1974850" y="2104390"/>
                    </a:cubicBezTo>
                    <a:cubicBezTo>
                      <a:pt x="1957070" y="2076450"/>
                      <a:pt x="1944370" y="2058670"/>
                      <a:pt x="1936750" y="2032000"/>
                    </a:cubicBezTo>
                    <a:cubicBezTo>
                      <a:pt x="1927860" y="2001520"/>
                      <a:pt x="1946910" y="1950720"/>
                      <a:pt x="1929130" y="1930400"/>
                    </a:cubicBezTo>
                    <a:cubicBezTo>
                      <a:pt x="1911350" y="1910080"/>
                      <a:pt x="1878330" y="1912620"/>
                      <a:pt x="1833880" y="1906270"/>
                    </a:cubicBezTo>
                    <a:cubicBezTo>
                      <a:pt x="1741170" y="1893570"/>
                      <a:pt x="1507490" y="1920240"/>
                      <a:pt x="1391920" y="1891030"/>
                    </a:cubicBezTo>
                    <a:cubicBezTo>
                      <a:pt x="1311910" y="1871980"/>
                      <a:pt x="1249680" y="1831340"/>
                      <a:pt x="1198880" y="1798320"/>
                    </a:cubicBezTo>
                    <a:cubicBezTo>
                      <a:pt x="1162050" y="1774190"/>
                      <a:pt x="1150620" y="1750060"/>
                      <a:pt x="1111250" y="1722120"/>
                    </a:cubicBezTo>
                    <a:cubicBezTo>
                      <a:pt x="1041400" y="1673860"/>
                      <a:pt x="889000" y="1568450"/>
                      <a:pt x="808990" y="1555750"/>
                    </a:cubicBezTo>
                    <a:cubicBezTo>
                      <a:pt x="760730" y="1549400"/>
                      <a:pt x="708660" y="1553210"/>
                      <a:pt x="688340" y="1581150"/>
                    </a:cubicBezTo>
                    <a:cubicBezTo>
                      <a:pt x="659130" y="1620520"/>
                      <a:pt x="698500" y="1737360"/>
                      <a:pt x="709930" y="1809750"/>
                    </a:cubicBezTo>
                    <a:cubicBezTo>
                      <a:pt x="720090" y="1875790"/>
                      <a:pt x="730250" y="1932940"/>
                      <a:pt x="749300" y="2000250"/>
                    </a:cubicBezTo>
                    <a:cubicBezTo>
                      <a:pt x="772160" y="2076450"/>
                      <a:pt x="808990" y="2172970"/>
                      <a:pt x="842010" y="2240280"/>
                    </a:cubicBezTo>
                    <a:cubicBezTo>
                      <a:pt x="869950" y="2296160"/>
                      <a:pt x="892810" y="2348230"/>
                      <a:pt x="929640" y="2382520"/>
                    </a:cubicBezTo>
                    <a:cubicBezTo>
                      <a:pt x="962660" y="2411730"/>
                      <a:pt x="1004570" y="2423160"/>
                      <a:pt x="1046480" y="2442210"/>
                    </a:cubicBezTo>
                    <a:cubicBezTo>
                      <a:pt x="1093470" y="2462530"/>
                      <a:pt x="1136650" y="2489200"/>
                      <a:pt x="1197610" y="2499360"/>
                    </a:cubicBezTo>
                    <a:cubicBezTo>
                      <a:pt x="1281430" y="2512060"/>
                      <a:pt x="1483360" y="2515870"/>
                      <a:pt x="1508760" y="2477770"/>
                    </a:cubicBezTo>
                    <a:cubicBezTo>
                      <a:pt x="1522730" y="2457450"/>
                      <a:pt x="1498600" y="2423160"/>
                      <a:pt x="1480820" y="2388870"/>
                    </a:cubicBezTo>
                    <a:cubicBezTo>
                      <a:pt x="1450340" y="2334260"/>
                      <a:pt x="1355090" y="2258060"/>
                      <a:pt x="1314450" y="2194560"/>
                    </a:cubicBezTo>
                    <a:cubicBezTo>
                      <a:pt x="1282700" y="2143760"/>
                      <a:pt x="1254760" y="2086610"/>
                      <a:pt x="1245870" y="2043430"/>
                    </a:cubicBezTo>
                    <a:cubicBezTo>
                      <a:pt x="1239520" y="2012950"/>
                      <a:pt x="1240790" y="1995170"/>
                      <a:pt x="1247140" y="1962150"/>
                    </a:cubicBezTo>
                    <a:cubicBezTo>
                      <a:pt x="1259840" y="1902460"/>
                      <a:pt x="1303020" y="1802130"/>
                      <a:pt x="1341120" y="1724660"/>
                    </a:cubicBezTo>
                    <a:cubicBezTo>
                      <a:pt x="1381760" y="1643380"/>
                      <a:pt x="1430020" y="1567180"/>
                      <a:pt x="1484630" y="1485900"/>
                    </a:cubicBezTo>
                    <a:cubicBezTo>
                      <a:pt x="1546860" y="1395730"/>
                      <a:pt x="1616710" y="1296670"/>
                      <a:pt x="1700530" y="1210310"/>
                    </a:cubicBezTo>
                    <a:cubicBezTo>
                      <a:pt x="1788160" y="1117600"/>
                      <a:pt x="1896110" y="1037590"/>
                      <a:pt x="2001520" y="952500"/>
                    </a:cubicBezTo>
                    <a:cubicBezTo>
                      <a:pt x="2113280" y="862330"/>
                      <a:pt x="2241550" y="744220"/>
                      <a:pt x="2349500" y="684530"/>
                    </a:cubicBezTo>
                    <a:cubicBezTo>
                      <a:pt x="2429510" y="640080"/>
                      <a:pt x="2508250" y="601980"/>
                      <a:pt x="2576830" y="599440"/>
                    </a:cubicBezTo>
                    <a:cubicBezTo>
                      <a:pt x="2632710" y="598170"/>
                      <a:pt x="2694940" y="614680"/>
                      <a:pt x="2730500" y="646430"/>
                    </a:cubicBezTo>
                    <a:cubicBezTo>
                      <a:pt x="2763520" y="675640"/>
                      <a:pt x="2771140" y="722630"/>
                      <a:pt x="2786380" y="773430"/>
                    </a:cubicBezTo>
                    <a:cubicBezTo>
                      <a:pt x="2807970" y="847090"/>
                      <a:pt x="2825750" y="962660"/>
                      <a:pt x="2830830" y="1049020"/>
                    </a:cubicBezTo>
                    <a:cubicBezTo>
                      <a:pt x="2834640" y="1122680"/>
                      <a:pt x="2827020" y="1176020"/>
                      <a:pt x="2820670" y="1258570"/>
                    </a:cubicBezTo>
                    <a:cubicBezTo>
                      <a:pt x="2810510" y="1379220"/>
                      <a:pt x="2795270" y="1578610"/>
                      <a:pt x="2767330" y="1697990"/>
                    </a:cubicBezTo>
                    <a:cubicBezTo>
                      <a:pt x="2748280" y="1783080"/>
                      <a:pt x="2730500" y="1851660"/>
                      <a:pt x="2694940" y="1910080"/>
                    </a:cubicBezTo>
                    <a:cubicBezTo>
                      <a:pt x="2664460" y="1962150"/>
                      <a:pt x="2620010" y="2019300"/>
                      <a:pt x="2579370" y="2037080"/>
                    </a:cubicBezTo>
                    <a:cubicBezTo>
                      <a:pt x="2547620" y="2049780"/>
                      <a:pt x="2509520" y="2040890"/>
                      <a:pt x="2479040" y="2033270"/>
                    </a:cubicBezTo>
                    <a:cubicBezTo>
                      <a:pt x="2451100" y="2026920"/>
                      <a:pt x="2429510" y="2014220"/>
                      <a:pt x="2404110" y="2000250"/>
                    </a:cubicBezTo>
                    <a:cubicBezTo>
                      <a:pt x="2372360" y="1982470"/>
                      <a:pt x="2339340" y="1958340"/>
                      <a:pt x="2306320" y="1930400"/>
                    </a:cubicBezTo>
                    <a:cubicBezTo>
                      <a:pt x="2266950" y="1898650"/>
                      <a:pt x="2236470" y="1869440"/>
                      <a:pt x="2181860" y="1813560"/>
                    </a:cubicBezTo>
                    <a:cubicBezTo>
                      <a:pt x="2063750" y="1692910"/>
                      <a:pt x="1784350" y="1341120"/>
                      <a:pt x="1640840" y="1207770"/>
                    </a:cubicBezTo>
                    <a:cubicBezTo>
                      <a:pt x="1558290" y="1131570"/>
                      <a:pt x="1503680" y="1085850"/>
                      <a:pt x="1430020" y="1046480"/>
                    </a:cubicBezTo>
                    <a:cubicBezTo>
                      <a:pt x="1363980" y="1010920"/>
                      <a:pt x="1278890" y="948690"/>
                      <a:pt x="1224280" y="975360"/>
                    </a:cubicBezTo>
                    <a:cubicBezTo>
                      <a:pt x="1146810" y="1010920"/>
                      <a:pt x="1108710" y="1257300"/>
                      <a:pt x="1073150" y="1376680"/>
                    </a:cubicBezTo>
                    <a:cubicBezTo>
                      <a:pt x="1045210" y="1470660"/>
                      <a:pt x="1028700" y="1548130"/>
                      <a:pt x="1016000" y="1630680"/>
                    </a:cubicBezTo>
                    <a:cubicBezTo>
                      <a:pt x="1005840" y="1710690"/>
                      <a:pt x="999490" y="1798320"/>
                      <a:pt x="1002030" y="1864360"/>
                    </a:cubicBezTo>
                    <a:cubicBezTo>
                      <a:pt x="1004570" y="1912620"/>
                      <a:pt x="1003300" y="1958340"/>
                      <a:pt x="1023620" y="1990090"/>
                    </a:cubicBezTo>
                    <a:cubicBezTo>
                      <a:pt x="1041400" y="2018030"/>
                      <a:pt x="1079500" y="2053590"/>
                      <a:pt x="1112520" y="2048510"/>
                    </a:cubicBezTo>
                    <a:cubicBezTo>
                      <a:pt x="1159510" y="2043430"/>
                      <a:pt x="1221740" y="1930400"/>
                      <a:pt x="1271270" y="1869440"/>
                    </a:cubicBezTo>
                    <a:cubicBezTo>
                      <a:pt x="1318260" y="1811020"/>
                      <a:pt x="1348740" y="1769110"/>
                      <a:pt x="1403350" y="1690370"/>
                    </a:cubicBezTo>
                    <a:cubicBezTo>
                      <a:pt x="1504950" y="1543050"/>
                      <a:pt x="1739900" y="1109980"/>
                      <a:pt x="1814830" y="1047750"/>
                    </a:cubicBezTo>
                    <a:cubicBezTo>
                      <a:pt x="1835150" y="1032510"/>
                      <a:pt x="1845310" y="1029970"/>
                      <a:pt x="1860550" y="1029970"/>
                    </a:cubicBezTo>
                    <a:cubicBezTo>
                      <a:pt x="1875790" y="1029970"/>
                      <a:pt x="1894840" y="1037590"/>
                      <a:pt x="1906270" y="1047750"/>
                    </a:cubicBezTo>
                    <a:cubicBezTo>
                      <a:pt x="1917700" y="1057910"/>
                      <a:pt x="1927860" y="1075690"/>
                      <a:pt x="1929130" y="1090930"/>
                    </a:cubicBezTo>
                    <a:cubicBezTo>
                      <a:pt x="1931670" y="1106170"/>
                      <a:pt x="1917700" y="1137920"/>
                      <a:pt x="1917700" y="1137920"/>
                    </a:cubicBezTo>
                  </a:path>
                </a:pathLst>
              </a:custGeom>
              <a:solidFill>
                <a:srgbClr val="A792D1"/>
              </a:solidFill>
              <a:ln cap="sq">
                <a:noFill/>
                <a:prstDash val="solid"/>
                <a:miter/>
              </a:ln>
            </p:spPr>
          </p:sp>
        </p:grpSp>
        <p:grpSp>
          <p:nvGrpSpPr>
            <p:cNvPr id="112" name="Group 112"/>
            <p:cNvGrpSpPr/>
            <p:nvPr/>
          </p:nvGrpSpPr>
          <p:grpSpPr>
            <a:xfrm>
              <a:off x="0" y="3243431"/>
              <a:ext cx="870560" cy="870560"/>
              <a:chOff x="0" y="0"/>
              <a:chExt cx="812800" cy="812800"/>
            </a:xfrm>
          </p:grpSpPr>
          <p:sp>
            <p:nvSpPr>
              <p:cNvPr id="113" name="Freeform 113"/>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76BBD1"/>
              </a:solidFill>
            </p:spPr>
          </p:sp>
          <p:sp>
            <p:nvSpPr>
              <p:cNvPr id="114" name="TextBox 114"/>
              <p:cNvSpPr txBox="1"/>
              <p:nvPr/>
            </p:nvSpPr>
            <p:spPr>
              <a:xfrm>
                <a:off x="190500" y="133350"/>
                <a:ext cx="431800" cy="488950"/>
              </a:xfrm>
              <a:prstGeom prst="rect">
                <a:avLst/>
              </a:prstGeom>
            </p:spPr>
            <p:txBody>
              <a:bodyPr lIns="50800" tIns="50800" rIns="50800" bIns="50800" rtlCol="0" anchor="ctr"/>
              <a:lstStyle/>
              <a:p>
                <a:pPr algn="ctr">
                  <a:lnSpc>
                    <a:spcPts val="3326"/>
                  </a:lnSpc>
                </a:pPr>
                <a:endParaRPr/>
              </a:p>
            </p:txBody>
          </p:sp>
        </p:grpSp>
        <p:grpSp>
          <p:nvGrpSpPr>
            <p:cNvPr id="115" name="Group 115"/>
            <p:cNvGrpSpPr/>
            <p:nvPr/>
          </p:nvGrpSpPr>
          <p:grpSpPr>
            <a:xfrm>
              <a:off x="1419357" y="3290605"/>
              <a:ext cx="870560" cy="870560"/>
              <a:chOff x="0" y="0"/>
              <a:chExt cx="812800" cy="812800"/>
            </a:xfrm>
          </p:grpSpPr>
          <p:sp>
            <p:nvSpPr>
              <p:cNvPr id="116" name="Freeform 1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7481"/>
              </a:solidFill>
            </p:spPr>
          </p:sp>
          <p:sp>
            <p:nvSpPr>
              <p:cNvPr id="117" name="TextBox 117"/>
              <p:cNvSpPr txBox="1"/>
              <p:nvPr/>
            </p:nvSpPr>
            <p:spPr>
              <a:xfrm>
                <a:off x="76200" y="19050"/>
                <a:ext cx="660400" cy="717550"/>
              </a:xfrm>
              <a:prstGeom prst="rect">
                <a:avLst/>
              </a:prstGeom>
            </p:spPr>
            <p:txBody>
              <a:bodyPr lIns="50800" tIns="50800" rIns="50800" bIns="50800" rtlCol="0" anchor="ctr"/>
              <a:lstStyle/>
              <a:p>
                <a:pPr algn="ctr">
                  <a:lnSpc>
                    <a:spcPts val="3326"/>
                  </a:lnSpc>
                </a:pPr>
                <a:endParaRPr/>
              </a:p>
            </p:txBody>
          </p:sp>
        </p:grpSp>
        <p:grpSp>
          <p:nvGrpSpPr>
            <p:cNvPr id="118" name="Group 118"/>
            <p:cNvGrpSpPr/>
            <p:nvPr/>
          </p:nvGrpSpPr>
          <p:grpSpPr>
            <a:xfrm>
              <a:off x="2879747" y="3290605"/>
              <a:ext cx="870560" cy="870560"/>
              <a:chOff x="0" y="0"/>
              <a:chExt cx="812800" cy="812800"/>
            </a:xfrm>
          </p:grpSpPr>
          <p:sp>
            <p:nvSpPr>
              <p:cNvPr id="119" name="Freeform 119"/>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E6C078"/>
              </a:solidFill>
            </p:spPr>
          </p:sp>
          <p:sp>
            <p:nvSpPr>
              <p:cNvPr id="120" name="TextBox 120"/>
              <p:cNvSpPr txBox="1"/>
              <p:nvPr/>
            </p:nvSpPr>
            <p:spPr>
              <a:xfrm>
                <a:off x="139700" y="82550"/>
                <a:ext cx="533400" cy="590550"/>
              </a:xfrm>
              <a:prstGeom prst="rect">
                <a:avLst/>
              </a:prstGeom>
            </p:spPr>
            <p:txBody>
              <a:bodyPr lIns="50800" tIns="50800" rIns="50800" bIns="50800" rtlCol="0" anchor="ctr"/>
              <a:lstStyle/>
              <a:p>
                <a:pPr algn="ctr">
                  <a:lnSpc>
                    <a:spcPts val="3326"/>
                  </a:lnSpc>
                </a:pPr>
                <a:endParaRPr/>
              </a:p>
            </p:txBody>
          </p:sp>
        </p:grpSp>
        <p:sp>
          <p:nvSpPr>
            <p:cNvPr id="121" name="AutoShape 121"/>
            <p:cNvSpPr/>
            <p:nvPr/>
          </p:nvSpPr>
          <p:spPr>
            <a:xfrm flipH="1">
              <a:off x="1854637" y="2147479"/>
              <a:ext cx="20517" cy="1095952"/>
            </a:xfrm>
            <a:prstGeom prst="line">
              <a:avLst/>
            </a:prstGeom>
            <a:ln w="50800" cap="flat">
              <a:solidFill>
                <a:srgbClr val="DBACC8"/>
              </a:solidFill>
              <a:prstDash val="solid"/>
              <a:headEnd type="none" w="sm" len="sm"/>
              <a:tailEnd type="triangle" w="lg" len="med"/>
            </a:ln>
          </p:spPr>
        </p:sp>
        <p:sp>
          <p:nvSpPr>
            <p:cNvPr id="122" name="AutoShape 122"/>
            <p:cNvSpPr/>
            <p:nvPr/>
          </p:nvSpPr>
          <p:spPr>
            <a:xfrm flipH="1">
              <a:off x="435280" y="2188788"/>
              <a:ext cx="1439874" cy="949850"/>
            </a:xfrm>
            <a:prstGeom prst="line">
              <a:avLst/>
            </a:prstGeom>
            <a:ln w="50800" cap="flat">
              <a:solidFill>
                <a:srgbClr val="DBACC8"/>
              </a:solidFill>
              <a:prstDash val="solid"/>
              <a:headEnd type="none" w="sm" len="sm"/>
              <a:tailEnd type="triangle" w="lg" len="med"/>
            </a:ln>
          </p:spPr>
        </p:sp>
        <p:sp>
          <p:nvSpPr>
            <p:cNvPr id="123" name="AutoShape 123"/>
            <p:cNvSpPr/>
            <p:nvPr/>
          </p:nvSpPr>
          <p:spPr>
            <a:xfrm>
              <a:off x="1875154" y="2188788"/>
              <a:ext cx="1439874" cy="1101817"/>
            </a:xfrm>
            <a:prstGeom prst="line">
              <a:avLst/>
            </a:prstGeom>
            <a:ln w="50800" cap="flat">
              <a:solidFill>
                <a:srgbClr val="DBACC8"/>
              </a:solidFill>
              <a:prstDash val="solid"/>
              <a:headEnd type="none" w="sm" len="sm"/>
              <a:tailEnd type="triangle" w="lg" len="med"/>
            </a:ln>
          </p:spPr>
        </p:sp>
        <p:sp>
          <p:nvSpPr>
            <p:cNvPr id="124" name="TextBox 124"/>
            <p:cNvSpPr txBox="1"/>
            <p:nvPr/>
          </p:nvSpPr>
          <p:spPr>
            <a:xfrm>
              <a:off x="2879747" y="2061754"/>
              <a:ext cx="460351" cy="890058"/>
            </a:xfrm>
            <a:prstGeom prst="rect">
              <a:avLst/>
            </a:prstGeom>
          </p:spPr>
          <p:txBody>
            <a:bodyPr lIns="0" tIns="0" rIns="0" bIns="0" rtlCol="0" anchor="t">
              <a:spAutoFit/>
            </a:bodyPr>
            <a:lstStyle/>
            <a:p>
              <a:pPr algn="ctr">
                <a:lnSpc>
                  <a:spcPts val="5600"/>
                </a:lnSpc>
              </a:pPr>
              <a:r>
                <a:rPr lang="en-US" sz="4000" b="1">
                  <a:solidFill>
                    <a:srgbClr val="FFFFFF"/>
                  </a:solidFill>
                  <a:latin typeface="Anca Coder Bold"/>
                  <a:ea typeface="Anca Coder Bold"/>
                  <a:cs typeface="Anca Coder Bold"/>
                  <a:sym typeface="Anca Coder Bold"/>
                </a:rPr>
                <a:t>?</a:t>
              </a:r>
            </a:p>
          </p:txBody>
        </p:sp>
      </p:grpSp>
      <p:sp>
        <p:nvSpPr>
          <p:cNvPr id="184" name="AutoShape 56">
            <a:extLst>
              <a:ext uri="{FF2B5EF4-FFF2-40B4-BE49-F238E27FC236}">
                <a16:creationId xmlns:a16="http://schemas.microsoft.com/office/drawing/2014/main" id="{59EBC7AA-34A4-437D-9C8F-71AF9B327166}"/>
              </a:ext>
            </a:extLst>
          </p:cNvPr>
          <p:cNvSpPr/>
          <p:nvPr/>
        </p:nvSpPr>
        <p:spPr>
          <a:xfrm>
            <a:off x="296365" y="5833331"/>
            <a:ext cx="4409897" cy="33974"/>
          </a:xfrm>
          <a:prstGeom prst="line">
            <a:avLst/>
          </a:prstGeom>
          <a:ln w="38100" cap="flat">
            <a:solidFill>
              <a:srgbClr val="CD7481"/>
            </a:solidFill>
            <a:prstDash val="sysDash"/>
            <a:headEnd type="none" w="sm" len="sm"/>
            <a:tailEnd type="none" w="sm" len="sm"/>
          </a:ln>
        </p:spPr>
      </p:sp>
      <p:grpSp>
        <p:nvGrpSpPr>
          <p:cNvPr id="188" name="Group 187">
            <a:extLst>
              <a:ext uri="{FF2B5EF4-FFF2-40B4-BE49-F238E27FC236}">
                <a16:creationId xmlns:a16="http://schemas.microsoft.com/office/drawing/2014/main" id="{75E20669-7EDF-4378-891B-470043122904}"/>
              </a:ext>
            </a:extLst>
          </p:cNvPr>
          <p:cNvGrpSpPr/>
          <p:nvPr/>
        </p:nvGrpSpPr>
        <p:grpSpPr>
          <a:xfrm>
            <a:off x="318345" y="6277608"/>
            <a:ext cx="4237347" cy="3366310"/>
            <a:chOff x="318345" y="6277608"/>
            <a:chExt cx="4237347" cy="3366310"/>
          </a:xfrm>
        </p:grpSpPr>
        <p:grpSp>
          <p:nvGrpSpPr>
            <p:cNvPr id="185" name="Group 184">
              <a:extLst>
                <a:ext uri="{FF2B5EF4-FFF2-40B4-BE49-F238E27FC236}">
                  <a16:creationId xmlns:a16="http://schemas.microsoft.com/office/drawing/2014/main" id="{E2105D03-85F2-4715-A355-25621F145177}"/>
                </a:ext>
              </a:extLst>
            </p:cNvPr>
            <p:cNvGrpSpPr/>
            <p:nvPr/>
          </p:nvGrpSpPr>
          <p:grpSpPr>
            <a:xfrm>
              <a:off x="808605" y="6277608"/>
              <a:ext cx="2859868" cy="2249229"/>
              <a:chOff x="784967" y="6683893"/>
              <a:chExt cx="2859868" cy="2249229"/>
            </a:xfrm>
          </p:grpSpPr>
          <p:grpSp>
            <p:nvGrpSpPr>
              <p:cNvPr id="130" name="Group 129">
                <a:extLst>
                  <a:ext uri="{FF2B5EF4-FFF2-40B4-BE49-F238E27FC236}">
                    <a16:creationId xmlns:a16="http://schemas.microsoft.com/office/drawing/2014/main" id="{3E350772-4D82-4247-B465-E8BDA95D25D3}"/>
                  </a:ext>
                </a:extLst>
              </p:cNvPr>
              <p:cNvGrpSpPr/>
              <p:nvPr/>
            </p:nvGrpSpPr>
            <p:grpSpPr>
              <a:xfrm>
                <a:off x="784967" y="6683893"/>
                <a:ext cx="2859868" cy="2249229"/>
                <a:chOff x="13716000" y="6667500"/>
                <a:chExt cx="2198309" cy="1836420"/>
              </a:xfrm>
              <a:solidFill>
                <a:srgbClr val="76BBD1"/>
              </a:solidFill>
            </p:grpSpPr>
            <p:sp>
              <p:nvSpPr>
                <p:cNvPr id="131" name="Oval 130">
                  <a:extLst>
                    <a:ext uri="{FF2B5EF4-FFF2-40B4-BE49-F238E27FC236}">
                      <a16:creationId xmlns:a16="http://schemas.microsoft.com/office/drawing/2014/main" id="{4D939671-4B54-4C89-9B84-022873C2CEE0}"/>
                    </a:ext>
                  </a:extLst>
                </p:cNvPr>
                <p:cNvSpPr/>
                <p:nvPr/>
              </p:nvSpPr>
              <p:spPr>
                <a:xfrm>
                  <a:off x="13716000" y="72771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2" name="Oval 131">
                  <a:extLst>
                    <a:ext uri="{FF2B5EF4-FFF2-40B4-BE49-F238E27FC236}">
                      <a16:creationId xmlns:a16="http://schemas.microsoft.com/office/drawing/2014/main" id="{1473E4A1-60F8-499C-9964-E4A55C0051CF}"/>
                    </a:ext>
                  </a:extLst>
                </p:cNvPr>
                <p:cNvSpPr/>
                <p:nvPr/>
              </p:nvSpPr>
              <p:spPr>
                <a:xfrm>
                  <a:off x="14401800" y="70485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3" name="Oval 132">
                  <a:extLst>
                    <a:ext uri="{FF2B5EF4-FFF2-40B4-BE49-F238E27FC236}">
                      <a16:creationId xmlns:a16="http://schemas.microsoft.com/office/drawing/2014/main" id="{EDC2C72A-9B20-476D-AAFD-FF3EAB7C2107}"/>
                    </a:ext>
                  </a:extLst>
                </p:cNvPr>
                <p:cNvSpPr/>
                <p:nvPr/>
              </p:nvSpPr>
              <p:spPr>
                <a:xfrm>
                  <a:off x="13868400" y="74295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4" name="Oval 133">
                  <a:extLst>
                    <a:ext uri="{FF2B5EF4-FFF2-40B4-BE49-F238E27FC236}">
                      <a16:creationId xmlns:a16="http://schemas.microsoft.com/office/drawing/2014/main" id="{FA8C6C22-E57E-46AC-A826-971256631424}"/>
                    </a:ext>
                  </a:extLst>
                </p:cNvPr>
                <p:cNvSpPr/>
                <p:nvPr/>
              </p:nvSpPr>
              <p:spPr>
                <a:xfrm>
                  <a:off x="14782800" y="72009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5" name="Oval 134">
                  <a:extLst>
                    <a:ext uri="{FF2B5EF4-FFF2-40B4-BE49-F238E27FC236}">
                      <a16:creationId xmlns:a16="http://schemas.microsoft.com/office/drawing/2014/main" id="{C67B6F2E-FB06-4B03-AD05-0A4AE7E41844}"/>
                    </a:ext>
                  </a:extLst>
                </p:cNvPr>
                <p:cNvSpPr/>
                <p:nvPr/>
              </p:nvSpPr>
              <p:spPr>
                <a:xfrm>
                  <a:off x="13837920" y="66675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6" name="Oval 135">
                  <a:extLst>
                    <a:ext uri="{FF2B5EF4-FFF2-40B4-BE49-F238E27FC236}">
                      <a16:creationId xmlns:a16="http://schemas.microsoft.com/office/drawing/2014/main" id="{3BFF9A96-DC4B-41C9-BC21-DF55473DA323}"/>
                    </a:ext>
                  </a:extLst>
                </p:cNvPr>
                <p:cNvSpPr/>
                <p:nvPr/>
              </p:nvSpPr>
              <p:spPr>
                <a:xfrm>
                  <a:off x="15392400" y="6844508"/>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7" name="Oval 136">
                  <a:extLst>
                    <a:ext uri="{FF2B5EF4-FFF2-40B4-BE49-F238E27FC236}">
                      <a16:creationId xmlns:a16="http://schemas.microsoft.com/office/drawing/2014/main" id="{648B8499-E8AD-4ADA-902F-CEDCAC19F174}"/>
                    </a:ext>
                  </a:extLst>
                </p:cNvPr>
                <p:cNvSpPr/>
                <p:nvPr/>
              </p:nvSpPr>
              <p:spPr>
                <a:xfrm>
                  <a:off x="15609509" y="79248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8" name="Oval 137">
                  <a:extLst>
                    <a:ext uri="{FF2B5EF4-FFF2-40B4-BE49-F238E27FC236}">
                      <a16:creationId xmlns:a16="http://schemas.microsoft.com/office/drawing/2014/main" id="{6337A46E-DD63-42B7-958A-4ED3C4459EC6}"/>
                    </a:ext>
                  </a:extLst>
                </p:cNvPr>
                <p:cNvSpPr/>
                <p:nvPr/>
              </p:nvSpPr>
              <p:spPr>
                <a:xfrm>
                  <a:off x="15761909" y="80772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9" name="Oval 138">
                  <a:extLst>
                    <a:ext uri="{FF2B5EF4-FFF2-40B4-BE49-F238E27FC236}">
                      <a16:creationId xmlns:a16="http://schemas.microsoft.com/office/drawing/2014/main" id="{1AC93FD6-DC54-4E65-972A-BC708AFBE1E5}"/>
                    </a:ext>
                  </a:extLst>
                </p:cNvPr>
                <p:cNvSpPr/>
                <p:nvPr/>
              </p:nvSpPr>
              <p:spPr>
                <a:xfrm>
                  <a:off x="15838109" y="78867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0" name="Oval 139">
                  <a:extLst>
                    <a:ext uri="{FF2B5EF4-FFF2-40B4-BE49-F238E27FC236}">
                      <a16:creationId xmlns:a16="http://schemas.microsoft.com/office/drawing/2014/main" id="{F2E033C1-4526-4B77-9111-45525359D5D7}"/>
                    </a:ext>
                  </a:extLst>
                </p:cNvPr>
                <p:cNvSpPr/>
                <p:nvPr/>
              </p:nvSpPr>
              <p:spPr>
                <a:xfrm>
                  <a:off x="15495209" y="80391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1" name="Oval 140">
                  <a:extLst>
                    <a:ext uri="{FF2B5EF4-FFF2-40B4-BE49-F238E27FC236}">
                      <a16:creationId xmlns:a16="http://schemas.microsoft.com/office/drawing/2014/main" id="{E4F22DDB-F5A9-4953-9DF8-CED8BF5ED117}"/>
                    </a:ext>
                  </a:extLst>
                </p:cNvPr>
                <p:cNvSpPr/>
                <p:nvPr/>
              </p:nvSpPr>
              <p:spPr>
                <a:xfrm>
                  <a:off x="15647609" y="80391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2" name="Oval 141">
                  <a:extLst>
                    <a:ext uri="{FF2B5EF4-FFF2-40B4-BE49-F238E27FC236}">
                      <a16:creationId xmlns:a16="http://schemas.microsoft.com/office/drawing/2014/main" id="{963C4026-9188-4D7D-A09A-FB5AC308A5FF}"/>
                    </a:ext>
                  </a:extLst>
                </p:cNvPr>
                <p:cNvSpPr/>
                <p:nvPr/>
              </p:nvSpPr>
              <p:spPr>
                <a:xfrm>
                  <a:off x="15163800" y="6912931"/>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3" name="Oval 142">
                  <a:extLst>
                    <a:ext uri="{FF2B5EF4-FFF2-40B4-BE49-F238E27FC236}">
                      <a16:creationId xmlns:a16="http://schemas.microsoft.com/office/drawing/2014/main" id="{868158A0-1DE7-4CA1-B852-AC25F44D4EE5}"/>
                    </a:ext>
                  </a:extLst>
                </p:cNvPr>
                <p:cNvSpPr/>
                <p:nvPr/>
              </p:nvSpPr>
              <p:spPr>
                <a:xfrm>
                  <a:off x="15125700" y="70866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4" name="Oval 143">
                  <a:extLst>
                    <a:ext uri="{FF2B5EF4-FFF2-40B4-BE49-F238E27FC236}">
                      <a16:creationId xmlns:a16="http://schemas.microsoft.com/office/drawing/2014/main" id="{9E3AB5A8-0A12-4630-A2A6-AACEA18159DA}"/>
                    </a:ext>
                  </a:extLst>
                </p:cNvPr>
                <p:cNvSpPr/>
                <p:nvPr/>
              </p:nvSpPr>
              <p:spPr>
                <a:xfrm>
                  <a:off x="14508480" y="812292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5" name="Oval 144">
                  <a:extLst>
                    <a:ext uri="{FF2B5EF4-FFF2-40B4-BE49-F238E27FC236}">
                      <a16:creationId xmlns:a16="http://schemas.microsoft.com/office/drawing/2014/main" id="{E2FB40EF-B43B-4F93-A406-1DE1BEC376F5}"/>
                    </a:ext>
                  </a:extLst>
                </p:cNvPr>
                <p:cNvSpPr/>
                <p:nvPr/>
              </p:nvSpPr>
              <p:spPr>
                <a:xfrm>
                  <a:off x="14820900" y="81153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6" name="Oval 145">
                  <a:extLst>
                    <a:ext uri="{FF2B5EF4-FFF2-40B4-BE49-F238E27FC236}">
                      <a16:creationId xmlns:a16="http://schemas.microsoft.com/office/drawing/2014/main" id="{92636EBB-7FA7-4089-ACCB-ED6B4BCD2D6A}"/>
                    </a:ext>
                  </a:extLst>
                </p:cNvPr>
                <p:cNvSpPr/>
                <p:nvPr/>
              </p:nvSpPr>
              <p:spPr>
                <a:xfrm>
                  <a:off x="14698980" y="80391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7" name="Oval 146">
                  <a:extLst>
                    <a:ext uri="{FF2B5EF4-FFF2-40B4-BE49-F238E27FC236}">
                      <a16:creationId xmlns:a16="http://schemas.microsoft.com/office/drawing/2014/main" id="{D8230890-2A03-43F2-98DD-A59790BC8141}"/>
                    </a:ext>
                  </a:extLst>
                </p:cNvPr>
                <p:cNvSpPr/>
                <p:nvPr/>
              </p:nvSpPr>
              <p:spPr>
                <a:xfrm>
                  <a:off x="15369540" y="755142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8" name="Oval 147">
                  <a:extLst>
                    <a:ext uri="{FF2B5EF4-FFF2-40B4-BE49-F238E27FC236}">
                      <a16:creationId xmlns:a16="http://schemas.microsoft.com/office/drawing/2014/main" id="{56B2E801-FE13-419A-A4D4-422716261D43}"/>
                    </a:ext>
                  </a:extLst>
                </p:cNvPr>
                <p:cNvSpPr/>
                <p:nvPr/>
              </p:nvSpPr>
              <p:spPr>
                <a:xfrm>
                  <a:off x="14698980" y="757428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9" name="Oval 148">
                  <a:extLst>
                    <a:ext uri="{FF2B5EF4-FFF2-40B4-BE49-F238E27FC236}">
                      <a16:creationId xmlns:a16="http://schemas.microsoft.com/office/drawing/2014/main" id="{492E7A56-0604-45ED-BD2C-72ECD790EC1B}"/>
                    </a:ext>
                  </a:extLst>
                </p:cNvPr>
                <p:cNvSpPr/>
                <p:nvPr/>
              </p:nvSpPr>
              <p:spPr>
                <a:xfrm>
                  <a:off x="15560040" y="746760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0" name="Oval 149">
                  <a:extLst>
                    <a:ext uri="{FF2B5EF4-FFF2-40B4-BE49-F238E27FC236}">
                      <a16:creationId xmlns:a16="http://schemas.microsoft.com/office/drawing/2014/main" id="{11449529-E33A-489E-99D4-A90C13B69952}"/>
                    </a:ext>
                  </a:extLst>
                </p:cNvPr>
                <p:cNvSpPr/>
                <p:nvPr/>
              </p:nvSpPr>
              <p:spPr>
                <a:xfrm rot="4454930">
                  <a:off x="14592300" y="748284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1" name="Oval 150">
                  <a:extLst>
                    <a:ext uri="{FF2B5EF4-FFF2-40B4-BE49-F238E27FC236}">
                      <a16:creationId xmlns:a16="http://schemas.microsoft.com/office/drawing/2014/main" id="{C4DE2DE8-32D9-4734-8CA1-FCC7C972DBA3}"/>
                    </a:ext>
                  </a:extLst>
                </p:cNvPr>
                <p:cNvSpPr/>
                <p:nvPr/>
              </p:nvSpPr>
              <p:spPr>
                <a:xfrm rot="4454930">
                  <a:off x="14782800" y="739902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2" name="Oval 151">
                  <a:extLst>
                    <a:ext uri="{FF2B5EF4-FFF2-40B4-BE49-F238E27FC236}">
                      <a16:creationId xmlns:a16="http://schemas.microsoft.com/office/drawing/2014/main" id="{E8DA430E-CEE5-4008-A772-E49B6F318CE7}"/>
                    </a:ext>
                  </a:extLst>
                </p:cNvPr>
                <p:cNvSpPr/>
                <p:nvPr/>
              </p:nvSpPr>
              <p:spPr>
                <a:xfrm>
                  <a:off x="14532632" y="790194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3" name="Oval 152">
                  <a:extLst>
                    <a:ext uri="{FF2B5EF4-FFF2-40B4-BE49-F238E27FC236}">
                      <a16:creationId xmlns:a16="http://schemas.microsoft.com/office/drawing/2014/main" id="{E0301BB7-3A30-4C73-B3D7-FBA71D8B69C3}"/>
                    </a:ext>
                  </a:extLst>
                </p:cNvPr>
                <p:cNvSpPr/>
                <p:nvPr/>
              </p:nvSpPr>
              <p:spPr>
                <a:xfrm>
                  <a:off x="14913632" y="805434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4" name="Oval 153">
                  <a:extLst>
                    <a:ext uri="{FF2B5EF4-FFF2-40B4-BE49-F238E27FC236}">
                      <a16:creationId xmlns:a16="http://schemas.microsoft.com/office/drawing/2014/main" id="{1D6CB59A-08A6-4247-8F2C-27CB8000FD14}"/>
                    </a:ext>
                  </a:extLst>
                </p:cNvPr>
                <p:cNvSpPr/>
                <p:nvPr/>
              </p:nvSpPr>
              <p:spPr>
                <a:xfrm>
                  <a:off x="14829812" y="842772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5" name="Oval 154">
                  <a:extLst>
                    <a:ext uri="{FF2B5EF4-FFF2-40B4-BE49-F238E27FC236}">
                      <a16:creationId xmlns:a16="http://schemas.microsoft.com/office/drawing/2014/main" id="{6BDC25BA-7D19-466B-9B5F-CEE968D65717}"/>
                    </a:ext>
                  </a:extLst>
                </p:cNvPr>
                <p:cNvSpPr/>
                <p:nvPr/>
              </p:nvSpPr>
              <p:spPr>
                <a:xfrm rot="4454930">
                  <a:off x="14723132" y="833628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6" name="Oval 155">
                  <a:extLst>
                    <a:ext uri="{FF2B5EF4-FFF2-40B4-BE49-F238E27FC236}">
                      <a16:creationId xmlns:a16="http://schemas.microsoft.com/office/drawing/2014/main" id="{279FFB6E-2F8E-4258-BCFE-82D41F2DF8AB}"/>
                    </a:ext>
                  </a:extLst>
                </p:cNvPr>
                <p:cNvSpPr/>
                <p:nvPr/>
              </p:nvSpPr>
              <p:spPr>
                <a:xfrm rot="4454930">
                  <a:off x="14913632" y="8252460"/>
                  <a:ext cx="76200" cy="76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157" name="Group 156">
                <a:extLst>
                  <a:ext uri="{FF2B5EF4-FFF2-40B4-BE49-F238E27FC236}">
                    <a16:creationId xmlns:a16="http://schemas.microsoft.com/office/drawing/2014/main" id="{D421823E-5F90-4E15-AB29-F977B9AD16BF}"/>
                  </a:ext>
                </a:extLst>
              </p:cNvPr>
              <p:cNvGrpSpPr/>
              <p:nvPr/>
            </p:nvGrpSpPr>
            <p:grpSpPr>
              <a:xfrm>
                <a:off x="971591" y="6884125"/>
                <a:ext cx="2265077" cy="1886527"/>
                <a:chOff x="11692825" y="6867732"/>
                <a:chExt cx="2132112" cy="1886527"/>
              </a:xfrm>
              <a:solidFill>
                <a:srgbClr val="76BBD1"/>
              </a:solidFill>
            </p:grpSpPr>
            <p:sp>
              <p:nvSpPr>
                <p:cNvPr id="158" name="Oval 157">
                  <a:extLst>
                    <a:ext uri="{FF2B5EF4-FFF2-40B4-BE49-F238E27FC236}">
                      <a16:creationId xmlns:a16="http://schemas.microsoft.com/office/drawing/2014/main" id="{EC3E4BD6-B85C-485C-B1E4-321D13D259CE}"/>
                    </a:ext>
                  </a:extLst>
                </p:cNvPr>
                <p:cNvSpPr/>
                <p:nvPr/>
              </p:nvSpPr>
              <p:spPr>
                <a:xfrm>
                  <a:off x="13087904" y="7550814"/>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9" name="Oval 158">
                  <a:extLst>
                    <a:ext uri="{FF2B5EF4-FFF2-40B4-BE49-F238E27FC236}">
                      <a16:creationId xmlns:a16="http://schemas.microsoft.com/office/drawing/2014/main" id="{8067FBAF-30C1-453A-8FFD-7FDFC8855592}"/>
                    </a:ext>
                  </a:extLst>
                </p:cNvPr>
                <p:cNvSpPr/>
                <p:nvPr/>
              </p:nvSpPr>
              <p:spPr>
                <a:xfrm>
                  <a:off x="12299355" y="7731450"/>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0" name="Oval 159">
                  <a:extLst>
                    <a:ext uri="{FF2B5EF4-FFF2-40B4-BE49-F238E27FC236}">
                      <a16:creationId xmlns:a16="http://schemas.microsoft.com/office/drawing/2014/main" id="{C4C92AE2-069D-4D08-8E72-3A1350E638F6}"/>
                    </a:ext>
                  </a:extLst>
                </p:cNvPr>
                <p:cNvSpPr/>
                <p:nvPr/>
              </p:nvSpPr>
              <p:spPr>
                <a:xfrm>
                  <a:off x="12143885" y="8329733"/>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1" name="Oval 160">
                  <a:extLst>
                    <a:ext uri="{FF2B5EF4-FFF2-40B4-BE49-F238E27FC236}">
                      <a16:creationId xmlns:a16="http://schemas.microsoft.com/office/drawing/2014/main" id="{9D59568F-433E-417F-83A2-DF2CDAF95AB5}"/>
                    </a:ext>
                  </a:extLst>
                </p:cNvPr>
                <p:cNvSpPr/>
                <p:nvPr/>
              </p:nvSpPr>
              <p:spPr>
                <a:xfrm>
                  <a:off x="11692825" y="7408420"/>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2" name="Oval 161">
                  <a:extLst>
                    <a:ext uri="{FF2B5EF4-FFF2-40B4-BE49-F238E27FC236}">
                      <a16:creationId xmlns:a16="http://schemas.microsoft.com/office/drawing/2014/main" id="{37AA8BE8-FD1D-4B2A-A2EA-28EC567B06BD}"/>
                    </a:ext>
                  </a:extLst>
                </p:cNvPr>
                <p:cNvSpPr/>
                <p:nvPr/>
              </p:nvSpPr>
              <p:spPr>
                <a:xfrm>
                  <a:off x="13110004" y="7014765"/>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3" name="Oval 162">
                  <a:extLst>
                    <a:ext uri="{FF2B5EF4-FFF2-40B4-BE49-F238E27FC236}">
                      <a16:creationId xmlns:a16="http://schemas.microsoft.com/office/drawing/2014/main" id="{B69A468B-5124-4A28-9929-C429D76C62C5}"/>
                    </a:ext>
                  </a:extLst>
                </p:cNvPr>
                <p:cNvSpPr/>
                <p:nvPr/>
              </p:nvSpPr>
              <p:spPr>
                <a:xfrm>
                  <a:off x="13731625" y="8109865"/>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4" name="Oval 163">
                  <a:extLst>
                    <a:ext uri="{FF2B5EF4-FFF2-40B4-BE49-F238E27FC236}">
                      <a16:creationId xmlns:a16="http://schemas.microsoft.com/office/drawing/2014/main" id="{ABC609A1-0EDA-4554-939C-826E3DEBB74B}"/>
                    </a:ext>
                  </a:extLst>
                </p:cNvPr>
                <p:cNvSpPr/>
                <p:nvPr/>
              </p:nvSpPr>
              <p:spPr>
                <a:xfrm>
                  <a:off x="12786161" y="8551165"/>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5" name="Oval 164">
                  <a:extLst>
                    <a:ext uri="{FF2B5EF4-FFF2-40B4-BE49-F238E27FC236}">
                      <a16:creationId xmlns:a16="http://schemas.microsoft.com/office/drawing/2014/main" id="{9036FA63-FFC1-4CD5-A36D-C2C7FAA5E3D4}"/>
                    </a:ext>
                  </a:extLst>
                </p:cNvPr>
                <p:cNvSpPr/>
                <p:nvPr/>
              </p:nvSpPr>
              <p:spPr>
                <a:xfrm>
                  <a:off x="12894762" y="8660930"/>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6" name="Oval 165">
                  <a:extLst>
                    <a:ext uri="{FF2B5EF4-FFF2-40B4-BE49-F238E27FC236}">
                      <a16:creationId xmlns:a16="http://schemas.microsoft.com/office/drawing/2014/main" id="{03461030-ABA4-45C8-9FD1-F6A356E7AE59}"/>
                    </a:ext>
                  </a:extLst>
                </p:cNvPr>
                <p:cNvSpPr/>
                <p:nvPr/>
              </p:nvSpPr>
              <p:spPr>
                <a:xfrm>
                  <a:off x="11786137" y="6867732"/>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7" name="Oval 166">
                  <a:extLst>
                    <a:ext uri="{FF2B5EF4-FFF2-40B4-BE49-F238E27FC236}">
                      <a16:creationId xmlns:a16="http://schemas.microsoft.com/office/drawing/2014/main" id="{AC982689-8611-45D7-A186-08C38A631493}"/>
                    </a:ext>
                  </a:extLst>
                </p:cNvPr>
                <p:cNvSpPr/>
                <p:nvPr/>
              </p:nvSpPr>
              <p:spPr>
                <a:xfrm>
                  <a:off x="12926130" y="7408419"/>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grpSp>
        <p:grpSp>
          <p:nvGrpSpPr>
            <p:cNvPr id="168" name="Group 167">
              <a:extLst>
                <a:ext uri="{FF2B5EF4-FFF2-40B4-BE49-F238E27FC236}">
                  <a16:creationId xmlns:a16="http://schemas.microsoft.com/office/drawing/2014/main" id="{7D1673A1-8D94-413F-A294-08DFEB5FB162}"/>
                </a:ext>
              </a:extLst>
            </p:cNvPr>
            <p:cNvGrpSpPr/>
            <p:nvPr/>
          </p:nvGrpSpPr>
          <p:grpSpPr>
            <a:xfrm>
              <a:off x="2861476" y="6931679"/>
              <a:ext cx="1296939" cy="1276258"/>
              <a:chOff x="13559072" y="7321571"/>
              <a:chExt cx="1220806" cy="1276258"/>
            </a:xfrm>
            <a:solidFill>
              <a:srgbClr val="CD7481"/>
            </a:solidFill>
          </p:grpSpPr>
          <p:sp>
            <p:nvSpPr>
              <p:cNvPr id="169" name="Oval 168">
                <a:extLst>
                  <a:ext uri="{FF2B5EF4-FFF2-40B4-BE49-F238E27FC236}">
                    <a16:creationId xmlns:a16="http://schemas.microsoft.com/office/drawing/2014/main" id="{BF4C0D8A-5009-4B9D-8496-271F6E85E7F5}"/>
                  </a:ext>
                </a:extLst>
              </p:cNvPr>
              <p:cNvSpPr/>
              <p:nvPr/>
            </p:nvSpPr>
            <p:spPr>
              <a:xfrm>
                <a:off x="14325600" y="7871444"/>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0" name="Oval 169">
                <a:extLst>
                  <a:ext uri="{FF2B5EF4-FFF2-40B4-BE49-F238E27FC236}">
                    <a16:creationId xmlns:a16="http://schemas.microsoft.com/office/drawing/2014/main" id="{166A4D60-ED0A-4800-B1A5-DE804C716A3B}"/>
                  </a:ext>
                </a:extLst>
              </p:cNvPr>
              <p:cNvSpPr/>
              <p:nvPr/>
            </p:nvSpPr>
            <p:spPr>
              <a:xfrm>
                <a:off x="14478000" y="8023844"/>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1" name="Oval 170">
                <a:extLst>
                  <a:ext uri="{FF2B5EF4-FFF2-40B4-BE49-F238E27FC236}">
                    <a16:creationId xmlns:a16="http://schemas.microsoft.com/office/drawing/2014/main" id="{1926951C-D30A-4F73-8A99-2B2F6F8CEE52}"/>
                  </a:ext>
                </a:extLst>
              </p:cNvPr>
              <p:cNvSpPr/>
              <p:nvPr/>
            </p:nvSpPr>
            <p:spPr>
              <a:xfrm>
                <a:off x="14125119" y="8366087"/>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2" name="Oval 171">
                <a:extLst>
                  <a:ext uri="{FF2B5EF4-FFF2-40B4-BE49-F238E27FC236}">
                    <a16:creationId xmlns:a16="http://schemas.microsoft.com/office/drawing/2014/main" id="{E5419DA5-7798-447B-8228-2B6ADB50C0F1}"/>
                  </a:ext>
                </a:extLst>
              </p:cNvPr>
              <p:cNvSpPr/>
              <p:nvPr/>
            </p:nvSpPr>
            <p:spPr>
              <a:xfrm>
                <a:off x="13731625" y="8504500"/>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3" name="Oval 172">
                <a:extLst>
                  <a:ext uri="{FF2B5EF4-FFF2-40B4-BE49-F238E27FC236}">
                    <a16:creationId xmlns:a16="http://schemas.microsoft.com/office/drawing/2014/main" id="{D32F699B-2F70-475B-B832-1F31FDE9ED7D}"/>
                  </a:ext>
                </a:extLst>
              </p:cNvPr>
              <p:cNvSpPr/>
              <p:nvPr/>
            </p:nvSpPr>
            <p:spPr>
              <a:xfrm>
                <a:off x="13591657" y="8197964"/>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4" name="Oval 173">
                <a:extLst>
                  <a:ext uri="{FF2B5EF4-FFF2-40B4-BE49-F238E27FC236}">
                    <a16:creationId xmlns:a16="http://schemas.microsoft.com/office/drawing/2014/main" id="{D9B19B80-BC92-4A0A-B5E6-0E61142F1A74}"/>
                  </a:ext>
                </a:extLst>
              </p:cNvPr>
              <p:cNvSpPr/>
              <p:nvPr/>
            </p:nvSpPr>
            <p:spPr>
              <a:xfrm>
                <a:off x="13591657" y="7964319"/>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5" name="Oval 174">
                <a:extLst>
                  <a:ext uri="{FF2B5EF4-FFF2-40B4-BE49-F238E27FC236}">
                    <a16:creationId xmlns:a16="http://schemas.microsoft.com/office/drawing/2014/main" id="{59FC415D-C35A-4628-9AE5-6F663052E1AE}"/>
                  </a:ext>
                </a:extLst>
              </p:cNvPr>
              <p:cNvSpPr/>
              <p:nvPr/>
            </p:nvSpPr>
            <p:spPr>
              <a:xfrm>
                <a:off x="13988172" y="8037758"/>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6" name="Oval 175">
                <a:extLst>
                  <a:ext uri="{FF2B5EF4-FFF2-40B4-BE49-F238E27FC236}">
                    <a16:creationId xmlns:a16="http://schemas.microsoft.com/office/drawing/2014/main" id="{5BF8D240-E591-4210-B98D-2BAF9B591E34}"/>
                  </a:ext>
                </a:extLst>
              </p:cNvPr>
              <p:cNvSpPr/>
              <p:nvPr/>
            </p:nvSpPr>
            <p:spPr>
              <a:xfrm>
                <a:off x="13778281" y="7785331"/>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7" name="Oval 176">
                <a:extLst>
                  <a:ext uri="{FF2B5EF4-FFF2-40B4-BE49-F238E27FC236}">
                    <a16:creationId xmlns:a16="http://schemas.microsoft.com/office/drawing/2014/main" id="{667AC400-1588-4252-949B-B3D9BEFDECC5}"/>
                  </a:ext>
                </a:extLst>
              </p:cNvPr>
              <p:cNvSpPr/>
              <p:nvPr/>
            </p:nvSpPr>
            <p:spPr>
              <a:xfrm>
                <a:off x="13559072" y="7560411"/>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8" name="Oval 177">
                <a:extLst>
                  <a:ext uri="{FF2B5EF4-FFF2-40B4-BE49-F238E27FC236}">
                    <a16:creationId xmlns:a16="http://schemas.microsoft.com/office/drawing/2014/main" id="{B3181457-E211-4EED-8B1F-B705BF1ED025}"/>
                  </a:ext>
                </a:extLst>
              </p:cNvPr>
              <p:cNvSpPr/>
              <p:nvPr/>
            </p:nvSpPr>
            <p:spPr>
              <a:xfrm>
                <a:off x="14058219" y="7809637"/>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9" name="Oval 178">
                <a:extLst>
                  <a:ext uri="{FF2B5EF4-FFF2-40B4-BE49-F238E27FC236}">
                    <a16:creationId xmlns:a16="http://schemas.microsoft.com/office/drawing/2014/main" id="{596350A9-76A5-4FD4-BB97-9DA98CFBC197}"/>
                  </a:ext>
                </a:extLst>
              </p:cNvPr>
              <p:cNvSpPr/>
              <p:nvPr/>
            </p:nvSpPr>
            <p:spPr>
              <a:xfrm>
                <a:off x="14406629" y="7550813"/>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0" name="Oval 179">
                <a:extLst>
                  <a:ext uri="{FF2B5EF4-FFF2-40B4-BE49-F238E27FC236}">
                    <a16:creationId xmlns:a16="http://schemas.microsoft.com/office/drawing/2014/main" id="{1318E66E-FD1E-4568-9C5C-8C918F865223}"/>
                  </a:ext>
                </a:extLst>
              </p:cNvPr>
              <p:cNvSpPr/>
              <p:nvPr/>
            </p:nvSpPr>
            <p:spPr>
              <a:xfrm>
                <a:off x="14257183" y="7321571"/>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1" name="Oval 180">
                <a:extLst>
                  <a:ext uri="{FF2B5EF4-FFF2-40B4-BE49-F238E27FC236}">
                    <a16:creationId xmlns:a16="http://schemas.microsoft.com/office/drawing/2014/main" id="{9976C9A8-BB46-4D1B-B0BC-622EEF836F8C}"/>
                  </a:ext>
                </a:extLst>
              </p:cNvPr>
              <p:cNvSpPr/>
              <p:nvPr/>
            </p:nvSpPr>
            <p:spPr>
              <a:xfrm>
                <a:off x="14686566" y="7646435"/>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2" name="Oval 181">
                <a:extLst>
                  <a:ext uri="{FF2B5EF4-FFF2-40B4-BE49-F238E27FC236}">
                    <a16:creationId xmlns:a16="http://schemas.microsoft.com/office/drawing/2014/main" id="{D4A36F77-5378-483F-9BF2-DA05DF9B4D64}"/>
                  </a:ext>
                </a:extLst>
              </p:cNvPr>
              <p:cNvSpPr/>
              <p:nvPr/>
            </p:nvSpPr>
            <p:spPr>
              <a:xfrm>
                <a:off x="14506118" y="7772968"/>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3" name="Oval 182">
                <a:extLst>
                  <a:ext uri="{FF2B5EF4-FFF2-40B4-BE49-F238E27FC236}">
                    <a16:creationId xmlns:a16="http://schemas.microsoft.com/office/drawing/2014/main" id="{088E8A46-E1F5-4F39-BFA6-93870A3226DF}"/>
                  </a:ext>
                </a:extLst>
              </p:cNvPr>
              <p:cNvSpPr/>
              <p:nvPr/>
            </p:nvSpPr>
            <p:spPr>
              <a:xfrm>
                <a:off x="14370419" y="8319422"/>
                <a:ext cx="93312" cy="933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86" name="TextBox 98">
              <a:extLst>
                <a:ext uri="{FF2B5EF4-FFF2-40B4-BE49-F238E27FC236}">
                  <a16:creationId xmlns:a16="http://schemas.microsoft.com/office/drawing/2014/main" id="{510683DC-71EE-41EC-A5D5-EA796098F244}"/>
                </a:ext>
              </a:extLst>
            </p:cNvPr>
            <p:cNvSpPr txBox="1"/>
            <p:nvPr/>
          </p:nvSpPr>
          <p:spPr>
            <a:xfrm>
              <a:off x="318345" y="8811895"/>
              <a:ext cx="2167778" cy="832023"/>
            </a:xfrm>
            <a:prstGeom prst="rect">
              <a:avLst/>
            </a:prstGeom>
          </p:spPr>
          <p:txBody>
            <a:bodyPr wrap="square" lIns="0" tIns="0" rIns="0" bIns="0" rtlCol="0" anchor="t">
              <a:spAutoFit/>
            </a:bodyPr>
            <a:lstStyle/>
            <a:p>
              <a:pPr algn="ctr">
                <a:lnSpc>
                  <a:spcPts val="3326"/>
                </a:lnSpc>
              </a:pPr>
              <a:r>
                <a:rPr lang="en-US" sz="2376" b="1" dirty="0">
                  <a:solidFill>
                    <a:srgbClr val="76BBD1"/>
                  </a:solidFill>
                  <a:latin typeface="Anca Coder Bold"/>
                  <a:ea typeface="Anca Coder Bold"/>
                  <a:cs typeface="Anca Coder Bold"/>
                  <a:sym typeface="Anca Coder Bold"/>
                </a:rPr>
                <a:t>True </a:t>
              </a:r>
            </a:p>
            <a:p>
              <a:pPr algn="ctr">
                <a:lnSpc>
                  <a:spcPts val="3326"/>
                </a:lnSpc>
              </a:pPr>
              <a:r>
                <a:rPr lang="en-US" sz="2376" b="1" dirty="0">
                  <a:solidFill>
                    <a:srgbClr val="76BBD1"/>
                  </a:solidFill>
                  <a:latin typeface="Anca Coder Bold"/>
                  <a:ea typeface="Anca Coder Bold"/>
                  <a:cs typeface="Anca Coder Bold"/>
                  <a:sym typeface="Anca Coder Bold"/>
                </a:rPr>
                <a:t>data</a:t>
              </a:r>
            </a:p>
          </p:txBody>
        </p:sp>
        <p:sp>
          <p:nvSpPr>
            <p:cNvPr id="187" name="TextBox 98">
              <a:extLst>
                <a:ext uri="{FF2B5EF4-FFF2-40B4-BE49-F238E27FC236}">
                  <a16:creationId xmlns:a16="http://schemas.microsoft.com/office/drawing/2014/main" id="{A6A9938F-1910-4D75-B96B-12C237F2A676}"/>
                </a:ext>
              </a:extLst>
            </p:cNvPr>
            <p:cNvSpPr txBox="1"/>
            <p:nvPr/>
          </p:nvSpPr>
          <p:spPr>
            <a:xfrm>
              <a:off x="2387914" y="8801100"/>
              <a:ext cx="2167778" cy="832023"/>
            </a:xfrm>
            <a:prstGeom prst="rect">
              <a:avLst/>
            </a:prstGeom>
          </p:spPr>
          <p:txBody>
            <a:bodyPr wrap="square" lIns="0" tIns="0" rIns="0" bIns="0" rtlCol="0" anchor="t">
              <a:spAutoFit/>
            </a:bodyPr>
            <a:lstStyle/>
            <a:p>
              <a:pPr algn="ctr">
                <a:lnSpc>
                  <a:spcPts val="3326"/>
                </a:lnSpc>
              </a:pPr>
              <a:r>
                <a:rPr lang="en-US" sz="2376" b="1" dirty="0">
                  <a:solidFill>
                    <a:srgbClr val="CD7481"/>
                  </a:solidFill>
                  <a:latin typeface="Anca Coder Bold"/>
                  <a:ea typeface="Anca Coder Bold"/>
                  <a:cs typeface="Anca Coder Bold"/>
                  <a:sym typeface="Anca Coder Bold"/>
                </a:rPr>
                <a:t>Labelled data</a:t>
              </a:r>
            </a:p>
          </p:txBody>
        </p:sp>
      </p:grpSp>
    </p:spTree>
    <p:extLst>
      <p:ext uri="{BB962C8B-B14F-4D97-AF65-F5344CB8AC3E}">
        <p14:creationId xmlns:p14="http://schemas.microsoft.com/office/powerpoint/2010/main" val="4249188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924" y="265152"/>
            <a:ext cx="3615122" cy="3365210"/>
            <a:chOff x="0" y="0"/>
            <a:chExt cx="4820162" cy="4486947"/>
          </a:xfrm>
        </p:grpSpPr>
        <p:sp>
          <p:nvSpPr>
            <p:cNvPr id="4" name="Freeform 4"/>
            <p:cNvSpPr/>
            <p:nvPr/>
          </p:nvSpPr>
          <p:spPr>
            <a:xfrm>
              <a:off x="0" y="0"/>
              <a:ext cx="3296002" cy="2142507"/>
            </a:xfrm>
            <a:custGeom>
              <a:avLst/>
              <a:gdLst/>
              <a:ahLst/>
              <a:cxnLst/>
              <a:rect l="l" t="t" r="r" b="b"/>
              <a:pathLst>
                <a:path w="3296002" h="2142507">
                  <a:moveTo>
                    <a:pt x="0" y="0"/>
                  </a:moveTo>
                  <a:lnTo>
                    <a:pt x="3296002" y="0"/>
                  </a:lnTo>
                  <a:lnTo>
                    <a:pt x="3296002" y="2142507"/>
                  </a:lnTo>
                  <a:lnTo>
                    <a:pt x="0" y="2142507"/>
                  </a:lnTo>
                  <a:lnTo>
                    <a:pt x="0" y="0"/>
                  </a:lnTo>
                  <a:close/>
                </a:path>
              </a:pathLst>
            </a:custGeom>
            <a:blipFill>
              <a:blip r:embed="rId2"/>
              <a:stretch>
                <a:fillRect l="-23575" t="-40298" r="-23575" b="-35771"/>
              </a:stretch>
            </a:blipFill>
          </p:spPr>
        </p:sp>
        <p:sp>
          <p:nvSpPr>
            <p:cNvPr id="5" name="Freeform 5"/>
            <p:cNvSpPr/>
            <p:nvPr/>
          </p:nvSpPr>
          <p:spPr>
            <a:xfrm>
              <a:off x="1442441" y="2953354"/>
              <a:ext cx="3377721" cy="1465497"/>
            </a:xfrm>
            <a:custGeom>
              <a:avLst/>
              <a:gdLst/>
              <a:ahLst/>
              <a:cxnLst/>
              <a:rect l="l" t="t" r="r" b="b"/>
              <a:pathLst>
                <a:path w="3377721" h="1465497">
                  <a:moveTo>
                    <a:pt x="0" y="0"/>
                  </a:moveTo>
                  <a:lnTo>
                    <a:pt x="3377721" y="0"/>
                  </a:lnTo>
                  <a:lnTo>
                    <a:pt x="3377721" y="1465497"/>
                  </a:lnTo>
                  <a:lnTo>
                    <a:pt x="0" y="1465497"/>
                  </a:lnTo>
                  <a:lnTo>
                    <a:pt x="0" y="0"/>
                  </a:lnTo>
                  <a:close/>
                </a:path>
              </a:pathLst>
            </a:custGeom>
            <a:blipFill>
              <a:blip r:embed="rId3"/>
              <a:stretch>
                <a:fillRect r="-48319"/>
              </a:stretch>
            </a:blipFill>
          </p:spPr>
        </p:sp>
        <p:sp>
          <p:nvSpPr>
            <p:cNvPr id="6" name="Freeform 6"/>
            <p:cNvSpPr/>
            <p:nvPr/>
          </p:nvSpPr>
          <p:spPr>
            <a:xfrm>
              <a:off x="1062170" y="1371600"/>
              <a:ext cx="3377721" cy="2743662"/>
            </a:xfrm>
            <a:custGeom>
              <a:avLst/>
              <a:gdLst/>
              <a:ahLst/>
              <a:cxnLst/>
              <a:rect l="l" t="t" r="r" b="b"/>
              <a:pathLst>
                <a:path w="3377721" h="2743662">
                  <a:moveTo>
                    <a:pt x="0" y="0"/>
                  </a:moveTo>
                  <a:lnTo>
                    <a:pt x="3377721" y="0"/>
                  </a:lnTo>
                  <a:lnTo>
                    <a:pt x="3377721" y="2743662"/>
                  </a:lnTo>
                  <a:lnTo>
                    <a:pt x="0" y="2743662"/>
                  </a:lnTo>
                  <a:lnTo>
                    <a:pt x="0" y="0"/>
                  </a:lnTo>
                  <a:close/>
                </a:path>
              </a:pathLst>
            </a:custGeom>
            <a:blipFill>
              <a:blip r:embed="rId4"/>
              <a:stretch>
                <a:fillRect l="-28695" t="-7259" r="-26193"/>
              </a:stretch>
            </a:blipFill>
          </p:spPr>
        </p:sp>
        <p:sp>
          <p:nvSpPr>
            <p:cNvPr id="7" name="Freeform 7"/>
            <p:cNvSpPr/>
            <p:nvPr/>
          </p:nvSpPr>
          <p:spPr>
            <a:xfrm>
              <a:off x="1742196" y="0"/>
              <a:ext cx="2916515" cy="4486947"/>
            </a:xfrm>
            <a:custGeom>
              <a:avLst/>
              <a:gdLst/>
              <a:ahLst/>
              <a:cxnLst/>
              <a:rect l="l" t="t" r="r" b="b"/>
              <a:pathLst>
                <a:path w="2916515" h="4486947">
                  <a:moveTo>
                    <a:pt x="0" y="0"/>
                  </a:moveTo>
                  <a:lnTo>
                    <a:pt x="2916515" y="0"/>
                  </a:lnTo>
                  <a:lnTo>
                    <a:pt x="2916515" y="4486947"/>
                  </a:lnTo>
                  <a:lnTo>
                    <a:pt x="0" y="4486947"/>
                  </a:lnTo>
                  <a:lnTo>
                    <a:pt x="0" y="0"/>
                  </a:lnTo>
                  <a:close/>
                </a:path>
              </a:pathLst>
            </a:custGeom>
            <a:blipFill>
              <a:blip r:embed="rId5">
                <a:alphaModFix amt="65000"/>
                <a:extLst>
                  <a:ext uri="{96DAC541-7B7A-43D3-8B79-37D633B846F1}">
                    <asvg:svgBlip xmlns:asvg="http://schemas.microsoft.com/office/drawing/2016/SVG/main" r:embed="rId6"/>
                  </a:ext>
                </a:extLst>
              </a:blip>
              <a:stretch>
                <a:fillRect/>
              </a:stretch>
            </a:blipFill>
          </p:spPr>
        </p:sp>
      </p:grpSp>
      <p:grpSp>
        <p:nvGrpSpPr>
          <p:cNvPr id="8" name="Group 8"/>
          <p:cNvGrpSpPr/>
          <p:nvPr/>
        </p:nvGrpSpPr>
        <p:grpSpPr>
          <a:xfrm>
            <a:off x="10061664" y="867090"/>
            <a:ext cx="2533291" cy="2161334"/>
            <a:chOff x="0" y="0"/>
            <a:chExt cx="3377721" cy="2881778"/>
          </a:xfrm>
        </p:grpSpPr>
        <p:sp>
          <p:nvSpPr>
            <p:cNvPr id="9" name="Freeform 9"/>
            <p:cNvSpPr/>
            <p:nvPr/>
          </p:nvSpPr>
          <p:spPr>
            <a:xfrm>
              <a:off x="0" y="1094481"/>
              <a:ext cx="3377721" cy="1465497"/>
            </a:xfrm>
            <a:custGeom>
              <a:avLst/>
              <a:gdLst/>
              <a:ahLst/>
              <a:cxnLst/>
              <a:rect l="l" t="t" r="r" b="b"/>
              <a:pathLst>
                <a:path w="3377721" h="1465497">
                  <a:moveTo>
                    <a:pt x="0" y="0"/>
                  </a:moveTo>
                  <a:lnTo>
                    <a:pt x="3377721" y="0"/>
                  </a:lnTo>
                  <a:lnTo>
                    <a:pt x="3377721" y="1465497"/>
                  </a:lnTo>
                  <a:lnTo>
                    <a:pt x="0" y="1465497"/>
                  </a:lnTo>
                  <a:lnTo>
                    <a:pt x="0" y="0"/>
                  </a:lnTo>
                  <a:close/>
                </a:path>
              </a:pathLst>
            </a:custGeom>
            <a:blipFill>
              <a:blip r:embed="rId3"/>
              <a:stretch>
                <a:fillRect r="-48319"/>
              </a:stretch>
            </a:blipFill>
          </p:spPr>
        </p:sp>
        <p:sp>
          <p:nvSpPr>
            <p:cNvPr id="10" name="Freeform 10"/>
            <p:cNvSpPr/>
            <p:nvPr/>
          </p:nvSpPr>
          <p:spPr>
            <a:xfrm>
              <a:off x="81719" y="0"/>
              <a:ext cx="3296002" cy="2142507"/>
            </a:xfrm>
            <a:custGeom>
              <a:avLst/>
              <a:gdLst/>
              <a:ahLst/>
              <a:cxnLst/>
              <a:rect l="l" t="t" r="r" b="b"/>
              <a:pathLst>
                <a:path w="3296002" h="2142507">
                  <a:moveTo>
                    <a:pt x="0" y="0"/>
                  </a:moveTo>
                  <a:lnTo>
                    <a:pt x="3296002" y="0"/>
                  </a:lnTo>
                  <a:lnTo>
                    <a:pt x="3296002" y="2142507"/>
                  </a:lnTo>
                  <a:lnTo>
                    <a:pt x="0" y="2142507"/>
                  </a:lnTo>
                  <a:lnTo>
                    <a:pt x="0" y="0"/>
                  </a:lnTo>
                  <a:close/>
                </a:path>
              </a:pathLst>
            </a:custGeom>
            <a:blipFill>
              <a:blip r:embed="rId2"/>
              <a:stretch>
                <a:fillRect l="-23575" t="-40298" r="-23575" b="-35771"/>
              </a:stretch>
            </a:blipFill>
          </p:spPr>
        </p:sp>
        <p:sp>
          <p:nvSpPr>
            <p:cNvPr id="11" name="TextBox 11"/>
            <p:cNvSpPr txBox="1"/>
            <p:nvPr/>
          </p:nvSpPr>
          <p:spPr>
            <a:xfrm>
              <a:off x="234940" y="2181029"/>
              <a:ext cx="2907842" cy="700750"/>
            </a:xfrm>
            <a:prstGeom prst="rect">
              <a:avLst/>
            </a:prstGeom>
          </p:spPr>
          <p:txBody>
            <a:bodyPr lIns="0" tIns="0" rIns="0" bIns="0" rtlCol="0" anchor="t">
              <a:spAutoFit/>
            </a:bodyPr>
            <a:lstStyle/>
            <a:p>
              <a:pPr algn="ctr">
                <a:lnSpc>
                  <a:spcPts val="4480"/>
                </a:lnSpc>
              </a:pPr>
              <a:r>
                <a:rPr lang="en-US" sz="3200" b="1">
                  <a:solidFill>
                    <a:srgbClr val="9DA8BD"/>
                  </a:solidFill>
                  <a:latin typeface="Canva Sans Bold"/>
                  <a:ea typeface="Canva Sans Bold"/>
                  <a:cs typeface="Canva Sans Bold"/>
                  <a:sym typeface="Canva Sans Bold"/>
                </a:rPr>
                <a:t>A B A C B B</a:t>
              </a:r>
            </a:p>
          </p:txBody>
        </p:sp>
      </p:grpSp>
      <p:grpSp>
        <p:nvGrpSpPr>
          <p:cNvPr id="12" name="Group 12"/>
          <p:cNvGrpSpPr/>
          <p:nvPr/>
        </p:nvGrpSpPr>
        <p:grpSpPr>
          <a:xfrm>
            <a:off x="13290383" y="3850959"/>
            <a:ext cx="3405110" cy="2821985"/>
            <a:chOff x="0" y="0"/>
            <a:chExt cx="4540147" cy="3762647"/>
          </a:xfrm>
        </p:grpSpPr>
        <p:sp>
          <p:nvSpPr>
            <p:cNvPr id="13" name="Freeform 13"/>
            <p:cNvSpPr/>
            <p:nvPr/>
          </p:nvSpPr>
          <p:spPr>
            <a:xfrm>
              <a:off x="0" y="0"/>
              <a:ext cx="4540147" cy="3762647"/>
            </a:xfrm>
            <a:custGeom>
              <a:avLst/>
              <a:gdLst/>
              <a:ahLst/>
              <a:cxnLst/>
              <a:rect l="l" t="t" r="r" b="b"/>
              <a:pathLst>
                <a:path w="4540147" h="3762647">
                  <a:moveTo>
                    <a:pt x="0" y="0"/>
                  </a:moveTo>
                  <a:lnTo>
                    <a:pt x="4540147" y="0"/>
                  </a:lnTo>
                  <a:lnTo>
                    <a:pt x="4540147" y="3762647"/>
                  </a:lnTo>
                  <a:lnTo>
                    <a:pt x="0" y="376264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539861" y="1067770"/>
              <a:ext cx="1952445" cy="1753296"/>
            </a:xfrm>
            <a:custGeom>
              <a:avLst/>
              <a:gdLst/>
              <a:ahLst/>
              <a:cxnLst/>
              <a:rect l="l" t="t" r="r" b="b"/>
              <a:pathLst>
                <a:path w="1952445" h="1753296">
                  <a:moveTo>
                    <a:pt x="0" y="0"/>
                  </a:moveTo>
                  <a:lnTo>
                    <a:pt x="1952445" y="0"/>
                  </a:lnTo>
                  <a:lnTo>
                    <a:pt x="1952445" y="1753296"/>
                  </a:lnTo>
                  <a:lnTo>
                    <a:pt x="0" y="175329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sp>
        <p:nvSpPr>
          <p:cNvPr id="15" name="Freeform 15"/>
          <p:cNvSpPr/>
          <p:nvPr/>
        </p:nvSpPr>
        <p:spPr>
          <a:xfrm>
            <a:off x="3809641" y="1727731"/>
            <a:ext cx="919435" cy="858522"/>
          </a:xfrm>
          <a:custGeom>
            <a:avLst/>
            <a:gdLst/>
            <a:ahLst/>
            <a:cxnLst/>
            <a:rect l="l" t="t" r="r" b="b"/>
            <a:pathLst>
              <a:path w="919435" h="858522">
                <a:moveTo>
                  <a:pt x="0" y="0"/>
                </a:moveTo>
                <a:lnTo>
                  <a:pt x="919435" y="0"/>
                </a:lnTo>
                <a:lnTo>
                  <a:pt x="919435" y="858522"/>
                </a:lnTo>
                <a:lnTo>
                  <a:pt x="0" y="85852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6" name="Freeform 16"/>
          <p:cNvSpPr/>
          <p:nvPr/>
        </p:nvSpPr>
        <p:spPr>
          <a:xfrm>
            <a:off x="8329757" y="1808325"/>
            <a:ext cx="1022148" cy="522573"/>
          </a:xfrm>
          <a:custGeom>
            <a:avLst/>
            <a:gdLst/>
            <a:ahLst/>
            <a:cxnLst/>
            <a:rect l="l" t="t" r="r" b="b"/>
            <a:pathLst>
              <a:path w="1022148" h="522573">
                <a:moveTo>
                  <a:pt x="0" y="0"/>
                </a:moveTo>
                <a:lnTo>
                  <a:pt x="1022147" y="0"/>
                </a:lnTo>
                <a:lnTo>
                  <a:pt x="1022147" y="522573"/>
                </a:lnTo>
                <a:lnTo>
                  <a:pt x="0" y="52257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17" name="Group 17"/>
          <p:cNvGrpSpPr/>
          <p:nvPr/>
        </p:nvGrpSpPr>
        <p:grpSpPr>
          <a:xfrm>
            <a:off x="516865" y="4374646"/>
            <a:ext cx="3482043" cy="1972566"/>
            <a:chOff x="0" y="0"/>
            <a:chExt cx="4642723" cy="2630088"/>
          </a:xfrm>
        </p:grpSpPr>
        <p:sp>
          <p:nvSpPr>
            <p:cNvPr id="18" name="Freeform 18"/>
            <p:cNvSpPr/>
            <p:nvPr/>
          </p:nvSpPr>
          <p:spPr>
            <a:xfrm>
              <a:off x="0" y="0"/>
              <a:ext cx="4642723" cy="2014346"/>
            </a:xfrm>
            <a:custGeom>
              <a:avLst/>
              <a:gdLst/>
              <a:ahLst/>
              <a:cxnLst/>
              <a:rect l="l" t="t" r="r" b="b"/>
              <a:pathLst>
                <a:path w="4642723" h="2014346">
                  <a:moveTo>
                    <a:pt x="0" y="0"/>
                  </a:moveTo>
                  <a:lnTo>
                    <a:pt x="4642723" y="0"/>
                  </a:lnTo>
                  <a:lnTo>
                    <a:pt x="4642723" y="2014346"/>
                  </a:lnTo>
                  <a:lnTo>
                    <a:pt x="0" y="2014346"/>
                  </a:lnTo>
                  <a:lnTo>
                    <a:pt x="0" y="0"/>
                  </a:lnTo>
                  <a:close/>
                </a:path>
              </a:pathLst>
            </a:custGeom>
            <a:blipFill>
              <a:blip r:embed="rId3"/>
              <a:stretch>
                <a:fillRect r="-48319"/>
              </a:stretch>
            </a:blipFill>
          </p:spPr>
        </p:sp>
        <p:sp>
          <p:nvSpPr>
            <p:cNvPr id="19" name="TextBox 19"/>
            <p:cNvSpPr txBox="1"/>
            <p:nvPr/>
          </p:nvSpPr>
          <p:spPr>
            <a:xfrm>
              <a:off x="0" y="1929283"/>
              <a:ext cx="4642723" cy="700805"/>
            </a:xfrm>
            <a:prstGeom prst="rect">
              <a:avLst/>
            </a:prstGeom>
          </p:spPr>
          <p:txBody>
            <a:bodyPr lIns="0" tIns="0" rIns="0" bIns="0" rtlCol="0" anchor="t">
              <a:spAutoFit/>
            </a:bodyPr>
            <a:lstStyle/>
            <a:p>
              <a:pPr algn="ctr">
                <a:lnSpc>
                  <a:spcPts val="4406"/>
                </a:lnSpc>
              </a:pPr>
              <a:r>
                <a:rPr lang="en-US" sz="3147" b="1" spc="862">
                  <a:solidFill>
                    <a:srgbClr val="9DA8BD"/>
                  </a:solidFill>
                  <a:latin typeface="Canva Sans Bold"/>
                  <a:ea typeface="Canva Sans Bold"/>
                  <a:cs typeface="Canva Sans Bold"/>
                  <a:sym typeface="Canva Sans Bold"/>
                </a:rPr>
                <a:t>A B A C B B</a:t>
              </a:r>
            </a:p>
          </p:txBody>
        </p:sp>
      </p:grpSp>
      <p:sp>
        <p:nvSpPr>
          <p:cNvPr id="20" name="Freeform 20"/>
          <p:cNvSpPr/>
          <p:nvPr/>
        </p:nvSpPr>
        <p:spPr>
          <a:xfrm>
            <a:off x="4465632" y="4931667"/>
            <a:ext cx="919435" cy="858522"/>
          </a:xfrm>
          <a:custGeom>
            <a:avLst/>
            <a:gdLst/>
            <a:ahLst/>
            <a:cxnLst/>
            <a:rect l="l" t="t" r="r" b="b"/>
            <a:pathLst>
              <a:path w="919435" h="858522">
                <a:moveTo>
                  <a:pt x="0" y="0"/>
                </a:moveTo>
                <a:lnTo>
                  <a:pt x="919435" y="0"/>
                </a:lnTo>
                <a:lnTo>
                  <a:pt x="919435" y="858523"/>
                </a:lnTo>
                <a:lnTo>
                  <a:pt x="0" y="85852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1" name="Freeform 21"/>
          <p:cNvSpPr/>
          <p:nvPr/>
        </p:nvSpPr>
        <p:spPr>
          <a:xfrm>
            <a:off x="12083881" y="5037349"/>
            <a:ext cx="1022148" cy="522573"/>
          </a:xfrm>
          <a:custGeom>
            <a:avLst/>
            <a:gdLst/>
            <a:ahLst/>
            <a:cxnLst/>
            <a:rect l="l" t="t" r="r" b="b"/>
            <a:pathLst>
              <a:path w="1022148" h="522573">
                <a:moveTo>
                  <a:pt x="0" y="0"/>
                </a:moveTo>
                <a:lnTo>
                  <a:pt x="1022148" y="0"/>
                </a:lnTo>
                <a:lnTo>
                  <a:pt x="1022148" y="522573"/>
                </a:lnTo>
                <a:lnTo>
                  <a:pt x="0" y="52257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2" name="Freeform 22"/>
          <p:cNvSpPr/>
          <p:nvPr/>
        </p:nvSpPr>
        <p:spPr>
          <a:xfrm>
            <a:off x="7831361" y="4526558"/>
            <a:ext cx="1660232" cy="1660232"/>
          </a:xfrm>
          <a:custGeom>
            <a:avLst/>
            <a:gdLst/>
            <a:ahLst/>
            <a:cxnLst/>
            <a:rect l="l" t="t" r="r" b="b"/>
            <a:pathLst>
              <a:path w="1660232" h="1660232">
                <a:moveTo>
                  <a:pt x="0" y="0"/>
                </a:moveTo>
                <a:lnTo>
                  <a:pt x="1660231" y="0"/>
                </a:lnTo>
                <a:lnTo>
                  <a:pt x="1660231" y="1660232"/>
                </a:lnTo>
                <a:lnTo>
                  <a:pt x="0" y="166023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23" name="Freeform 23"/>
          <p:cNvSpPr/>
          <p:nvPr/>
        </p:nvSpPr>
        <p:spPr>
          <a:xfrm>
            <a:off x="9758292" y="4588624"/>
            <a:ext cx="1420061" cy="1420061"/>
          </a:xfrm>
          <a:custGeom>
            <a:avLst/>
            <a:gdLst/>
            <a:ahLst/>
            <a:cxnLst/>
            <a:rect l="l" t="t" r="r" b="b"/>
            <a:pathLst>
              <a:path w="1420061" h="1420061">
                <a:moveTo>
                  <a:pt x="0" y="0"/>
                </a:moveTo>
                <a:lnTo>
                  <a:pt x="1420062" y="0"/>
                </a:lnTo>
                <a:lnTo>
                  <a:pt x="1420062" y="1420061"/>
                </a:lnTo>
                <a:lnTo>
                  <a:pt x="0" y="142006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4" name="Freeform 24"/>
          <p:cNvSpPr/>
          <p:nvPr/>
        </p:nvSpPr>
        <p:spPr>
          <a:xfrm>
            <a:off x="6371421" y="4727721"/>
            <a:ext cx="1168586" cy="1356849"/>
          </a:xfrm>
          <a:custGeom>
            <a:avLst/>
            <a:gdLst/>
            <a:ahLst/>
            <a:cxnLst/>
            <a:rect l="l" t="t" r="r" b="b"/>
            <a:pathLst>
              <a:path w="1168586" h="1356849">
                <a:moveTo>
                  <a:pt x="0" y="0"/>
                </a:moveTo>
                <a:lnTo>
                  <a:pt x="1168587" y="0"/>
                </a:lnTo>
                <a:lnTo>
                  <a:pt x="1168587" y="1356849"/>
                </a:lnTo>
                <a:lnTo>
                  <a:pt x="0" y="135684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25" name="Freeform 25"/>
          <p:cNvSpPr/>
          <p:nvPr/>
        </p:nvSpPr>
        <p:spPr>
          <a:xfrm>
            <a:off x="5226152" y="1111704"/>
            <a:ext cx="2588942" cy="1672106"/>
          </a:xfrm>
          <a:custGeom>
            <a:avLst/>
            <a:gdLst/>
            <a:ahLst/>
            <a:cxnLst/>
            <a:rect l="l" t="t" r="r" b="b"/>
            <a:pathLst>
              <a:path w="2588942" h="1672106">
                <a:moveTo>
                  <a:pt x="0" y="0"/>
                </a:moveTo>
                <a:lnTo>
                  <a:pt x="2588942" y="0"/>
                </a:lnTo>
                <a:lnTo>
                  <a:pt x="2588942" y="1672106"/>
                </a:lnTo>
                <a:lnTo>
                  <a:pt x="0" y="1672106"/>
                </a:lnTo>
                <a:lnTo>
                  <a:pt x="0" y="0"/>
                </a:lnTo>
                <a:close/>
              </a:path>
            </a:pathLst>
          </a:custGeom>
          <a:blipFill>
            <a:blip r:embed="rId21"/>
            <a:stretch>
              <a:fillRect/>
            </a:stretch>
          </a:blipFill>
        </p:spPr>
      </p:sp>
      <p:sp>
        <p:nvSpPr>
          <p:cNvPr id="26" name="TextBox 26"/>
          <p:cNvSpPr txBox="1"/>
          <p:nvPr/>
        </p:nvSpPr>
        <p:spPr>
          <a:xfrm>
            <a:off x="295711" y="120541"/>
            <a:ext cx="7535650" cy="697460"/>
          </a:xfrm>
          <a:prstGeom prst="rect">
            <a:avLst/>
          </a:prstGeom>
        </p:spPr>
        <p:txBody>
          <a:bodyPr lIns="0" tIns="0" rIns="0" bIns="0" rtlCol="0" anchor="t">
            <a:spAutoFit/>
          </a:bodyPr>
          <a:lstStyle/>
          <a:p>
            <a:pPr algn="l">
              <a:lnSpc>
                <a:spcPts val="5657"/>
              </a:lnSpc>
            </a:pPr>
            <a:r>
              <a:rPr lang="en-US" sz="4040" b="1">
                <a:solidFill>
                  <a:srgbClr val="FFFFFF"/>
                </a:solidFill>
                <a:latin typeface="Anca Coder Bold"/>
                <a:ea typeface="Anca Coder Bold"/>
                <a:cs typeface="Anca Coder Bold"/>
                <a:sym typeface="Anca Coder Bold"/>
              </a:rPr>
              <a:t>BUILD TRAINING DATASET</a:t>
            </a:r>
          </a:p>
        </p:txBody>
      </p:sp>
      <p:sp>
        <p:nvSpPr>
          <p:cNvPr id="27" name="TextBox 27"/>
          <p:cNvSpPr txBox="1"/>
          <p:nvPr/>
        </p:nvSpPr>
        <p:spPr>
          <a:xfrm>
            <a:off x="448111" y="3544637"/>
            <a:ext cx="5089356" cy="697460"/>
          </a:xfrm>
          <a:prstGeom prst="rect">
            <a:avLst/>
          </a:prstGeom>
        </p:spPr>
        <p:txBody>
          <a:bodyPr lIns="0" tIns="0" rIns="0" bIns="0" rtlCol="0" anchor="t">
            <a:spAutoFit/>
          </a:bodyPr>
          <a:lstStyle/>
          <a:p>
            <a:pPr algn="l">
              <a:lnSpc>
                <a:spcPts val="5657"/>
              </a:lnSpc>
            </a:pPr>
            <a:r>
              <a:rPr lang="en-US" sz="4040" b="1">
                <a:solidFill>
                  <a:srgbClr val="FFFFFF"/>
                </a:solidFill>
                <a:latin typeface="Anca Coder Bold"/>
                <a:ea typeface="Anca Coder Bold"/>
                <a:cs typeface="Anca Coder Bold"/>
                <a:sym typeface="Anca Coder Bold"/>
              </a:rPr>
              <a:t>TRAIN A MODEL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D9024848-1163-447A-BE55-1421A6621AF8}"/>
              </a:ext>
            </a:extLst>
          </p:cNvPr>
          <p:cNvSpPr/>
          <p:nvPr/>
        </p:nvSpPr>
        <p:spPr>
          <a:xfrm>
            <a:off x="11739548" y="5807137"/>
            <a:ext cx="1201662" cy="1201662"/>
          </a:xfrm>
          <a:custGeom>
            <a:avLst/>
            <a:gdLst/>
            <a:ahLst/>
            <a:cxnLst/>
            <a:rect l="l" t="t" r="r" b="b"/>
            <a:pathLst>
              <a:path w="1201662" h="1201662">
                <a:moveTo>
                  <a:pt x="0" y="0"/>
                </a:moveTo>
                <a:lnTo>
                  <a:pt x="1201662" y="0"/>
                </a:lnTo>
                <a:lnTo>
                  <a:pt x="1201662" y="1201662"/>
                </a:lnTo>
                <a:lnTo>
                  <a:pt x="0" y="12016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3">
            <a:extLst>
              <a:ext uri="{FF2B5EF4-FFF2-40B4-BE49-F238E27FC236}">
                <a16:creationId xmlns:a16="http://schemas.microsoft.com/office/drawing/2014/main" id="{1756920C-B290-4692-A917-480D37072D78}"/>
              </a:ext>
            </a:extLst>
          </p:cNvPr>
          <p:cNvSpPr/>
          <p:nvPr/>
        </p:nvSpPr>
        <p:spPr>
          <a:xfrm>
            <a:off x="8392864" y="5956960"/>
            <a:ext cx="982615" cy="982615"/>
          </a:xfrm>
          <a:custGeom>
            <a:avLst/>
            <a:gdLst/>
            <a:ahLst/>
            <a:cxnLst/>
            <a:rect l="l" t="t" r="r" b="b"/>
            <a:pathLst>
              <a:path w="982615" h="982615">
                <a:moveTo>
                  <a:pt x="0" y="0"/>
                </a:moveTo>
                <a:lnTo>
                  <a:pt x="982615" y="0"/>
                </a:lnTo>
                <a:lnTo>
                  <a:pt x="982615" y="982615"/>
                </a:lnTo>
                <a:lnTo>
                  <a:pt x="0" y="9826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4">
            <a:extLst>
              <a:ext uri="{FF2B5EF4-FFF2-40B4-BE49-F238E27FC236}">
                <a16:creationId xmlns:a16="http://schemas.microsoft.com/office/drawing/2014/main" id="{4EFA4D50-213E-4B79-9F1F-EB4352FC49B7}"/>
              </a:ext>
            </a:extLst>
          </p:cNvPr>
          <p:cNvSpPr/>
          <p:nvPr/>
        </p:nvSpPr>
        <p:spPr>
          <a:xfrm>
            <a:off x="6492267" y="5747890"/>
            <a:ext cx="1461771" cy="1381373"/>
          </a:xfrm>
          <a:custGeom>
            <a:avLst/>
            <a:gdLst/>
            <a:ahLst/>
            <a:cxnLst/>
            <a:rect l="l" t="t" r="r" b="b"/>
            <a:pathLst>
              <a:path w="1461771" h="1381373">
                <a:moveTo>
                  <a:pt x="0" y="0"/>
                </a:moveTo>
                <a:lnTo>
                  <a:pt x="1461771" y="0"/>
                </a:lnTo>
                <a:lnTo>
                  <a:pt x="1461771" y="1381374"/>
                </a:lnTo>
                <a:lnTo>
                  <a:pt x="0" y="13813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5">
            <a:extLst>
              <a:ext uri="{FF2B5EF4-FFF2-40B4-BE49-F238E27FC236}">
                <a16:creationId xmlns:a16="http://schemas.microsoft.com/office/drawing/2014/main" id="{558D4F25-D613-4128-A2A5-E93740B0C906}"/>
              </a:ext>
            </a:extLst>
          </p:cNvPr>
          <p:cNvSpPr/>
          <p:nvPr/>
        </p:nvSpPr>
        <p:spPr>
          <a:xfrm>
            <a:off x="9928880" y="5892925"/>
            <a:ext cx="1382043" cy="1150551"/>
          </a:xfrm>
          <a:custGeom>
            <a:avLst/>
            <a:gdLst/>
            <a:ahLst/>
            <a:cxnLst/>
            <a:rect l="l" t="t" r="r" b="b"/>
            <a:pathLst>
              <a:path w="1382043" h="1150551">
                <a:moveTo>
                  <a:pt x="0" y="0"/>
                </a:moveTo>
                <a:lnTo>
                  <a:pt x="1382043" y="0"/>
                </a:lnTo>
                <a:lnTo>
                  <a:pt x="1382043" y="1150551"/>
                </a:lnTo>
                <a:lnTo>
                  <a:pt x="0" y="115055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6">
            <a:extLst>
              <a:ext uri="{FF2B5EF4-FFF2-40B4-BE49-F238E27FC236}">
                <a16:creationId xmlns:a16="http://schemas.microsoft.com/office/drawing/2014/main" id="{2BDF715B-D4F5-4FA1-97A9-534E7F242761}"/>
              </a:ext>
            </a:extLst>
          </p:cNvPr>
          <p:cNvSpPr/>
          <p:nvPr/>
        </p:nvSpPr>
        <p:spPr>
          <a:xfrm>
            <a:off x="4568191" y="5579505"/>
            <a:ext cx="1496559" cy="1496559"/>
          </a:xfrm>
          <a:custGeom>
            <a:avLst/>
            <a:gdLst/>
            <a:ahLst/>
            <a:cxnLst/>
            <a:rect l="l" t="t" r="r" b="b"/>
            <a:pathLst>
              <a:path w="1496559" h="1496559">
                <a:moveTo>
                  <a:pt x="0" y="0"/>
                </a:moveTo>
                <a:lnTo>
                  <a:pt x="1496559" y="0"/>
                </a:lnTo>
                <a:lnTo>
                  <a:pt x="1496559" y="1496559"/>
                </a:lnTo>
                <a:lnTo>
                  <a:pt x="0" y="149655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Freeform 7">
            <a:extLst>
              <a:ext uri="{FF2B5EF4-FFF2-40B4-BE49-F238E27FC236}">
                <a16:creationId xmlns:a16="http://schemas.microsoft.com/office/drawing/2014/main" id="{C04CD7CD-D850-4F67-A887-0D0F247FB3AE}"/>
              </a:ext>
            </a:extLst>
          </p:cNvPr>
          <p:cNvSpPr/>
          <p:nvPr/>
        </p:nvSpPr>
        <p:spPr>
          <a:xfrm>
            <a:off x="14685214" y="3668675"/>
            <a:ext cx="1420061" cy="1420061"/>
          </a:xfrm>
          <a:custGeom>
            <a:avLst/>
            <a:gdLst/>
            <a:ahLst/>
            <a:cxnLst/>
            <a:rect l="l" t="t" r="r" b="b"/>
            <a:pathLst>
              <a:path w="1420061" h="1420061">
                <a:moveTo>
                  <a:pt x="0" y="0"/>
                </a:moveTo>
                <a:lnTo>
                  <a:pt x="1420061" y="0"/>
                </a:lnTo>
                <a:lnTo>
                  <a:pt x="1420061" y="1420061"/>
                </a:lnTo>
                <a:lnTo>
                  <a:pt x="0" y="142006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0" name="Freeform 8">
            <a:extLst>
              <a:ext uri="{FF2B5EF4-FFF2-40B4-BE49-F238E27FC236}">
                <a16:creationId xmlns:a16="http://schemas.microsoft.com/office/drawing/2014/main" id="{1FA1923B-AEA6-4F2B-A78A-C0CE8D389E38}"/>
              </a:ext>
            </a:extLst>
          </p:cNvPr>
          <p:cNvSpPr/>
          <p:nvPr/>
        </p:nvSpPr>
        <p:spPr>
          <a:xfrm>
            <a:off x="10111469" y="3965425"/>
            <a:ext cx="1115955" cy="1106191"/>
          </a:xfrm>
          <a:custGeom>
            <a:avLst/>
            <a:gdLst/>
            <a:ahLst/>
            <a:cxnLst/>
            <a:rect l="l" t="t" r="r" b="b"/>
            <a:pathLst>
              <a:path w="1115955" h="1106191">
                <a:moveTo>
                  <a:pt x="0" y="0"/>
                </a:moveTo>
                <a:lnTo>
                  <a:pt x="1115955" y="0"/>
                </a:lnTo>
                <a:lnTo>
                  <a:pt x="1115955" y="1106190"/>
                </a:lnTo>
                <a:lnTo>
                  <a:pt x="0" y="110619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1" name="Freeform 9">
            <a:extLst>
              <a:ext uri="{FF2B5EF4-FFF2-40B4-BE49-F238E27FC236}">
                <a16:creationId xmlns:a16="http://schemas.microsoft.com/office/drawing/2014/main" id="{63F3CC65-EF04-407D-B74B-5550725466F0}"/>
              </a:ext>
            </a:extLst>
          </p:cNvPr>
          <p:cNvSpPr/>
          <p:nvPr/>
        </p:nvSpPr>
        <p:spPr>
          <a:xfrm>
            <a:off x="11731468" y="3861874"/>
            <a:ext cx="1209742" cy="1209742"/>
          </a:xfrm>
          <a:custGeom>
            <a:avLst/>
            <a:gdLst/>
            <a:ahLst/>
            <a:cxnLst/>
            <a:rect l="l" t="t" r="r" b="b"/>
            <a:pathLst>
              <a:path w="1209742" h="1209742">
                <a:moveTo>
                  <a:pt x="0" y="0"/>
                </a:moveTo>
                <a:lnTo>
                  <a:pt x="1209742" y="0"/>
                </a:lnTo>
                <a:lnTo>
                  <a:pt x="1209742" y="1209741"/>
                </a:lnTo>
                <a:lnTo>
                  <a:pt x="0" y="120974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2" name="Freeform 10">
            <a:extLst>
              <a:ext uri="{FF2B5EF4-FFF2-40B4-BE49-F238E27FC236}">
                <a16:creationId xmlns:a16="http://schemas.microsoft.com/office/drawing/2014/main" id="{1BF41EAC-F951-4921-9214-6CA241948F5D}"/>
              </a:ext>
            </a:extLst>
          </p:cNvPr>
          <p:cNvSpPr/>
          <p:nvPr/>
        </p:nvSpPr>
        <p:spPr>
          <a:xfrm>
            <a:off x="11778445" y="1827277"/>
            <a:ext cx="1162765" cy="1138056"/>
          </a:xfrm>
          <a:custGeom>
            <a:avLst/>
            <a:gdLst/>
            <a:ahLst/>
            <a:cxnLst/>
            <a:rect l="l" t="t" r="r" b="b"/>
            <a:pathLst>
              <a:path w="1162765" h="1138056">
                <a:moveTo>
                  <a:pt x="0" y="0"/>
                </a:moveTo>
                <a:lnTo>
                  <a:pt x="1162765" y="0"/>
                </a:lnTo>
                <a:lnTo>
                  <a:pt x="1162765" y="1138055"/>
                </a:lnTo>
                <a:lnTo>
                  <a:pt x="0" y="1138055"/>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3" name="Freeform 11">
            <a:extLst>
              <a:ext uri="{FF2B5EF4-FFF2-40B4-BE49-F238E27FC236}">
                <a16:creationId xmlns:a16="http://schemas.microsoft.com/office/drawing/2014/main" id="{9967ADA1-43C9-40C2-AFE6-ABD33E345ABD}"/>
              </a:ext>
            </a:extLst>
          </p:cNvPr>
          <p:cNvSpPr/>
          <p:nvPr/>
        </p:nvSpPr>
        <p:spPr>
          <a:xfrm>
            <a:off x="11784592" y="7491214"/>
            <a:ext cx="1335144" cy="1335144"/>
          </a:xfrm>
          <a:custGeom>
            <a:avLst/>
            <a:gdLst/>
            <a:ahLst/>
            <a:cxnLst/>
            <a:rect l="l" t="t" r="r" b="b"/>
            <a:pathLst>
              <a:path w="1335144" h="1335144">
                <a:moveTo>
                  <a:pt x="0" y="0"/>
                </a:moveTo>
                <a:lnTo>
                  <a:pt x="1335144" y="0"/>
                </a:lnTo>
                <a:lnTo>
                  <a:pt x="1335144" y="1335143"/>
                </a:lnTo>
                <a:lnTo>
                  <a:pt x="0" y="133514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4" name="Freeform 12">
            <a:extLst>
              <a:ext uri="{FF2B5EF4-FFF2-40B4-BE49-F238E27FC236}">
                <a16:creationId xmlns:a16="http://schemas.microsoft.com/office/drawing/2014/main" id="{0945A767-9E9E-40CC-B50E-BBBD2D3160AA}"/>
              </a:ext>
            </a:extLst>
          </p:cNvPr>
          <p:cNvSpPr/>
          <p:nvPr/>
        </p:nvSpPr>
        <p:spPr>
          <a:xfrm>
            <a:off x="8384784" y="3964995"/>
            <a:ext cx="1097866" cy="1097866"/>
          </a:xfrm>
          <a:custGeom>
            <a:avLst/>
            <a:gdLst/>
            <a:ahLst/>
            <a:cxnLst/>
            <a:rect l="l" t="t" r="r" b="b"/>
            <a:pathLst>
              <a:path w="1097866" h="1097866">
                <a:moveTo>
                  <a:pt x="0" y="0"/>
                </a:moveTo>
                <a:lnTo>
                  <a:pt x="1097866" y="0"/>
                </a:lnTo>
                <a:lnTo>
                  <a:pt x="1097866" y="1097865"/>
                </a:lnTo>
                <a:lnTo>
                  <a:pt x="0" y="1097865"/>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5" name="Freeform 13">
            <a:extLst>
              <a:ext uri="{FF2B5EF4-FFF2-40B4-BE49-F238E27FC236}">
                <a16:creationId xmlns:a16="http://schemas.microsoft.com/office/drawing/2014/main" id="{8E3AF030-FA70-4A4C-9064-62248F0B708F}"/>
              </a:ext>
            </a:extLst>
          </p:cNvPr>
          <p:cNvSpPr/>
          <p:nvPr/>
        </p:nvSpPr>
        <p:spPr>
          <a:xfrm>
            <a:off x="8369972" y="1752672"/>
            <a:ext cx="1044404" cy="1212660"/>
          </a:xfrm>
          <a:custGeom>
            <a:avLst/>
            <a:gdLst/>
            <a:ahLst/>
            <a:cxnLst/>
            <a:rect l="l" t="t" r="r" b="b"/>
            <a:pathLst>
              <a:path w="1044404" h="1212660">
                <a:moveTo>
                  <a:pt x="0" y="0"/>
                </a:moveTo>
                <a:lnTo>
                  <a:pt x="1044404" y="0"/>
                </a:lnTo>
                <a:lnTo>
                  <a:pt x="1044404" y="1212660"/>
                </a:lnTo>
                <a:lnTo>
                  <a:pt x="0" y="121266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6" name="Freeform 14">
            <a:extLst>
              <a:ext uri="{FF2B5EF4-FFF2-40B4-BE49-F238E27FC236}">
                <a16:creationId xmlns:a16="http://schemas.microsoft.com/office/drawing/2014/main" id="{F0026488-B169-4EBF-B132-5EAE8326D2EC}"/>
              </a:ext>
            </a:extLst>
          </p:cNvPr>
          <p:cNvSpPr/>
          <p:nvPr/>
        </p:nvSpPr>
        <p:spPr>
          <a:xfrm>
            <a:off x="8437909" y="7687136"/>
            <a:ext cx="1085367" cy="1139221"/>
          </a:xfrm>
          <a:custGeom>
            <a:avLst/>
            <a:gdLst/>
            <a:ahLst/>
            <a:cxnLst/>
            <a:rect l="l" t="t" r="r" b="b"/>
            <a:pathLst>
              <a:path w="1085367" h="1139221">
                <a:moveTo>
                  <a:pt x="0" y="0"/>
                </a:moveTo>
                <a:lnTo>
                  <a:pt x="1085367" y="0"/>
                </a:lnTo>
                <a:lnTo>
                  <a:pt x="1085367" y="1139221"/>
                </a:lnTo>
                <a:lnTo>
                  <a:pt x="0" y="1139221"/>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7" name="Freeform 15">
            <a:extLst>
              <a:ext uri="{FF2B5EF4-FFF2-40B4-BE49-F238E27FC236}">
                <a16:creationId xmlns:a16="http://schemas.microsoft.com/office/drawing/2014/main" id="{A3C7F6CE-AB96-48CA-A630-C3ED806B84DD}"/>
              </a:ext>
            </a:extLst>
          </p:cNvPr>
          <p:cNvSpPr/>
          <p:nvPr/>
        </p:nvSpPr>
        <p:spPr>
          <a:xfrm>
            <a:off x="6438053" y="1827277"/>
            <a:ext cx="1524484" cy="973764"/>
          </a:xfrm>
          <a:custGeom>
            <a:avLst/>
            <a:gdLst/>
            <a:ahLst/>
            <a:cxnLst/>
            <a:rect l="l" t="t" r="r" b="b"/>
            <a:pathLst>
              <a:path w="1524484" h="973764">
                <a:moveTo>
                  <a:pt x="0" y="0"/>
                </a:moveTo>
                <a:lnTo>
                  <a:pt x="1524483" y="0"/>
                </a:lnTo>
                <a:lnTo>
                  <a:pt x="1524483" y="973763"/>
                </a:lnTo>
                <a:lnTo>
                  <a:pt x="0" y="973763"/>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18" name="Freeform 16">
            <a:extLst>
              <a:ext uri="{FF2B5EF4-FFF2-40B4-BE49-F238E27FC236}">
                <a16:creationId xmlns:a16="http://schemas.microsoft.com/office/drawing/2014/main" id="{7B8FD51C-F6CB-45DA-9A74-3061B0482E65}"/>
              </a:ext>
            </a:extLst>
          </p:cNvPr>
          <p:cNvSpPr/>
          <p:nvPr/>
        </p:nvSpPr>
        <p:spPr>
          <a:xfrm>
            <a:off x="4668072" y="3796610"/>
            <a:ext cx="1280637" cy="1420061"/>
          </a:xfrm>
          <a:custGeom>
            <a:avLst/>
            <a:gdLst/>
            <a:ahLst/>
            <a:cxnLst/>
            <a:rect l="l" t="t" r="r" b="b"/>
            <a:pathLst>
              <a:path w="1280637" h="1420061">
                <a:moveTo>
                  <a:pt x="0" y="0"/>
                </a:moveTo>
                <a:lnTo>
                  <a:pt x="1280637" y="0"/>
                </a:lnTo>
                <a:lnTo>
                  <a:pt x="1280637" y="1420061"/>
                </a:lnTo>
                <a:lnTo>
                  <a:pt x="0" y="1420061"/>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sp>
      <p:sp>
        <p:nvSpPr>
          <p:cNvPr id="19" name="Freeform 17">
            <a:extLst>
              <a:ext uri="{FF2B5EF4-FFF2-40B4-BE49-F238E27FC236}">
                <a16:creationId xmlns:a16="http://schemas.microsoft.com/office/drawing/2014/main" id="{5522FB16-69F1-4C03-9076-AB470D22C84D}"/>
              </a:ext>
            </a:extLst>
          </p:cNvPr>
          <p:cNvSpPr/>
          <p:nvPr/>
        </p:nvSpPr>
        <p:spPr>
          <a:xfrm rot="-5400000">
            <a:off x="4698940" y="1587223"/>
            <a:ext cx="1312856" cy="1388598"/>
          </a:xfrm>
          <a:custGeom>
            <a:avLst/>
            <a:gdLst/>
            <a:ahLst/>
            <a:cxnLst/>
            <a:rect l="l" t="t" r="r" b="b"/>
            <a:pathLst>
              <a:path w="1312856" h="1388598">
                <a:moveTo>
                  <a:pt x="0" y="0"/>
                </a:moveTo>
                <a:lnTo>
                  <a:pt x="1312856" y="0"/>
                </a:lnTo>
                <a:lnTo>
                  <a:pt x="1312856" y="1388598"/>
                </a:lnTo>
                <a:lnTo>
                  <a:pt x="0" y="1388598"/>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sp>
      <p:sp>
        <p:nvSpPr>
          <p:cNvPr id="20" name="Freeform 18">
            <a:extLst>
              <a:ext uri="{FF2B5EF4-FFF2-40B4-BE49-F238E27FC236}">
                <a16:creationId xmlns:a16="http://schemas.microsoft.com/office/drawing/2014/main" id="{92EBDA7E-F6FD-45B9-867C-6C907967FD0F}"/>
              </a:ext>
            </a:extLst>
          </p:cNvPr>
          <p:cNvSpPr/>
          <p:nvPr/>
        </p:nvSpPr>
        <p:spPr>
          <a:xfrm rot="2958495">
            <a:off x="4636193" y="7957737"/>
            <a:ext cx="1447916" cy="631818"/>
          </a:xfrm>
          <a:custGeom>
            <a:avLst/>
            <a:gdLst/>
            <a:ahLst/>
            <a:cxnLst/>
            <a:rect l="l" t="t" r="r" b="b"/>
            <a:pathLst>
              <a:path w="1447916" h="631818">
                <a:moveTo>
                  <a:pt x="0" y="0"/>
                </a:moveTo>
                <a:lnTo>
                  <a:pt x="1447916" y="0"/>
                </a:lnTo>
                <a:lnTo>
                  <a:pt x="1447916" y="631818"/>
                </a:lnTo>
                <a:lnTo>
                  <a:pt x="0" y="631818"/>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sp>
      <p:sp>
        <p:nvSpPr>
          <p:cNvPr id="21" name="Freeform 19">
            <a:extLst>
              <a:ext uri="{FF2B5EF4-FFF2-40B4-BE49-F238E27FC236}">
                <a16:creationId xmlns:a16="http://schemas.microsoft.com/office/drawing/2014/main" id="{EF45AA1F-EB45-48D6-8CC3-C862951EC373}"/>
              </a:ext>
            </a:extLst>
          </p:cNvPr>
          <p:cNvSpPr/>
          <p:nvPr/>
        </p:nvSpPr>
        <p:spPr>
          <a:xfrm>
            <a:off x="1857528" y="5319151"/>
            <a:ext cx="967588" cy="1810113"/>
          </a:xfrm>
          <a:custGeom>
            <a:avLst/>
            <a:gdLst/>
            <a:ahLst/>
            <a:cxnLst/>
            <a:rect l="l" t="t" r="r" b="b"/>
            <a:pathLst>
              <a:path w="967588" h="1810113">
                <a:moveTo>
                  <a:pt x="0" y="0"/>
                </a:moveTo>
                <a:lnTo>
                  <a:pt x="967588" y="0"/>
                </a:lnTo>
                <a:lnTo>
                  <a:pt x="967588" y="1810113"/>
                </a:lnTo>
                <a:lnTo>
                  <a:pt x="0" y="1810113"/>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sp>
      <p:sp>
        <p:nvSpPr>
          <p:cNvPr id="22" name="Freeform 20">
            <a:extLst>
              <a:ext uri="{FF2B5EF4-FFF2-40B4-BE49-F238E27FC236}">
                <a16:creationId xmlns:a16="http://schemas.microsoft.com/office/drawing/2014/main" id="{6952F5A0-913C-411B-AD0D-646D551C8A36}"/>
              </a:ext>
            </a:extLst>
          </p:cNvPr>
          <p:cNvSpPr/>
          <p:nvPr/>
        </p:nvSpPr>
        <p:spPr>
          <a:xfrm>
            <a:off x="1394530" y="1478866"/>
            <a:ext cx="1765866" cy="1620182"/>
          </a:xfrm>
          <a:custGeom>
            <a:avLst/>
            <a:gdLst/>
            <a:ahLst/>
            <a:cxnLst/>
            <a:rect l="l" t="t" r="r" b="b"/>
            <a:pathLst>
              <a:path w="1765866" h="1620182">
                <a:moveTo>
                  <a:pt x="0" y="0"/>
                </a:moveTo>
                <a:lnTo>
                  <a:pt x="1765867" y="0"/>
                </a:lnTo>
                <a:lnTo>
                  <a:pt x="1765867" y="1620183"/>
                </a:lnTo>
                <a:lnTo>
                  <a:pt x="0" y="1620183"/>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23" name="Freeform 21">
            <a:extLst>
              <a:ext uri="{FF2B5EF4-FFF2-40B4-BE49-F238E27FC236}">
                <a16:creationId xmlns:a16="http://schemas.microsoft.com/office/drawing/2014/main" id="{5FCD6179-ECC5-4B60-9B5D-96DE10B63A7F}"/>
              </a:ext>
            </a:extLst>
          </p:cNvPr>
          <p:cNvSpPr/>
          <p:nvPr/>
        </p:nvSpPr>
        <p:spPr>
          <a:xfrm>
            <a:off x="1394530" y="3796610"/>
            <a:ext cx="1598231" cy="1293942"/>
          </a:xfrm>
          <a:custGeom>
            <a:avLst/>
            <a:gdLst/>
            <a:ahLst/>
            <a:cxnLst/>
            <a:rect l="l" t="t" r="r" b="b"/>
            <a:pathLst>
              <a:path w="1598231" h="1293942">
                <a:moveTo>
                  <a:pt x="0" y="0"/>
                </a:moveTo>
                <a:lnTo>
                  <a:pt x="1598231" y="0"/>
                </a:lnTo>
                <a:lnTo>
                  <a:pt x="1598231" y="1293941"/>
                </a:lnTo>
                <a:lnTo>
                  <a:pt x="0" y="1293941"/>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sp>
      <p:sp>
        <p:nvSpPr>
          <p:cNvPr id="24" name="Freeform 22">
            <a:extLst>
              <a:ext uri="{FF2B5EF4-FFF2-40B4-BE49-F238E27FC236}">
                <a16:creationId xmlns:a16="http://schemas.microsoft.com/office/drawing/2014/main" id="{95122597-0597-4550-B096-F09AD4AA597C}"/>
              </a:ext>
            </a:extLst>
          </p:cNvPr>
          <p:cNvSpPr/>
          <p:nvPr/>
        </p:nvSpPr>
        <p:spPr>
          <a:xfrm>
            <a:off x="1528764" y="7465355"/>
            <a:ext cx="1329763" cy="1654682"/>
          </a:xfrm>
          <a:custGeom>
            <a:avLst/>
            <a:gdLst/>
            <a:ahLst/>
            <a:cxnLst/>
            <a:rect l="l" t="t" r="r" b="b"/>
            <a:pathLst>
              <a:path w="1329763" h="1654682">
                <a:moveTo>
                  <a:pt x="0" y="0"/>
                </a:moveTo>
                <a:lnTo>
                  <a:pt x="1329763" y="0"/>
                </a:lnTo>
                <a:lnTo>
                  <a:pt x="1329763" y="1654682"/>
                </a:lnTo>
                <a:lnTo>
                  <a:pt x="0" y="1654682"/>
                </a:lnTo>
                <a:lnTo>
                  <a:pt x="0" y="0"/>
                </a:lnTo>
                <a:close/>
              </a:path>
            </a:pathLst>
          </a:custGeom>
          <a:blipFill>
            <a:blip r:embed="rId42">
              <a:extLst>
                <a:ext uri="{96DAC541-7B7A-43D3-8B79-37D633B846F1}">
                  <asvg:svgBlip xmlns:asvg="http://schemas.microsoft.com/office/drawing/2016/SVG/main" r:embed="rId43"/>
                </a:ext>
              </a:extLst>
            </a:blip>
            <a:stretch>
              <a:fillRect/>
            </a:stretch>
          </a:blipFill>
        </p:spPr>
      </p:sp>
      <p:grpSp>
        <p:nvGrpSpPr>
          <p:cNvPr id="26" name="Group 24">
            <a:extLst>
              <a:ext uri="{FF2B5EF4-FFF2-40B4-BE49-F238E27FC236}">
                <a16:creationId xmlns:a16="http://schemas.microsoft.com/office/drawing/2014/main" id="{301BC1DB-DF3A-4938-83E4-B9DA564EB246}"/>
              </a:ext>
            </a:extLst>
          </p:cNvPr>
          <p:cNvGrpSpPr/>
          <p:nvPr/>
        </p:nvGrpSpPr>
        <p:grpSpPr>
          <a:xfrm>
            <a:off x="14685214" y="1686565"/>
            <a:ext cx="1420061" cy="7060212"/>
            <a:chOff x="0" y="0"/>
            <a:chExt cx="1893415" cy="9413615"/>
          </a:xfrm>
        </p:grpSpPr>
        <p:sp>
          <p:nvSpPr>
            <p:cNvPr id="27" name="Freeform 25">
              <a:extLst>
                <a:ext uri="{FF2B5EF4-FFF2-40B4-BE49-F238E27FC236}">
                  <a16:creationId xmlns:a16="http://schemas.microsoft.com/office/drawing/2014/main" id="{361FDA15-4F12-4D76-8BB7-6818B04CE6D5}"/>
                </a:ext>
              </a:extLst>
            </p:cNvPr>
            <p:cNvSpPr/>
            <p:nvPr/>
          </p:nvSpPr>
          <p:spPr>
            <a:xfrm>
              <a:off x="0" y="4969621"/>
              <a:ext cx="1893415" cy="1893415"/>
            </a:xfrm>
            <a:custGeom>
              <a:avLst/>
              <a:gdLst/>
              <a:ahLst/>
              <a:cxnLst/>
              <a:rect l="l" t="t" r="r" b="b"/>
              <a:pathLst>
                <a:path w="1893415" h="1893415">
                  <a:moveTo>
                    <a:pt x="0" y="0"/>
                  </a:moveTo>
                  <a:lnTo>
                    <a:pt x="1893415" y="0"/>
                  </a:lnTo>
                  <a:lnTo>
                    <a:pt x="1893415" y="1893415"/>
                  </a:lnTo>
                  <a:lnTo>
                    <a:pt x="0" y="189341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8" name="Freeform 26">
              <a:extLst>
                <a:ext uri="{FF2B5EF4-FFF2-40B4-BE49-F238E27FC236}">
                  <a16:creationId xmlns:a16="http://schemas.microsoft.com/office/drawing/2014/main" id="{580754E6-DF7A-40BA-98FB-D9683D598490}"/>
                </a:ext>
              </a:extLst>
            </p:cNvPr>
            <p:cNvSpPr/>
            <p:nvPr/>
          </p:nvSpPr>
          <p:spPr>
            <a:xfrm>
              <a:off x="0" y="0"/>
              <a:ext cx="1893415" cy="1893415"/>
            </a:xfrm>
            <a:custGeom>
              <a:avLst/>
              <a:gdLst/>
              <a:ahLst/>
              <a:cxnLst/>
              <a:rect l="l" t="t" r="r" b="b"/>
              <a:pathLst>
                <a:path w="1893415" h="1893415">
                  <a:moveTo>
                    <a:pt x="0" y="0"/>
                  </a:moveTo>
                  <a:lnTo>
                    <a:pt x="1893415" y="0"/>
                  </a:lnTo>
                  <a:lnTo>
                    <a:pt x="1893415" y="1893415"/>
                  </a:lnTo>
                  <a:lnTo>
                    <a:pt x="0" y="189341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9" name="Freeform 27">
              <a:extLst>
                <a:ext uri="{FF2B5EF4-FFF2-40B4-BE49-F238E27FC236}">
                  <a16:creationId xmlns:a16="http://schemas.microsoft.com/office/drawing/2014/main" id="{5FD3ABC4-70C3-453E-AC37-647DCBB8BD80}"/>
                </a:ext>
              </a:extLst>
            </p:cNvPr>
            <p:cNvSpPr/>
            <p:nvPr/>
          </p:nvSpPr>
          <p:spPr>
            <a:xfrm>
              <a:off x="0" y="7520200"/>
              <a:ext cx="1893415" cy="1893415"/>
            </a:xfrm>
            <a:custGeom>
              <a:avLst/>
              <a:gdLst/>
              <a:ahLst/>
              <a:cxnLst/>
              <a:rect l="l" t="t" r="r" b="b"/>
              <a:pathLst>
                <a:path w="1893415" h="1893415">
                  <a:moveTo>
                    <a:pt x="0" y="0"/>
                  </a:moveTo>
                  <a:lnTo>
                    <a:pt x="1893415" y="0"/>
                  </a:lnTo>
                  <a:lnTo>
                    <a:pt x="1893415" y="1893415"/>
                  </a:lnTo>
                  <a:lnTo>
                    <a:pt x="0" y="189341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sp>
        <p:nvSpPr>
          <p:cNvPr id="33" name="Freeform 5">
            <a:extLst>
              <a:ext uri="{FF2B5EF4-FFF2-40B4-BE49-F238E27FC236}">
                <a16:creationId xmlns:a16="http://schemas.microsoft.com/office/drawing/2014/main" id="{7155AC70-ECD0-474F-ABC5-A6A2EA0FEE66}"/>
              </a:ext>
            </a:extLst>
          </p:cNvPr>
          <p:cNvSpPr/>
          <p:nvPr/>
        </p:nvSpPr>
        <p:spPr>
          <a:xfrm>
            <a:off x="4381078" y="7299886"/>
            <a:ext cx="2111189" cy="1913720"/>
          </a:xfrm>
          <a:custGeom>
            <a:avLst/>
            <a:gdLst/>
            <a:ahLst/>
            <a:cxnLst/>
            <a:rect l="l" t="t" r="r" b="b"/>
            <a:pathLst>
              <a:path w="3611611" h="3191350">
                <a:moveTo>
                  <a:pt x="0" y="0"/>
                </a:moveTo>
                <a:lnTo>
                  <a:pt x="3611611" y="0"/>
                </a:lnTo>
                <a:lnTo>
                  <a:pt x="3611611" y="3191350"/>
                </a:lnTo>
                <a:lnTo>
                  <a:pt x="0" y="3191350"/>
                </a:lnTo>
                <a:lnTo>
                  <a:pt x="0" y="0"/>
                </a:lnTo>
                <a:close/>
              </a:path>
            </a:pathLst>
          </a:custGeom>
          <a:blipFill>
            <a:blip r:embed="rId44">
              <a:extLst>
                <a:ext uri="{96DAC541-7B7A-43D3-8B79-37D633B846F1}">
                  <asvg:svgBlip xmlns:asvg="http://schemas.microsoft.com/office/drawing/2016/SVG/main" r:embed="rId45"/>
                </a:ext>
              </a:extLst>
            </a:blip>
            <a:stretch>
              <a:fillRect/>
            </a:stretch>
          </a:blipFill>
        </p:spPr>
      </p:sp>
      <p:sp>
        <p:nvSpPr>
          <p:cNvPr id="34" name="Freeform 5">
            <a:extLst>
              <a:ext uri="{FF2B5EF4-FFF2-40B4-BE49-F238E27FC236}">
                <a16:creationId xmlns:a16="http://schemas.microsoft.com/office/drawing/2014/main" id="{B83AE4AF-0CC1-4BBA-8F4B-D936FC739BC1}"/>
              </a:ext>
            </a:extLst>
          </p:cNvPr>
          <p:cNvSpPr/>
          <p:nvPr/>
        </p:nvSpPr>
        <p:spPr>
          <a:xfrm>
            <a:off x="7878122" y="3548602"/>
            <a:ext cx="2111189" cy="1913720"/>
          </a:xfrm>
          <a:custGeom>
            <a:avLst/>
            <a:gdLst/>
            <a:ahLst/>
            <a:cxnLst/>
            <a:rect l="l" t="t" r="r" b="b"/>
            <a:pathLst>
              <a:path w="3611611" h="3191350">
                <a:moveTo>
                  <a:pt x="0" y="0"/>
                </a:moveTo>
                <a:lnTo>
                  <a:pt x="3611611" y="0"/>
                </a:lnTo>
                <a:lnTo>
                  <a:pt x="3611611" y="3191350"/>
                </a:lnTo>
                <a:lnTo>
                  <a:pt x="0" y="3191350"/>
                </a:lnTo>
                <a:lnTo>
                  <a:pt x="0" y="0"/>
                </a:lnTo>
                <a:close/>
              </a:path>
            </a:pathLst>
          </a:custGeom>
          <a:blipFill>
            <a:blip r:embed="rId44">
              <a:extLst>
                <a:ext uri="{96DAC541-7B7A-43D3-8B79-37D633B846F1}">
                  <asvg:svgBlip xmlns:asvg="http://schemas.microsoft.com/office/drawing/2016/SVG/main" r:embed="rId45"/>
                </a:ext>
              </a:extLst>
            </a:blip>
            <a:stretch>
              <a:fillRect/>
            </a:stretch>
          </a:blipFill>
        </p:spPr>
      </p:sp>
      <p:sp>
        <p:nvSpPr>
          <p:cNvPr id="35" name="Freeform 5">
            <a:extLst>
              <a:ext uri="{FF2B5EF4-FFF2-40B4-BE49-F238E27FC236}">
                <a16:creationId xmlns:a16="http://schemas.microsoft.com/office/drawing/2014/main" id="{FBA8FC27-1C3E-4450-80A5-5A84A34AC63E}"/>
              </a:ext>
            </a:extLst>
          </p:cNvPr>
          <p:cNvSpPr/>
          <p:nvPr/>
        </p:nvSpPr>
        <p:spPr>
          <a:xfrm>
            <a:off x="14339649" y="1439445"/>
            <a:ext cx="2111189" cy="1913720"/>
          </a:xfrm>
          <a:custGeom>
            <a:avLst/>
            <a:gdLst/>
            <a:ahLst/>
            <a:cxnLst/>
            <a:rect l="l" t="t" r="r" b="b"/>
            <a:pathLst>
              <a:path w="3611611" h="3191350">
                <a:moveTo>
                  <a:pt x="0" y="0"/>
                </a:moveTo>
                <a:lnTo>
                  <a:pt x="3611611" y="0"/>
                </a:lnTo>
                <a:lnTo>
                  <a:pt x="3611611" y="3191350"/>
                </a:lnTo>
                <a:lnTo>
                  <a:pt x="0" y="3191350"/>
                </a:lnTo>
                <a:lnTo>
                  <a:pt x="0" y="0"/>
                </a:lnTo>
                <a:close/>
              </a:path>
            </a:pathLst>
          </a:custGeom>
          <a:blipFill>
            <a:blip r:embed="rId44">
              <a:extLst>
                <a:ext uri="{96DAC541-7B7A-43D3-8B79-37D633B846F1}">
                  <asvg:svgBlip xmlns:asvg="http://schemas.microsoft.com/office/drawing/2016/SVG/main" r:embed="rId45"/>
                </a:ext>
              </a:extLst>
            </a:blip>
            <a:stretch>
              <a:fillRect/>
            </a:stretch>
          </a:blipFill>
        </p:spPr>
      </p:sp>
      <p:sp>
        <p:nvSpPr>
          <p:cNvPr id="36" name="Freeform: Shape 35">
            <a:extLst>
              <a:ext uri="{FF2B5EF4-FFF2-40B4-BE49-F238E27FC236}">
                <a16:creationId xmlns:a16="http://schemas.microsoft.com/office/drawing/2014/main" id="{CB9AC936-7A56-4037-A6FD-BFBEB1874D1C}"/>
              </a:ext>
            </a:extLst>
          </p:cNvPr>
          <p:cNvSpPr/>
          <p:nvPr/>
        </p:nvSpPr>
        <p:spPr>
          <a:xfrm>
            <a:off x="5673360" y="4625567"/>
            <a:ext cx="2217906" cy="2626617"/>
          </a:xfrm>
          <a:custGeom>
            <a:avLst/>
            <a:gdLst>
              <a:gd name="connsiteX0" fmla="*/ 0 w 2217906"/>
              <a:gd name="connsiteY0" fmla="*/ 2626617 h 2626617"/>
              <a:gd name="connsiteX1" fmla="*/ 38911 w 2217906"/>
              <a:gd name="connsiteY1" fmla="*/ 2373698 h 2626617"/>
              <a:gd name="connsiteX2" fmla="*/ 389106 w 2217906"/>
              <a:gd name="connsiteY2" fmla="*/ 1595485 h 2626617"/>
              <a:gd name="connsiteX3" fmla="*/ 466928 w 2217906"/>
              <a:gd name="connsiteY3" fmla="*/ 1400932 h 2626617"/>
              <a:gd name="connsiteX4" fmla="*/ 603115 w 2217906"/>
              <a:gd name="connsiteY4" fmla="*/ 1225834 h 2626617"/>
              <a:gd name="connsiteX5" fmla="*/ 836579 w 2217906"/>
              <a:gd name="connsiteY5" fmla="*/ 875638 h 2626617"/>
              <a:gd name="connsiteX6" fmla="*/ 1322962 w 2217906"/>
              <a:gd name="connsiteY6" fmla="*/ 389255 h 2626617"/>
              <a:gd name="connsiteX7" fmla="*/ 1673158 w 2217906"/>
              <a:gd name="connsiteY7" fmla="*/ 194702 h 2626617"/>
              <a:gd name="connsiteX8" fmla="*/ 1789889 w 2217906"/>
              <a:gd name="connsiteY8" fmla="*/ 155791 h 2626617"/>
              <a:gd name="connsiteX9" fmla="*/ 2023353 w 2217906"/>
              <a:gd name="connsiteY9" fmla="*/ 58515 h 2626617"/>
              <a:gd name="connsiteX10" fmla="*/ 2101175 w 2217906"/>
              <a:gd name="connsiteY10" fmla="*/ 19604 h 2626617"/>
              <a:gd name="connsiteX11" fmla="*/ 2217906 w 2217906"/>
              <a:gd name="connsiteY11" fmla="*/ 149 h 2626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7906" h="2626617">
                <a:moveTo>
                  <a:pt x="0" y="2626617"/>
                </a:moveTo>
                <a:cubicBezTo>
                  <a:pt x="12970" y="2542311"/>
                  <a:pt x="11387" y="2454434"/>
                  <a:pt x="38911" y="2373698"/>
                </a:cubicBezTo>
                <a:cubicBezTo>
                  <a:pt x="382590" y="1365573"/>
                  <a:pt x="166071" y="2066336"/>
                  <a:pt x="389106" y="1595485"/>
                </a:cubicBezTo>
                <a:cubicBezTo>
                  <a:pt x="419006" y="1532362"/>
                  <a:pt x="431932" y="1461379"/>
                  <a:pt x="466928" y="1400932"/>
                </a:cubicBezTo>
                <a:cubicBezTo>
                  <a:pt x="503975" y="1336941"/>
                  <a:pt x="560562" y="1286304"/>
                  <a:pt x="603115" y="1225834"/>
                </a:cubicBezTo>
                <a:cubicBezTo>
                  <a:pt x="683853" y="1111100"/>
                  <a:pt x="752402" y="987873"/>
                  <a:pt x="836579" y="875638"/>
                </a:cubicBezTo>
                <a:cubicBezTo>
                  <a:pt x="989142" y="672220"/>
                  <a:pt x="1119851" y="539381"/>
                  <a:pt x="1322962" y="389255"/>
                </a:cubicBezTo>
                <a:cubicBezTo>
                  <a:pt x="1390855" y="339073"/>
                  <a:pt x="1585163" y="232414"/>
                  <a:pt x="1673158" y="194702"/>
                </a:cubicBezTo>
                <a:cubicBezTo>
                  <a:pt x="1710857" y="178545"/>
                  <a:pt x="1752550" y="172763"/>
                  <a:pt x="1789889" y="155791"/>
                </a:cubicBezTo>
                <a:cubicBezTo>
                  <a:pt x="2266502" y="-60853"/>
                  <a:pt x="1427742" y="275099"/>
                  <a:pt x="2023353" y="58515"/>
                </a:cubicBezTo>
                <a:cubicBezTo>
                  <a:pt x="2050609" y="48604"/>
                  <a:pt x="2074019" y="29787"/>
                  <a:pt x="2101175" y="19604"/>
                </a:cubicBezTo>
                <a:cubicBezTo>
                  <a:pt x="2161444" y="-2997"/>
                  <a:pt x="2166875" y="149"/>
                  <a:pt x="2217906" y="149"/>
                </a:cubicBezTo>
              </a:path>
            </a:pathLst>
          </a:cu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Freeform: Shape 36">
            <a:extLst>
              <a:ext uri="{FF2B5EF4-FFF2-40B4-BE49-F238E27FC236}">
                <a16:creationId xmlns:a16="http://schemas.microsoft.com/office/drawing/2014/main" id="{C9331EC6-F964-4CED-8CA6-1AD1527D9299}"/>
              </a:ext>
            </a:extLst>
          </p:cNvPr>
          <p:cNvSpPr/>
          <p:nvPr/>
        </p:nvSpPr>
        <p:spPr>
          <a:xfrm>
            <a:off x="9953530" y="3263843"/>
            <a:ext cx="4844375" cy="1731575"/>
          </a:xfrm>
          <a:custGeom>
            <a:avLst/>
            <a:gdLst>
              <a:gd name="connsiteX0" fmla="*/ 0 w 4844375"/>
              <a:gd name="connsiteY0" fmla="*/ 1673158 h 1731575"/>
              <a:gd name="connsiteX1" fmla="*/ 680936 w 4844375"/>
              <a:gd name="connsiteY1" fmla="*/ 1692613 h 1731575"/>
              <a:gd name="connsiteX2" fmla="*/ 1206230 w 4844375"/>
              <a:gd name="connsiteY2" fmla="*/ 1731524 h 1731575"/>
              <a:gd name="connsiteX3" fmla="*/ 2957209 w 4844375"/>
              <a:gd name="connsiteY3" fmla="*/ 1673158 h 1731575"/>
              <a:gd name="connsiteX4" fmla="*/ 3171217 w 4844375"/>
              <a:gd name="connsiteY4" fmla="*/ 1614792 h 1731575"/>
              <a:gd name="connsiteX5" fmla="*/ 3560324 w 4844375"/>
              <a:gd name="connsiteY5" fmla="*/ 1420239 h 1731575"/>
              <a:gd name="connsiteX6" fmla="*/ 3696511 w 4844375"/>
              <a:gd name="connsiteY6" fmla="*/ 1284051 h 1731575"/>
              <a:gd name="connsiteX7" fmla="*/ 3871609 w 4844375"/>
              <a:gd name="connsiteY7" fmla="*/ 1186775 h 1731575"/>
              <a:gd name="connsiteX8" fmla="*/ 4027251 w 4844375"/>
              <a:gd name="connsiteY8" fmla="*/ 1031132 h 1731575"/>
              <a:gd name="connsiteX9" fmla="*/ 4202349 w 4844375"/>
              <a:gd name="connsiteY9" fmla="*/ 875490 h 1731575"/>
              <a:gd name="connsiteX10" fmla="*/ 4572000 w 4844375"/>
              <a:gd name="connsiteY10" fmla="*/ 408562 h 1731575"/>
              <a:gd name="connsiteX11" fmla="*/ 4649822 w 4844375"/>
              <a:gd name="connsiteY11" fmla="*/ 291830 h 1731575"/>
              <a:gd name="connsiteX12" fmla="*/ 4708188 w 4844375"/>
              <a:gd name="connsiteY12" fmla="*/ 194554 h 1731575"/>
              <a:gd name="connsiteX13" fmla="*/ 4844375 w 4844375"/>
              <a:gd name="connsiteY13" fmla="*/ 0 h 173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44375" h="1731575">
                <a:moveTo>
                  <a:pt x="0" y="1673158"/>
                </a:moveTo>
                <a:lnTo>
                  <a:pt x="680936" y="1692613"/>
                </a:lnTo>
                <a:cubicBezTo>
                  <a:pt x="856309" y="1701099"/>
                  <a:pt x="1030659" y="1733025"/>
                  <a:pt x="1206230" y="1731524"/>
                </a:cubicBezTo>
                <a:cubicBezTo>
                  <a:pt x="1790193" y="1726533"/>
                  <a:pt x="2373549" y="1692613"/>
                  <a:pt x="2957209" y="1673158"/>
                </a:cubicBezTo>
                <a:cubicBezTo>
                  <a:pt x="3028545" y="1653703"/>
                  <a:pt x="3101070" y="1638174"/>
                  <a:pt x="3171217" y="1614792"/>
                </a:cubicBezTo>
                <a:cubicBezTo>
                  <a:pt x="3305347" y="1570082"/>
                  <a:pt x="3447335" y="1506643"/>
                  <a:pt x="3560324" y="1420239"/>
                </a:cubicBezTo>
                <a:cubicBezTo>
                  <a:pt x="3611321" y="1381241"/>
                  <a:pt x="3645151" y="1322571"/>
                  <a:pt x="3696511" y="1284051"/>
                </a:cubicBezTo>
                <a:cubicBezTo>
                  <a:pt x="3749926" y="1243990"/>
                  <a:pt x="3818571" y="1227333"/>
                  <a:pt x="3871609" y="1186775"/>
                </a:cubicBezTo>
                <a:cubicBezTo>
                  <a:pt x="3929891" y="1142206"/>
                  <a:pt x="3973823" y="1081418"/>
                  <a:pt x="4027251" y="1031132"/>
                </a:cubicBezTo>
                <a:cubicBezTo>
                  <a:pt x="4084117" y="977611"/>
                  <a:pt x="4147130" y="930709"/>
                  <a:pt x="4202349" y="875490"/>
                </a:cubicBezTo>
                <a:cubicBezTo>
                  <a:pt x="4311939" y="765900"/>
                  <a:pt x="4507906" y="504703"/>
                  <a:pt x="4572000" y="408562"/>
                </a:cubicBezTo>
                <a:cubicBezTo>
                  <a:pt x="4597941" y="369651"/>
                  <a:pt x="4624715" y="331284"/>
                  <a:pt x="4649822" y="291830"/>
                </a:cubicBezTo>
                <a:cubicBezTo>
                  <a:pt x="4670124" y="259928"/>
                  <a:pt x="4684243" y="223821"/>
                  <a:pt x="4708188" y="194554"/>
                </a:cubicBezTo>
                <a:cubicBezTo>
                  <a:pt x="4854678" y="15511"/>
                  <a:pt x="4806300" y="152297"/>
                  <a:pt x="4844375" y="0"/>
                </a:cubicBezTo>
              </a:path>
            </a:pathLst>
          </a:cu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38" name="Group 37">
            <a:extLst>
              <a:ext uri="{FF2B5EF4-FFF2-40B4-BE49-F238E27FC236}">
                <a16:creationId xmlns:a16="http://schemas.microsoft.com/office/drawing/2014/main" id="{CAD63409-BD97-4793-91DD-23042B560A27}"/>
              </a:ext>
            </a:extLst>
          </p:cNvPr>
          <p:cNvGrpSpPr/>
          <p:nvPr/>
        </p:nvGrpSpPr>
        <p:grpSpPr>
          <a:xfrm>
            <a:off x="8001000" y="1606985"/>
            <a:ext cx="1721604" cy="7396983"/>
            <a:chOff x="7243958" y="1470484"/>
            <a:chExt cx="1721604" cy="7396983"/>
          </a:xfrm>
        </p:grpSpPr>
        <p:sp>
          <p:nvSpPr>
            <p:cNvPr id="39" name="Freeform 15">
              <a:extLst>
                <a:ext uri="{FF2B5EF4-FFF2-40B4-BE49-F238E27FC236}">
                  <a16:creationId xmlns:a16="http://schemas.microsoft.com/office/drawing/2014/main" id="{25383D1C-B4C6-4A39-94F1-A5650415A67A}"/>
                </a:ext>
              </a:extLst>
            </p:cNvPr>
            <p:cNvSpPr/>
            <p:nvPr/>
          </p:nvSpPr>
          <p:spPr>
            <a:xfrm>
              <a:off x="7263586" y="1470484"/>
              <a:ext cx="1666207" cy="1643429"/>
            </a:xfrm>
            <a:custGeom>
              <a:avLst/>
              <a:gdLst/>
              <a:ahLst/>
              <a:cxnLst/>
              <a:rect l="l" t="t" r="r" b="b"/>
              <a:pathLst>
                <a:path w="1135579" h="1135579">
                  <a:moveTo>
                    <a:pt x="0" y="0"/>
                  </a:moveTo>
                  <a:lnTo>
                    <a:pt x="1135579" y="0"/>
                  </a:lnTo>
                  <a:lnTo>
                    <a:pt x="1135579" y="1135579"/>
                  </a:lnTo>
                  <a:lnTo>
                    <a:pt x="0" y="1135579"/>
                  </a:lnTo>
                  <a:lnTo>
                    <a:pt x="0" y="0"/>
                  </a:lnTo>
                  <a:close/>
                </a:path>
              </a:pathLst>
            </a:custGeom>
            <a:blipFill>
              <a:blip r:embed="rId46">
                <a:extLst>
                  <a:ext uri="{96DAC541-7B7A-43D3-8B79-37D633B846F1}">
                    <asvg:svgBlip xmlns:asvg="http://schemas.microsoft.com/office/drawing/2016/SVG/main" r:embed="rId47"/>
                  </a:ext>
                </a:extLst>
              </a:blip>
              <a:stretch>
                <a:fillRect/>
              </a:stretch>
            </a:blipFill>
            <a:ln>
              <a:noFill/>
            </a:ln>
          </p:spPr>
        </p:sp>
        <p:sp>
          <p:nvSpPr>
            <p:cNvPr id="40" name="Freeform 15">
              <a:extLst>
                <a:ext uri="{FF2B5EF4-FFF2-40B4-BE49-F238E27FC236}">
                  <a16:creationId xmlns:a16="http://schemas.microsoft.com/office/drawing/2014/main" id="{DBAD7CCB-9036-42FB-9CDC-150B4DF90AD6}"/>
                </a:ext>
              </a:extLst>
            </p:cNvPr>
            <p:cNvSpPr/>
            <p:nvPr/>
          </p:nvSpPr>
          <p:spPr>
            <a:xfrm>
              <a:off x="7243958" y="5484880"/>
              <a:ext cx="1666207" cy="1643429"/>
            </a:xfrm>
            <a:custGeom>
              <a:avLst/>
              <a:gdLst/>
              <a:ahLst/>
              <a:cxnLst/>
              <a:rect l="l" t="t" r="r" b="b"/>
              <a:pathLst>
                <a:path w="1135579" h="1135579">
                  <a:moveTo>
                    <a:pt x="0" y="0"/>
                  </a:moveTo>
                  <a:lnTo>
                    <a:pt x="1135579" y="0"/>
                  </a:lnTo>
                  <a:lnTo>
                    <a:pt x="1135579" y="1135579"/>
                  </a:lnTo>
                  <a:lnTo>
                    <a:pt x="0" y="1135579"/>
                  </a:lnTo>
                  <a:lnTo>
                    <a:pt x="0" y="0"/>
                  </a:lnTo>
                  <a:close/>
                </a:path>
              </a:pathLst>
            </a:custGeom>
            <a:blipFill>
              <a:blip r:embed="rId46">
                <a:extLst>
                  <a:ext uri="{96DAC541-7B7A-43D3-8B79-37D633B846F1}">
                    <asvg:svgBlip xmlns:asvg="http://schemas.microsoft.com/office/drawing/2016/SVG/main" r:embed="rId47"/>
                  </a:ext>
                </a:extLst>
              </a:blip>
              <a:stretch>
                <a:fillRect/>
              </a:stretch>
            </a:blipFill>
            <a:ln>
              <a:noFill/>
            </a:ln>
          </p:spPr>
        </p:sp>
        <p:sp>
          <p:nvSpPr>
            <p:cNvPr id="41" name="Freeform 15">
              <a:extLst>
                <a:ext uri="{FF2B5EF4-FFF2-40B4-BE49-F238E27FC236}">
                  <a16:creationId xmlns:a16="http://schemas.microsoft.com/office/drawing/2014/main" id="{114C4814-2DDD-4E3B-9247-FD4E4B4FBB1E}"/>
                </a:ext>
              </a:extLst>
            </p:cNvPr>
            <p:cNvSpPr/>
            <p:nvPr/>
          </p:nvSpPr>
          <p:spPr>
            <a:xfrm>
              <a:off x="7299355" y="7224038"/>
              <a:ext cx="1666207" cy="1643429"/>
            </a:xfrm>
            <a:custGeom>
              <a:avLst/>
              <a:gdLst/>
              <a:ahLst/>
              <a:cxnLst/>
              <a:rect l="l" t="t" r="r" b="b"/>
              <a:pathLst>
                <a:path w="1135579" h="1135579">
                  <a:moveTo>
                    <a:pt x="0" y="0"/>
                  </a:moveTo>
                  <a:lnTo>
                    <a:pt x="1135579" y="0"/>
                  </a:lnTo>
                  <a:lnTo>
                    <a:pt x="1135579" y="1135579"/>
                  </a:lnTo>
                  <a:lnTo>
                    <a:pt x="0" y="1135579"/>
                  </a:lnTo>
                  <a:lnTo>
                    <a:pt x="0" y="0"/>
                  </a:lnTo>
                  <a:close/>
                </a:path>
              </a:pathLst>
            </a:custGeom>
            <a:blipFill>
              <a:blip r:embed="rId46">
                <a:extLst>
                  <a:ext uri="{96DAC541-7B7A-43D3-8B79-37D633B846F1}">
                    <asvg:svgBlip xmlns:asvg="http://schemas.microsoft.com/office/drawing/2016/SVG/main" r:embed="rId47"/>
                  </a:ext>
                </a:extLst>
              </a:blip>
              <a:stretch>
                <a:fillRect/>
              </a:stretch>
            </a:blipFill>
            <a:ln>
              <a:noFill/>
            </a:ln>
          </p:spPr>
        </p:sp>
      </p:grpSp>
      <p:grpSp>
        <p:nvGrpSpPr>
          <p:cNvPr id="42" name="Group 41">
            <a:extLst>
              <a:ext uri="{FF2B5EF4-FFF2-40B4-BE49-F238E27FC236}">
                <a16:creationId xmlns:a16="http://schemas.microsoft.com/office/drawing/2014/main" id="{7577AD37-6C50-403A-AB41-80CABA12A9E7}"/>
              </a:ext>
            </a:extLst>
          </p:cNvPr>
          <p:cNvGrpSpPr/>
          <p:nvPr/>
        </p:nvGrpSpPr>
        <p:grpSpPr>
          <a:xfrm>
            <a:off x="14562139" y="3456909"/>
            <a:ext cx="1705583" cy="5315783"/>
            <a:chOff x="7290836" y="3332871"/>
            <a:chExt cx="1705583" cy="5315783"/>
          </a:xfrm>
        </p:grpSpPr>
        <p:sp>
          <p:nvSpPr>
            <p:cNvPr id="43" name="Freeform 15">
              <a:extLst>
                <a:ext uri="{FF2B5EF4-FFF2-40B4-BE49-F238E27FC236}">
                  <a16:creationId xmlns:a16="http://schemas.microsoft.com/office/drawing/2014/main" id="{F15DBBD9-5B1D-4ADF-BBE8-1D134465B6E0}"/>
                </a:ext>
              </a:extLst>
            </p:cNvPr>
            <p:cNvSpPr/>
            <p:nvPr/>
          </p:nvSpPr>
          <p:spPr>
            <a:xfrm>
              <a:off x="7330212" y="3332871"/>
              <a:ext cx="1666207" cy="1643429"/>
            </a:xfrm>
            <a:custGeom>
              <a:avLst/>
              <a:gdLst/>
              <a:ahLst/>
              <a:cxnLst/>
              <a:rect l="l" t="t" r="r" b="b"/>
              <a:pathLst>
                <a:path w="1135579" h="1135579">
                  <a:moveTo>
                    <a:pt x="0" y="0"/>
                  </a:moveTo>
                  <a:lnTo>
                    <a:pt x="1135579" y="0"/>
                  </a:lnTo>
                  <a:lnTo>
                    <a:pt x="1135579" y="1135579"/>
                  </a:lnTo>
                  <a:lnTo>
                    <a:pt x="0" y="1135579"/>
                  </a:lnTo>
                  <a:lnTo>
                    <a:pt x="0" y="0"/>
                  </a:lnTo>
                  <a:close/>
                </a:path>
              </a:pathLst>
            </a:custGeom>
            <a:blipFill>
              <a:blip r:embed="rId46">
                <a:extLst>
                  <a:ext uri="{96DAC541-7B7A-43D3-8B79-37D633B846F1}">
                    <asvg:svgBlip xmlns:asvg="http://schemas.microsoft.com/office/drawing/2016/SVG/main" r:embed="rId47"/>
                  </a:ext>
                </a:extLst>
              </a:blip>
              <a:stretch>
                <a:fillRect/>
              </a:stretch>
            </a:blipFill>
            <a:ln>
              <a:noFill/>
            </a:ln>
          </p:spPr>
        </p:sp>
        <p:sp>
          <p:nvSpPr>
            <p:cNvPr id="44" name="Freeform 15">
              <a:extLst>
                <a:ext uri="{FF2B5EF4-FFF2-40B4-BE49-F238E27FC236}">
                  <a16:creationId xmlns:a16="http://schemas.microsoft.com/office/drawing/2014/main" id="{1715DE94-DC09-4178-A554-735F0CBBC1B2}"/>
                </a:ext>
              </a:extLst>
            </p:cNvPr>
            <p:cNvSpPr/>
            <p:nvPr/>
          </p:nvSpPr>
          <p:spPr>
            <a:xfrm>
              <a:off x="7290836" y="5241332"/>
              <a:ext cx="1666207" cy="1643429"/>
            </a:xfrm>
            <a:custGeom>
              <a:avLst/>
              <a:gdLst/>
              <a:ahLst/>
              <a:cxnLst/>
              <a:rect l="l" t="t" r="r" b="b"/>
              <a:pathLst>
                <a:path w="1135579" h="1135579">
                  <a:moveTo>
                    <a:pt x="0" y="0"/>
                  </a:moveTo>
                  <a:lnTo>
                    <a:pt x="1135579" y="0"/>
                  </a:lnTo>
                  <a:lnTo>
                    <a:pt x="1135579" y="1135579"/>
                  </a:lnTo>
                  <a:lnTo>
                    <a:pt x="0" y="1135579"/>
                  </a:lnTo>
                  <a:lnTo>
                    <a:pt x="0" y="0"/>
                  </a:lnTo>
                  <a:close/>
                </a:path>
              </a:pathLst>
            </a:custGeom>
            <a:blipFill>
              <a:blip r:embed="rId46">
                <a:extLst>
                  <a:ext uri="{96DAC541-7B7A-43D3-8B79-37D633B846F1}">
                    <asvg:svgBlip xmlns:asvg="http://schemas.microsoft.com/office/drawing/2016/SVG/main" r:embed="rId47"/>
                  </a:ext>
                </a:extLst>
              </a:blip>
              <a:stretch>
                <a:fillRect/>
              </a:stretch>
            </a:blipFill>
            <a:ln>
              <a:noFill/>
            </a:ln>
          </p:spPr>
        </p:sp>
        <p:sp>
          <p:nvSpPr>
            <p:cNvPr id="45" name="Freeform 15">
              <a:extLst>
                <a:ext uri="{FF2B5EF4-FFF2-40B4-BE49-F238E27FC236}">
                  <a16:creationId xmlns:a16="http://schemas.microsoft.com/office/drawing/2014/main" id="{3D44AD72-B21B-47F9-A5DD-90C271DDF87B}"/>
                </a:ext>
              </a:extLst>
            </p:cNvPr>
            <p:cNvSpPr/>
            <p:nvPr/>
          </p:nvSpPr>
          <p:spPr>
            <a:xfrm>
              <a:off x="7305369" y="7005225"/>
              <a:ext cx="1666207" cy="1643429"/>
            </a:xfrm>
            <a:custGeom>
              <a:avLst/>
              <a:gdLst/>
              <a:ahLst/>
              <a:cxnLst/>
              <a:rect l="l" t="t" r="r" b="b"/>
              <a:pathLst>
                <a:path w="1135579" h="1135579">
                  <a:moveTo>
                    <a:pt x="0" y="0"/>
                  </a:moveTo>
                  <a:lnTo>
                    <a:pt x="1135579" y="0"/>
                  </a:lnTo>
                  <a:lnTo>
                    <a:pt x="1135579" y="1135579"/>
                  </a:lnTo>
                  <a:lnTo>
                    <a:pt x="0" y="1135579"/>
                  </a:lnTo>
                  <a:lnTo>
                    <a:pt x="0" y="0"/>
                  </a:lnTo>
                  <a:close/>
                </a:path>
              </a:pathLst>
            </a:custGeom>
            <a:blipFill>
              <a:blip r:embed="rId46">
                <a:extLst>
                  <a:ext uri="{96DAC541-7B7A-43D3-8B79-37D633B846F1}">
                    <asvg:svgBlip xmlns:asvg="http://schemas.microsoft.com/office/drawing/2016/SVG/main" r:embed="rId47"/>
                  </a:ext>
                </a:extLst>
              </a:blip>
              <a:stretch>
                <a:fillRect/>
              </a:stretch>
            </a:blipFill>
            <a:ln>
              <a:noFill/>
            </a:ln>
          </p:spPr>
        </p:sp>
      </p:grpSp>
      <p:grpSp>
        <p:nvGrpSpPr>
          <p:cNvPr id="46" name="Group 45">
            <a:extLst>
              <a:ext uri="{FF2B5EF4-FFF2-40B4-BE49-F238E27FC236}">
                <a16:creationId xmlns:a16="http://schemas.microsoft.com/office/drawing/2014/main" id="{71897CDE-3473-417B-A685-9AC4E23315F6}"/>
              </a:ext>
            </a:extLst>
          </p:cNvPr>
          <p:cNvGrpSpPr/>
          <p:nvPr/>
        </p:nvGrpSpPr>
        <p:grpSpPr>
          <a:xfrm>
            <a:off x="4528840" y="1686565"/>
            <a:ext cx="1705583" cy="5315783"/>
            <a:chOff x="7290836" y="3332871"/>
            <a:chExt cx="1705583" cy="5315783"/>
          </a:xfrm>
        </p:grpSpPr>
        <p:sp>
          <p:nvSpPr>
            <p:cNvPr id="47" name="Freeform 15">
              <a:extLst>
                <a:ext uri="{FF2B5EF4-FFF2-40B4-BE49-F238E27FC236}">
                  <a16:creationId xmlns:a16="http://schemas.microsoft.com/office/drawing/2014/main" id="{CEAEF02F-5B1B-4E3D-B7D9-D5B1D5F2AD32}"/>
                </a:ext>
              </a:extLst>
            </p:cNvPr>
            <p:cNvSpPr/>
            <p:nvPr/>
          </p:nvSpPr>
          <p:spPr>
            <a:xfrm>
              <a:off x="7330212" y="3332871"/>
              <a:ext cx="1666207" cy="1643429"/>
            </a:xfrm>
            <a:custGeom>
              <a:avLst/>
              <a:gdLst/>
              <a:ahLst/>
              <a:cxnLst/>
              <a:rect l="l" t="t" r="r" b="b"/>
              <a:pathLst>
                <a:path w="1135579" h="1135579">
                  <a:moveTo>
                    <a:pt x="0" y="0"/>
                  </a:moveTo>
                  <a:lnTo>
                    <a:pt x="1135579" y="0"/>
                  </a:lnTo>
                  <a:lnTo>
                    <a:pt x="1135579" y="1135579"/>
                  </a:lnTo>
                  <a:lnTo>
                    <a:pt x="0" y="1135579"/>
                  </a:lnTo>
                  <a:lnTo>
                    <a:pt x="0" y="0"/>
                  </a:lnTo>
                  <a:close/>
                </a:path>
              </a:pathLst>
            </a:custGeom>
            <a:blipFill>
              <a:blip r:embed="rId46">
                <a:extLst>
                  <a:ext uri="{96DAC541-7B7A-43D3-8B79-37D633B846F1}">
                    <asvg:svgBlip xmlns:asvg="http://schemas.microsoft.com/office/drawing/2016/SVG/main" r:embed="rId47"/>
                  </a:ext>
                </a:extLst>
              </a:blip>
              <a:stretch>
                <a:fillRect/>
              </a:stretch>
            </a:blipFill>
            <a:ln>
              <a:noFill/>
            </a:ln>
          </p:spPr>
        </p:sp>
        <p:sp>
          <p:nvSpPr>
            <p:cNvPr id="48" name="Freeform 15">
              <a:extLst>
                <a:ext uri="{FF2B5EF4-FFF2-40B4-BE49-F238E27FC236}">
                  <a16:creationId xmlns:a16="http://schemas.microsoft.com/office/drawing/2014/main" id="{0DECAA9B-8322-483B-B8E1-F79217E0CF78}"/>
                </a:ext>
              </a:extLst>
            </p:cNvPr>
            <p:cNvSpPr/>
            <p:nvPr/>
          </p:nvSpPr>
          <p:spPr>
            <a:xfrm>
              <a:off x="7290836" y="5241332"/>
              <a:ext cx="1666207" cy="1643429"/>
            </a:xfrm>
            <a:custGeom>
              <a:avLst/>
              <a:gdLst/>
              <a:ahLst/>
              <a:cxnLst/>
              <a:rect l="l" t="t" r="r" b="b"/>
              <a:pathLst>
                <a:path w="1135579" h="1135579">
                  <a:moveTo>
                    <a:pt x="0" y="0"/>
                  </a:moveTo>
                  <a:lnTo>
                    <a:pt x="1135579" y="0"/>
                  </a:lnTo>
                  <a:lnTo>
                    <a:pt x="1135579" y="1135579"/>
                  </a:lnTo>
                  <a:lnTo>
                    <a:pt x="0" y="1135579"/>
                  </a:lnTo>
                  <a:lnTo>
                    <a:pt x="0" y="0"/>
                  </a:lnTo>
                  <a:close/>
                </a:path>
              </a:pathLst>
            </a:custGeom>
            <a:blipFill>
              <a:blip r:embed="rId46">
                <a:extLst>
                  <a:ext uri="{96DAC541-7B7A-43D3-8B79-37D633B846F1}">
                    <asvg:svgBlip xmlns:asvg="http://schemas.microsoft.com/office/drawing/2016/SVG/main" r:embed="rId47"/>
                  </a:ext>
                </a:extLst>
              </a:blip>
              <a:stretch>
                <a:fillRect/>
              </a:stretch>
            </a:blipFill>
            <a:ln>
              <a:noFill/>
            </a:ln>
          </p:spPr>
        </p:sp>
        <p:sp>
          <p:nvSpPr>
            <p:cNvPr id="49" name="Freeform 15">
              <a:extLst>
                <a:ext uri="{FF2B5EF4-FFF2-40B4-BE49-F238E27FC236}">
                  <a16:creationId xmlns:a16="http://schemas.microsoft.com/office/drawing/2014/main" id="{A40E942E-2186-4466-8B50-0607CDFBB500}"/>
                </a:ext>
              </a:extLst>
            </p:cNvPr>
            <p:cNvSpPr/>
            <p:nvPr/>
          </p:nvSpPr>
          <p:spPr>
            <a:xfrm>
              <a:off x="7305369" y="7005225"/>
              <a:ext cx="1666207" cy="1643429"/>
            </a:xfrm>
            <a:custGeom>
              <a:avLst/>
              <a:gdLst/>
              <a:ahLst/>
              <a:cxnLst/>
              <a:rect l="l" t="t" r="r" b="b"/>
              <a:pathLst>
                <a:path w="1135579" h="1135579">
                  <a:moveTo>
                    <a:pt x="0" y="0"/>
                  </a:moveTo>
                  <a:lnTo>
                    <a:pt x="1135579" y="0"/>
                  </a:lnTo>
                  <a:lnTo>
                    <a:pt x="1135579" y="1135579"/>
                  </a:lnTo>
                  <a:lnTo>
                    <a:pt x="0" y="1135579"/>
                  </a:lnTo>
                  <a:lnTo>
                    <a:pt x="0" y="0"/>
                  </a:lnTo>
                  <a:close/>
                </a:path>
              </a:pathLst>
            </a:custGeom>
            <a:blipFill>
              <a:blip r:embed="rId46">
                <a:extLst>
                  <a:ext uri="{96DAC541-7B7A-43D3-8B79-37D633B846F1}">
                    <asvg:svgBlip xmlns:asvg="http://schemas.microsoft.com/office/drawing/2016/SVG/main" r:embed="rId47"/>
                  </a:ext>
                </a:extLst>
              </a:blip>
              <a:stretch>
                <a:fillRect/>
              </a:stretch>
            </a:blipFill>
            <a:ln>
              <a:noFill/>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11EAD283-5927-4952-936E-400C6C298417}"/>
              </a:ext>
            </a:extLst>
          </p:cNvPr>
          <p:cNvSpPr/>
          <p:nvPr/>
        </p:nvSpPr>
        <p:spPr>
          <a:xfrm>
            <a:off x="7675897" y="2910574"/>
            <a:ext cx="1946023" cy="695703"/>
          </a:xfrm>
          <a:custGeom>
            <a:avLst/>
            <a:gdLst/>
            <a:ahLst/>
            <a:cxnLst/>
            <a:rect l="l" t="t" r="r" b="b"/>
            <a:pathLst>
              <a:path w="1946023" h="695703">
                <a:moveTo>
                  <a:pt x="0" y="0"/>
                </a:moveTo>
                <a:lnTo>
                  <a:pt x="1946023" y="0"/>
                </a:lnTo>
                <a:lnTo>
                  <a:pt x="1946023" y="695703"/>
                </a:lnTo>
                <a:lnTo>
                  <a:pt x="0" y="6957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10">
            <a:extLst>
              <a:ext uri="{FF2B5EF4-FFF2-40B4-BE49-F238E27FC236}">
                <a16:creationId xmlns:a16="http://schemas.microsoft.com/office/drawing/2014/main" id="{EAD4A39B-7EB2-43A3-99AD-7237BE6D444F}"/>
              </a:ext>
            </a:extLst>
          </p:cNvPr>
          <p:cNvSpPr/>
          <p:nvPr/>
        </p:nvSpPr>
        <p:spPr>
          <a:xfrm>
            <a:off x="10926845" y="838891"/>
            <a:ext cx="3163253" cy="4114800"/>
          </a:xfrm>
          <a:custGeom>
            <a:avLst/>
            <a:gdLst/>
            <a:ahLst/>
            <a:cxnLst/>
            <a:rect l="l" t="t" r="r" b="b"/>
            <a:pathLst>
              <a:path w="3163253" h="4114800">
                <a:moveTo>
                  <a:pt x="0" y="0"/>
                </a:moveTo>
                <a:lnTo>
                  <a:pt x="3163252" y="0"/>
                </a:lnTo>
                <a:lnTo>
                  <a:pt x="316325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13">
            <a:extLst>
              <a:ext uri="{FF2B5EF4-FFF2-40B4-BE49-F238E27FC236}">
                <a16:creationId xmlns:a16="http://schemas.microsoft.com/office/drawing/2014/main" id="{D49FE2E3-422B-46BE-B703-E53BD5BE1D15}"/>
              </a:ext>
            </a:extLst>
          </p:cNvPr>
          <p:cNvSpPr txBox="1"/>
          <p:nvPr/>
        </p:nvSpPr>
        <p:spPr>
          <a:xfrm>
            <a:off x="3221463" y="1142425"/>
            <a:ext cx="4118769" cy="3670300"/>
          </a:xfrm>
          <a:prstGeom prst="rect">
            <a:avLst/>
          </a:prstGeom>
        </p:spPr>
        <p:txBody>
          <a:bodyPr lIns="0" tIns="0" rIns="0" bIns="0" rtlCol="0" anchor="t">
            <a:spAutoFit/>
          </a:bodyPr>
          <a:lstStyle/>
          <a:p>
            <a:pPr algn="ctr">
              <a:lnSpc>
                <a:spcPts val="9799"/>
              </a:lnSpc>
            </a:pPr>
            <a:r>
              <a:rPr lang="en-US" sz="6999" spc="3674" dirty="0">
                <a:solidFill>
                  <a:srgbClr val="FFFFFF"/>
                </a:solidFill>
                <a:latin typeface="Canva Sans"/>
                <a:ea typeface="Canva Sans"/>
                <a:cs typeface="Canva Sans"/>
                <a:sym typeface="Canva Sans"/>
              </a:rPr>
              <a:t>1203</a:t>
            </a:r>
          </a:p>
          <a:p>
            <a:pPr algn="ctr">
              <a:lnSpc>
                <a:spcPts val="9799"/>
              </a:lnSpc>
            </a:pPr>
            <a:r>
              <a:rPr lang="en-US" sz="6999" spc="3674" dirty="0">
                <a:solidFill>
                  <a:srgbClr val="FFFFFF"/>
                </a:solidFill>
                <a:latin typeface="Canva Sans"/>
                <a:ea typeface="Canva Sans"/>
                <a:cs typeface="Canva Sans"/>
                <a:sym typeface="Canva Sans"/>
              </a:rPr>
              <a:t>1311</a:t>
            </a:r>
          </a:p>
          <a:p>
            <a:pPr algn="ctr">
              <a:lnSpc>
                <a:spcPts val="9799"/>
              </a:lnSpc>
            </a:pPr>
            <a:r>
              <a:rPr lang="en-US" sz="6999" spc="3674" dirty="0">
                <a:solidFill>
                  <a:srgbClr val="FFFFFF"/>
                </a:solidFill>
                <a:latin typeface="Canva Sans"/>
                <a:ea typeface="Canva Sans"/>
                <a:cs typeface="Canva Sans"/>
                <a:sym typeface="Canva Sans"/>
              </a:rPr>
              <a:t>3002</a:t>
            </a:r>
          </a:p>
        </p:txBody>
      </p:sp>
      <p:grpSp>
        <p:nvGrpSpPr>
          <p:cNvPr id="7" name="Group 6">
            <a:extLst>
              <a:ext uri="{FF2B5EF4-FFF2-40B4-BE49-F238E27FC236}">
                <a16:creationId xmlns:a16="http://schemas.microsoft.com/office/drawing/2014/main" id="{8581041B-3314-429C-8722-DBFE97E918A9}"/>
              </a:ext>
            </a:extLst>
          </p:cNvPr>
          <p:cNvGrpSpPr/>
          <p:nvPr/>
        </p:nvGrpSpPr>
        <p:grpSpPr>
          <a:xfrm>
            <a:off x="9578306" y="5503533"/>
            <a:ext cx="5025657" cy="3850653"/>
            <a:chOff x="9578306" y="5503533"/>
            <a:chExt cx="5025657" cy="3850653"/>
          </a:xfrm>
        </p:grpSpPr>
        <p:sp>
          <p:nvSpPr>
            <p:cNvPr id="8" name="Freeform 15">
              <a:extLst>
                <a:ext uri="{FF2B5EF4-FFF2-40B4-BE49-F238E27FC236}">
                  <a16:creationId xmlns:a16="http://schemas.microsoft.com/office/drawing/2014/main" id="{A51B7DCB-640C-4C9C-8233-95F99BA00D58}"/>
                </a:ext>
              </a:extLst>
            </p:cNvPr>
            <p:cNvSpPr/>
            <p:nvPr/>
          </p:nvSpPr>
          <p:spPr>
            <a:xfrm>
              <a:off x="9578306" y="5503533"/>
              <a:ext cx="2697078" cy="2090236"/>
            </a:xfrm>
            <a:custGeom>
              <a:avLst/>
              <a:gdLst/>
              <a:ahLst/>
              <a:cxnLst/>
              <a:rect l="l" t="t" r="r" b="b"/>
              <a:pathLst>
                <a:path w="3596104" h="2786981">
                  <a:moveTo>
                    <a:pt x="0" y="0"/>
                  </a:moveTo>
                  <a:lnTo>
                    <a:pt x="3596104" y="0"/>
                  </a:lnTo>
                  <a:lnTo>
                    <a:pt x="3596104" y="2786981"/>
                  </a:lnTo>
                  <a:lnTo>
                    <a:pt x="0" y="2786981"/>
                  </a:lnTo>
                  <a:lnTo>
                    <a:pt x="0" y="0"/>
                  </a:lnTo>
                  <a:close/>
                </a:path>
              </a:pathLst>
            </a:custGeom>
            <a:blipFill>
              <a:blip r:embed="rId6"/>
              <a:stretch>
                <a:fillRect/>
              </a:stretch>
            </a:blipFill>
          </p:spPr>
        </p:sp>
        <p:sp>
          <p:nvSpPr>
            <p:cNvPr id="9" name="Freeform 16">
              <a:extLst>
                <a:ext uri="{FF2B5EF4-FFF2-40B4-BE49-F238E27FC236}">
                  <a16:creationId xmlns:a16="http://schemas.microsoft.com/office/drawing/2014/main" id="{DF01E78B-36F2-436A-8FA5-B2CE4FCFCF41}"/>
                </a:ext>
              </a:extLst>
            </p:cNvPr>
            <p:cNvSpPr/>
            <p:nvPr/>
          </p:nvSpPr>
          <p:spPr>
            <a:xfrm>
              <a:off x="10412977" y="7784016"/>
              <a:ext cx="4190985" cy="1570170"/>
            </a:xfrm>
            <a:custGeom>
              <a:avLst/>
              <a:gdLst/>
              <a:ahLst/>
              <a:cxnLst/>
              <a:rect l="l" t="t" r="r" b="b"/>
              <a:pathLst>
                <a:path w="3377721" h="1465497">
                  <a:moveTo>
                    <a:pt x="0" y="0"/>
                  </a:moveTo>
                  <a:lnTo>
                    <a:pt x="3377722" y="0"/>
                  </a:lnTo>
                  <a:lnTo>
                    <a:pt x="3377722" y="1465497"/>
                  </a:lnTo>
                  <a:lnTo>
                    <a:pt x="0" y="1465497"/>
                  </a:lnTo>
                  <a:lnTo>
                    <a:pt x="0" y="0"/>
                  </a:lnTo>
                  <a:close/>
                </a:path>
              </a:pathLst>
            </a:custGeom>
            <a:blipFill>
              <a:blip r:embed="rId7"/>
              <a:stretch>
                <a:fillRect r="-48319"/>
              </a:stretch>
            </a:blipFill>
          </p:spPr>
        </p:sp>
        <p:sp>
          <p:nvSpPr>
            <p:cNvPr id="10" name="Freeform 2">
              <a:extLst>
                <a:ext uri="{FF2B5EF4-FFF2-40B4-BE49-F238E27FC236}">
                  <a16:creationId xmlns:a16="http://schemas.microsoft.com/office/drawing/2014/main" id="{F5B76233-1F70-4182-AEFD-852824ACEB8A}"/>
                </a:ext>
              </a:extLst>
            </p:cNvPr>
            <p:cNvSpPr/>
            <p:nvPr/>
          </p:nvSpPr>
          <p:spPr>
            <a:xfrm>
              <a:off x="10412978" y="5967785"/>
              <a:ext cx="4190985" cy="3068932"/>
            </a:xfrm>
            <a:custGeom>
              <a:avLst/>
              <a:gdLst/>
              <a:ahLst/>
              <a:cxnLst/>
              <a:rect l="l" t="t" r="r" b="b"/>
              <a:pathLst>
                <a:path w="4190985" h="3068932">
                  <a:moveTo>
                    <a:pt x="0" y="0"/>
                  </a:moveTo>
                  <a:lnTo>
                    <a:pt x="4190986" y="0"/>
                  </a:lnTo>
                  <a:lnTo>
                    <a:pt x="4190986" y="3068932"/>
                  </a:lnTo>
                  <a:lnTo>
                    <a:pt x="0" y="3068932"/>
                  </a:lnTo>
                  <a:lnTo>
                    <a:pt x="0" y="0"/>
                  </a:lnTo>
                  <a:close/>
                </a:path>
              </a:pathLst>
            </a:custGeom>
            <a:blipFill>
              <a:blip r:embed="rId8"/>
              <a:stretch>
                <a:fillRect b="-6214"/>
              </a:stretch>
            </a:blipFill>
          </p:spPr>
          <p:txBody>
            <a:bodyPr/>
            <a:lstStyle/>
            <a:p>
              <a:endParaRPr lang="en-AU" dirty="0"/>
            </a:p>
          </p:txBody>
        </p:sp>
      </p:grpSp>
      <p:grpSp>
        <p:nvGrpSpPr>
          <p:cNvPr id="11" name="Group 10">
            <a:extLst>
              <a:ext uri="{FF2B5EF4-FFF2-40B4-BE49-F238E27FC236}">
                <a16:creationId xmlns:a16="http://schemas.microsoft.com/office/drawing/2014/main" id="{220DB144-50DE-4420-B6D6-9E7BEA9831CD}"/>
              </a:ext>
            </a:extLst>
          </p:cNvPr>
          <p:cNvGrpSpPr/>
          <p:nvPr/>
        </p:nvGrpSpPr>
        <p:grpSpPr>
          <a:xfrm>
            <a:off x="3762388" y="5569848"/>
            <a:ext cx="5859532" cy="3864806"/>
            <a:chOff x="3762388" y="5569848"/>
            <a:chExt cx="5859532" cy="3864806"/>
          </a:xfrm>
        </p:grpSpPr>
        <p:sp>
          <p:nvSpPr>
            <p:cNvPr id="12" name="Freeform 4">
              <a:extLst>
                <a:ext uri="{FF2B5EF4-FFF2-40B4-BE49-F238E27FC236}">
                  <a16:creationId xmlns:a16="http://schemas.microsoft.com/office/drawing/2014/main" id="{06D9AF2E-320C-4391-A212-DBE5763821DF}"/>
                </a:ext>
              </a:extLst>
            </p:cNvPr>
            <p:cNvSpPr/>
            <p:nvPr/>
          </p:nvSpPr>
          <p:spPr>
            <a:xfrm>
              <a:off x="3797966" y="6919301"/>
              <a:ext cx="1063547" cy="1040947"/>
            </a:xfrm>
            <a:custGeom>
              <a:avLst/>
              <a:gdLst/>
              <a:ahLst/>
              <a:cxnLst/>
              <a:rect l="l" t="t" r="r" b="b"/>
              <a:pathLst>
                <a:path w="1063547" h="1040947">
                  <a:moveTo>
                    <a:pt x="0" y="0"/>
                  </a:moveTo>
                  <a:lnTo>
                    <a:pt x="1063547" y="0"/>
                  </a:lnTo>
                  <a:lnTo>
                    <a:pt x="1063547" y="1040947"/>
                  </a:lnTo>
                  <a:lnTo>
                    <a:pt x="0" y="104094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Freeform 5">
              <a:extLst>
                <a:ext uri="{FF2B5EF4-FFF2-40B4-BE49-F238E27FC236}">
                  <a16:creationId xmlns:a16="http://schemas.microsoft.com/office/drawing/2014/main" id="{D7CE7E17-FCF8-4761-8BB0-2CCA5144B048}"/>
                </a:ext>
              </a:extLst>
            </p:cNvPr>
            <p:cNvSpPr/>
            <p:nvPr/>
          </p:nvSpPr>
          <p:spPr>
            <a:xfrm>
              <a:off x="3797966" y="8328138"/>
              <a:ext cx="1106516" cy="1106516"/>
            </a:xfrm>
            <a:custGeom>
              <a:avLst/>
              <a:gdLst/>
              <a:ahLst/>
              <a:cxnLst/>
              <a:rect l="l" t="t" r="r" b="b"/>
              <a:pathLst>
                <a:path w="1106516" h="1106516">
                  <a:moveTo>
                    <a:pt x="0" y="0"/>
                  </a:moveTo>
                  <a:lnTo>
                    <a:pt x="1106515" y="0"/>
                  </a:lnTo>
                  <a:lnTo>
                    <a:pt x="1106515" y="1106516"/>
                  </a:lnTo>
                  <a:lnTo>
                    <a:pt x="0" y="110651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4" name="Freeform 6">
              <a:extLst>
                <a:ext uri="{FF2B5EF4-FFF2-40B4-BE49-F238E27FC236}">
                  <a16:creationId xmlns:a16="http://schemas.microsoft.com/office/drawing/2014/main" id="{A8616676-4519-4EB6-80D3-FBB46DAB3B1B}"/>
                </a:ext>
              </a:extLst>
            </p:cNvPr>
            <p:cNvSpPr/>
            <p:nvPr/>
          </p:nvSpPr>
          <p:spPr>
            <a:xfrm>
              <a:off x="3762388" y="5569848"/>
              <a:ext cx="1099125" cy="1099125"/>
            </a:xfrm>
            <a:custGeom>
              <a:avLst/>
              <a:gdLst/>
              <a:ahLst/>
              <a:cxnLst/>
              <a:rect l="l" t="t" r="r" b="b"/>
              <a:pathLst>
                <a:path w="1099125" h="1099125">
                  <a:moveTo>
                    <a:pt x="0" y="0"/>
                  </a:moveTo>
                  <a:lnTo>
                    <a:pt x="1099125" y="0"/>
                  </a:lnTo>
                  <a:lnTo>
                    <a:pt x="1099125" y="1099125"/>
                  </a:lnTo>
                  <a:lnTo>
                    <a:pt x="0" y="109912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5" name="Freeform 7">
              <a:extLst>
                <a:ext uri="{FF2B5EF4-FFF2-40B4-BE49-F238E27FC236}">
                  <a16:creationId xmlns:a16="http://schemas.microsoft.com/office/drawing/2014/main" id="{785F99BA-8680-4469-9474-E94EBB8F551B}"/>
                </a:ext>
              </a:extLst>
            </p:cNvPr>
            <p:cNvSpPr/>
            <p:nvPr/>
          </p:nvSpPr>
          <p:spPr>
            <a:xfrm>
              <a:off x="5280848" y="5575376"/>
              <a:ext cx="955286" cy="1109185"/>
            </a:xfrm>
            <a:custGeom>
              <a:avLst/>
              <a:gdLst/>
              <a:ahLst/>
              <a:cxnLst/>
              <a:rect l="l" t="t" r="r" b="b"/>
              <a:pathLst>
                <a:path w="955286" h="1109185">
                  <a:moveTo>
                    <a:pt x="0" y="0"/>
                  </a:moveTo>
                  <a:lnTo>
                    <a:pt x="955285" y="0"/>
                  </a:lnTo>
                  <a:lnTo>
                    <a:pt x="955285" y="1109185"/>
                  </a:lnTo>
                  <a:lnTo>
                    <a:pt x="0" y="110918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6" name="Freeform 8">
              <a:extLst>
                <a:ext uri="{FF2B5EF4-FFF2-40B4-BE49-F238E27FC236}">
                  <a16:creationId xmlns:a16="http://schemas.microsoft.com/office/drawing/2014/main" id="{CFDCDE9F-676B-465F-8C97-6A696617DCA6}"/>
                </a:ext>
              </a:extLst>
            </p:cNvPr>
            <p:cNvSpPr/>
            <p:nvPr/>
          </p:nvSpPr>
          <p:spPr>
            <a:xfrm>
              <a:off x="5337364" y="6990390"/>
              <a:ext cx="898769" cy="898769"/>
            </a:xfrm>
            <a:custGeom>
              <a:avLst/>
              <a:gdLst/>
              <a:ahLst/>
              <a:cxnLst/>
              <a:rect l="l" t="t" r="r" b="b"/>
              <a:pathLst>
                <a:path w="898769" h="898769">
                  <a:moveTo>
                    <a:pt x="0" y="0"/>
                  </a:moveTo>
                  <a:lnTo>
                    <a:pt x="898769" y="0"/>
                  </a:lnTo>
                  <a:lnTo>
                    <a:pt x="898769" y="898769"/>
                  </a:lnTo>
                  <a:lnTo>
                    <a:pt x="0" y="89876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7" name="Freeform 9">
              <a:extLst>
                <a:ext uri="{FF2B5EF4-FFF2-40B4-BE49-F238E27FC236}">
                  <a16:creationId xmlns:a16="http://schemas.microsoft.com/office/drawing/2014/main" id="{E2F54909-D39C-4992-B584-7AC06B706FAD}"/>
                </a:ext>
              </a:extLst>
            </p:cNvPr>
            <p:cNvSpPr/>
            <p:nvPr/>
          </p:nvSpPr>
          <p:spPr>
            <a:xfrm>
              <a:off x="5337364" y="8432012"/>
              <a:ext cx="898769" cy="898769"/>
            </a:xfrm>
            <a:custGeom>
              <a:avLst/>
              <a:gdLst/>
              <a:ahLst/>
              <a:cxnLst/>
              <a:rect l="l" t="t" r="r" b="b"/>
              <a:pathLst>
                <a:path w="898769" h="898769">
                  <a:moveTo>
                    <a:pt x="0" y="0"/>
                  </a:moveTo>
                  <a:lnTo>
                    <a:pt x="898769" y="0"/>
                  </a:lnTo>
                  <a:lnTo>
                    <a:pt x="898769" y="898769"/>
                  </a:lnTo>
                  <a:lnTo>
                    <a:pt x="0" y="89876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8" name="Freeform 11">
              <a:extLst>
                <a:ext uri="{FF2B5EF4-FFF2-40B4-BE49-F238E27FC236}">
                  <a16:creationId xmlns:a16="http://schemas.microsoft.com/office/drawing/2014/main" id="{805E4725-92FA-4B13-8BBB-4F3C059FD5BB}"/>
                </a:ext>
              </a:extLst>
            </p:cNvPr>
            <p:cNvSpPr/>
            <p:nvPr/>
          </p:nvSpPr>
          <p:spPr>
            <a:xfrm>
              <a:off x="7675897" y="7154399"/>
              <a:ext cx="1946023" cy="695703"/>
            </a:xfrm>
            <a:custGeom>
              <a:avLst/>
              <a:gdLst/>
              <a:ahLst/>
              <a:cxnLst/>
              <a:rect l="l" t="t" r="r" b="b"/>
              <a:pathLst>
                <a:path w="1946023" h="695703">
                  <a:moveTo>
                    <a:pt x="0" y="0"/>
                  </a:moveTo>
                  <a:lnTo>
                    <a:pt x="1946023" y="0"/>
                  </a:lnTo>
                  <a:lnTo>
                    <a:pt x="1946023" y="695703"/>
                  </a:lnTo>
                  <a:lnTo>
                    <a:pt x="0" y="6957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7"/>
          <p:cNvGrpSpPr/>
          <p:nvPr/>
        </p:nvGrpSpPr>
        <p:grpSpPr>
          <a:xfrm>
            <a:off x="609476" y="916978"/>
            <a:ext cx="11599636" cy="3723280"/>
            <a:chOff x="0" y="0"/>
            <a:chExt cx="2446492" cy="785281"/>
          </a:xfrm>
        </p:grpSpPr>
        <p:sp>
          <p:nvSpPr>
            <p:cNvPr id="18" name="Freeform 18"/>
            <p:cNvSpPr/>
            <p:nvPr/>
          </p:nvSpPr>
          <p:spPr>
            <a:xfrm>
              <a:off x="0" y="0"/>
              <a:ext cx="2446492" cy="785281"/>
            </a:xfrm>
            <a:custGeom>
              <a:avLst/>
              <a:gdLst/>
              <a:ahLst/>
              <a:cxnLst/>
              <a:rect l="l" t="t" r="r" b="b"/>
              <a:pathLst>
                <a:path w="2446492" h="785281">
                  <a:moveTo>
                    <a:pt x="0" y="0"/>
                  </a:moveTo>
                  <a:lnTo>
                    <a:pt x="2446492" y="0"/>
                  </a:lnTo>
                  <a:lnTo>
                    <a:pt x="2446492" y="785281"/>
                  </a:lnTo>
                  <a:lnTo>
                    <a:pt x="0" y="785281"/>
                  </a:lnTo>
                  <a:close/>
                </a:path>
              </a:pathLst>
            </a:custGeom>
            <a:solidFill>
              <a:srgbClr val="FFFFFF"/>
            </a:solidFill>
          </p:spPr>
        </p:sp>
        <p:sp>
          <p:nvSpPr>
            <p:cNvPr id="19" name="TextBox 19"/>
            <p:cNvSpPr txBox="1"/>
            <p:nvPr/>
          </p:nvSpPr>
          <p:spPr>
            <a:xfrm>
              <a:off x="0" y="-57150"/>
              <a:ext cx="2446492" cy="842431"/>
            </a:xfrm>
            <a:prstGeom prst="rect">
              <a:avLst/>
            </a:prstGeom>
          </p:spPr>
          <p:txBody>
            <a:bodyPr lIns="63436" tIns="63436" rIns="63436" bIns="63436" rtlCol="0" anchor="ctr"/>
            <a:lstStyle/>
            <a:p>
              <a:pPr algn="ctr">
                <a:lnSpc>
                  <a:spcPts val="3326"/>
                </a:lnSpc>
              </a:pPr>
              <a:endParaRPr/>
            </a:p>
          </p:txBody>
        </p:sp>
      </p:grpSp>
      <p:sp>
        <p:nvSpPr>
          <p:cNvPr id="20" name="Freeform 20"/>
          <p:cNvSpPr/>
          <p:nvPr/>
        </p:nvSpPr>
        <p:spPr>
          <a:xfrm>
            <a:off x="771533" y="975152"/>
            <a:ext cx="11256479" cy="3583143"/>
          </a:xfrm>
          <a:custGeom>
            <a:avLst/>
            <a:gdLst/>
            <a:ahLst/>
            <a:cxnLst/>
            <a:rect l="l" t="t" r="r" b="b"/>
            <a:pathLst>
              <a:path w="11256479" h="3583143">
                <a:moveTo>
                  <a:pt x="0" y="0"/>
                </a:moveTo>
                <a:lnTo>
                  <a:pt x="11256479" y="0"/>
                </a:lnTo>
                <a:lnTo>
                  <a:pt x="11256479" y="3583144"/>
                </a:lnTo>
                <a:lnTo>
                  <a:pt x="0" y="3583144"/>
                </a:lnTo>
                <a:lnTo>
                  <a:pt x="0" y="0"/>
                </a:lnTo>
                <a:close/>
              </a:path>
            </a:pathLst>
          </a:custGeom>
          <a:blipFill>
            <a:blip r:embed="rId3"/>
            <a:stretch>
              <a:fillRect/>
            </a:stretch>
          </a:blipFill>
        </p:spPr>
      </p:sp>
      <p:grpSp>
        <p:nvGrpSpPr>
          <p:cNvPr id="36" name="Group 36"/>
          <p:cNvGrpSpPr/>
          <p:nvPr/>
        </p:nvGrpSpPr>
        <p:grpSpPr>
          <a:xfrm>
            <a:off x="609476" y="4999640"/>
            <a:ext cx="11599636" cy="3723280"/>
            <a:chOff x="0" y="0"/>
            <a:chExt cx="2446492" cy="785281"/>
          </a:xfrm>
        </p:grpSpPr>
        <p:sp>
          <p:nvSpPr>
            <p:cNvPr id="37" name="Freeform 37"/>
            <p:cNvSpPr/>
            <p:nvPr/>
          </p:nvSpPr>
          <p:spPr>
            <a:xfrm>
              <a:off x="0" y="0"/>
              <a:ext cx="2446492" cy="785281"/>
            </a:xfrm>
            <a:custGeom>
              <a:avLst/>
              <a:gdLst/>
              <a:ahLst/>
              <a:cxnLst/>
              <a:rect l="l" t="t" r="r" b="b"/>
              <a:pathLst>
                <a:path w="2446492" h="785281">
                  <a:moveTo>
                    <a:pt x="0" y="0"/>
                  </a:moveTo>
                  <a:lnTo>
                    <a:pt x="2446492" y="0"/>
                  </a:lnTo>
                  <a:lnTo>
                    <a:pt x="2446492" y="785281"/>
                  </a:lnTo>
                  <a:lnTo>
                    <a:pt x="0" y="785281"/>
                  </a:lnTo>
                  <a:close/>
                </a:path>
              </a:pathLst>
            </a:custGeom>
            <a:solidFill>
              <a:srgbClr val="FFFFFF"/>
            </a:solidFill>
          </p:spPr>
        </p:sp>
        <p:sp>
          <p:nvSpPr>
            <p:cNvPr id="38" name="TextBox 38"/>
            <p:cNvSpPr txBox="1"/>
            <p:nvPr/>
          </p:nvSpPr>
          <p:spPr>
            <a:xfrm>
              <a:off x="0" y="-57150"/>
              <a:ext cx="2446492" cy="842431"/>
            </a:xfrm>
            <a:prstGeom prst="rect">
              <a:avLst/>
            </a:prstGeom>
          </p:spPr>
          <p:txBody>
            <a:bodyPr lIns="63436" tIns="63436" rIns="63436" bIns="63436" rtlCol="0" anchor="ctr"/>
            <a:lstStyle/>
            <a:p>
              <a:pPr algn="ctr">
                <a:lnSpc>
                  <a:spcPts val="3326"/>
                </a:lnSpc>
              </a:pPr>
              <a:endParaRPr/>
            </a:p>
          </p:txBody>
        </p:sp>
      </p:grpSp>
      <p:sp>
        <p:nvSpPr>
          <p:cNvPr id="39" name="Freeform 39"/>
          <p:cNvSpPr/>
          <p:nvPr/>
        </p:nvSpPr>
        <p:spPr>
          <a:xfrm>
            <a:off x="999198" y="5077680"/>
            <a:ext cx="10801149" cy="3567200"/>
          </a:xfrm>
          <a:custGeom>
            <a:avLst/>
            <a:gdLst/>
            <a:ahLst/>
            <a:cxnLst/>
            <a:rect l="l" t="t" r="r" b="b"/>
            <a:pathLst>
              <a:path w="10801149" h="3567200">
                <a:moveTo>
                  <a:pt x="0" y="0"/>
                </a:moveTo>
                <a:lnTo>
                  <a:pt x="10801150" y="0"/>
                </a:lnTo>
                <a:lnTo>
                  <a:pt x="10801150" y="3567200"/>
                </a:lnTo>
                <a:lnTo>
                  <a:pt x="0" y="3567200"/>
                </a:lnTo>
                <a:lnTo>
                  <a:pt x="0" y="0"/>
                </a:lnTo>
                <a:close/>
              </a:path>
            </a:pathLst>
          </a:custGeom>
          <a:blipFill>
            <a:blip r:embed="rId4"/>
            <a:stretch>
              <a:fillRect/>
            </a:stretch>
          </a:blipFill>
        </p:spPr>
      </p:sp>
      <p:grpSp>
        <p:nvGrpSpPr>
          <p:cNvPr id="59" name="Group 2">
            <a:extLst>
              <a:ext uri="{FF2B5EF4-FFF2-40B4-BE49-F238E27FC236}">
                <a16:creationId xmlns:a16="http://schemas.microsoft.com/office/drawing/2014/main" id="{63525989-C4F4-4E0E-9691-300595B965B7}"/>
              </a:ext>
            </a:extLst>
          </p:cNvPr>
          <p:cNvGrpSpPr/>
          <p:nvPr/>
        </p:nvGrpSpPr>
        <p:grpSpPr>
          <a:xfrm>
            <a:off x="4408803" y="5101701"/>
            <a:ext cx="4049397" cy="3631068"/>
            <a:chOff x="0" y="0"/>
            <a:chExt cx="4816593" cy="1354667"/>
          </a:xfrm>
          <a:solidFill>
            <a:srgbClr val="02003E"/>
          </a:solidFill>
        </p:grpSpPr>
        <p:sp>
          <p:nvSpPr>
            <p:cNvPr id="60" name="Freeform 3">
              <a:extLst>
                <a:ext uri="{FF2B5EF4-FFF2-40B4-BE49-F238E27FC236}">
                  <a16:creationId xmlns:a16="http://schemas.microsoft.com/office/drawing/2014/main" id="{7624F459-58A2-4A91-9788-7EA3E33D5464}"/>
                </a:ext>
              </a:extLst>
            </p:cNvPr>
            <p:cNvSpPr/>
            <p:nvPr/>
          </p:nvSpPr>
          <p:spPr>
            <a:xfrm>
              <a:off x="0" y="0"/>
              <a:ext cx="4816592" cy="1354667"/>
            </a:xfrm>
            <a:custGeom>
              <a:avLst/>
              <a:gdLst/>
              <a:ahLst/>
              <a:cxnLst/>
              <a:rect l="l" t="t" r="r" b="b"/>
              <a:pathLst>
                <a:path w="4816592" h="1354667">
                  <a:moveTo>
                    <a:pt x="0" y="0"/>
                  </a:moveTo>
                  <a:lnTo>
                    <a:pt x="4816592" y="0"/>
                  </a:lnTo>
                  <a:lnTo>
                    <a:pt x="4816592" y="1354667"/>
                  </a:lnTo>
                  <a:lnTo>
                    <a:pt x="0" y="1354667"/>
                  </a:lnTo>
                  <a:close/>
                </a:path>
              </a:pathLst>
            </a:custGeom>
            <a:grpFill/>
          </p:spPr>
        </p:sp>
        <p:sp>
          <p:nvSpPr>
            <p:cNvPr id="61" name="TextBox 4">
              <a:extLst>
                <a:ext uri="{FF2B5EF4-FFF2-40B4-BE49-F238E27FC236}">
                  <a16:creationId xmlns:a16="http://schemas.microsoft.com/office/drawing/2014/main" id="{20AB7B2E-C41D-4EA7-BC0F-1F6691AA5D8E}"/>
                </a:ext>
              </a:extLst>
            </p:cNvPr>
            <p:cNvSpPr txBox="1"/>
            <p:nvPr/>
          </p:nvSpPr>
          <p:spPr>
            <a:xfrm>
              <a:off x="0" y="-57150"/>
              <a:ext cx="4816593" cy="1411817"/>
            </a:xfrm>
            <a:prstGeom prst="rect">
              <a:avLst/>
            </a:prstGeom>
            <a:grpFill/>
          </p:spPr>
          <p:txBody>
            <a:bodyPr lIns="50800" tIns="50800" rIns="50800" bIns="50800" rtlCol="0" anchor="ctr"/>
            <a:lstStyle/>
            <a:p>
              <a:pPr algn="ctr">
                <a:lnSpc>
                  <a:spcPts val="3326"/>
                </a:lnSpc>
              </a:pPr>
              <a:endParaRPr/>
            </a:p>
          </p:txBody>
        </p:sp>
      </p:grpSp>
      <p:grpSp>
        <p:nvGrpSpPr>
          <p:cNvPr id="62" name="Group 2">
            <a:extLst>
              <a:ext uri="{FF2B5EF4-FFF2-40B4-BE49-F238E27FC236}">
                <a16:creationId xmlns:a16="http://schemas.microsoft.com/office/drawing/2014/main" id="{DBECBF16-7530-4E43-A51A-9CC54DC90C2C}"/>
              </a:ext>
            </a:extLst>
          </p:cNvPr>
          <p:cNvGrpSpPr/>
          <p:nvPr/>
        </p:nvGrpSpPr>
        <p:grpSpPr>
          <a:xfrm>
            <a:off x="8229600" y="5068038"/>
            <a:ext cx="4174154" cy="3935697"/>
            <a:chOff x="0" y="0"/>
            <a:chExt cx="4816593" cy="1354667"/>
          </a:xfrm>
          <a:solidFill>
            <a:srgbClr val="02003E"/>
          </a:solidFill>
        </p:grpSpPr>
        <p:sp>
          <p:nvSpPr>
            <p:cNvPr id="63" name="Freeform 3">
              <a:extLst>
                <a:ext uri="{FF2B5EF4-FFF2-40B4-BE49-F238E27FC236}">
                  <a16:creationId xmlns:a16="http://schemas.microsoft.com/office/drawing/2014/main" id="{2BD0068A-0D7E-4AE9-9417-E785639A3138}"/>
                </a:ext>
              </a:extLst>
            </p:cNvPr>
            <p:cNvSpPr/>
            <p:nvPr/>
          </p:nvSpPr>
          <p:spPr>
            <a:xfrm>
              <a:off x="0" y="0"/>
              <a:ext cx="4816592" cy="1354667"/>
            </a:xfrm>
            <a:custGeom>
              <a:avLst/>
              <a:gdLst/>
              <a:ahLst/>
              <a:cxnLst/>
              <a:rect l="l" t="t" r="r" b="b"/>
              <a:pathLst>
                <a:path w="4816592" h="1354667">
                  <a:moveTo>
                    <a:pt x="0" y="0"/>
                  </a:moveTo>
                  <a:lnTo>
                    <a:pt x="4816592" y="0"/>
                  </a:lnTo>
                  <a:lnTo>
                    <a:pt x="4816592" y="1354667"/>
                  </a:lnTo>
                  <a:lnTo>
                    <a:pt x="0" y="1354667"/>
                  </a:lnTo>
                  <a:close/>
                </a:path>
              </a:pathLst>
            </a:custGeom>
            <a:grpFill/>
          </p:spPr>
        </p:sp>
        <p:sp>
          <p:nvSpPr>
            <p:cNvPr id="64" name="TextBox 4">
              <a:extLst>
                <a:ext uri="{FF2B5EF4-FFF2-40B4-BE49-F238E27FC236}">
                  <a16:creationId xmlns:a16="http://schemas.microsoft.com/office/drawing/2014/main" id="{B15A429C-0B4A-4F3E-A651-0E931D6A26DD}"/>
                </a:ext>
              </a:extLst>
            </p:cNvPr>
            <p:cNvSpPr txBox="1"/>
            <p:nvPr/>
          </p:nvSpPr>
          <p:spPr>
            <a:xfrm>
              <a:off x="0" y="-57150"/>
              <a:ext cx="4816593" cy="1411817"/>
            </a:xfrm>
            <a:prstGeom prst="rect">
              <a:avLst/>
            </a:prstGeom>
            <a:grpFill/>
          </p:spPr>
          <p:txBody>
            <a:bodyPr lIns="50800" tIns="50800" rIns="50800" bIns="50800" rtlCol="0" anchor="ctr"/>
            <a:lstStyle/>
            <a:p>
              <a:pPr algn="ctr">
                <a:lnSpc>
                  <a:spcPts val="3326"/>
                </a:lnSpc>
              </a:pPr>
              <a:endParaRPr/>
            </a:p>
          </p:txBody>
        </p:sp>
      </p:grpSp>
      <p:grpSp>
        <p:nvGrpSpPr>
          <p:cNvPr id="56" name="Group 2">
            <a:extLst>
              <a:ext uri="{FF2B5EF4-FFF2-40B4-BE49-F238E27FC236}">
                <a16:creationId xmlns:a16="http://schemas.microsoft.com/office/drawing/2014/main" id="{6B45EB66-E286-417C-A3A3-E5C45E163E13}"/>
              </a:ext>
            </a:extLst>
          </p:cNvPr>
          <p:cNvGrpSpPr/>
          <p:nvPr/>
        </p:nvGrpSpPr>
        <p:grpSpPr>
          <a:xfrm>
            <a:off x="527126" y="4966271"/>
            <a:ext cx="4174153" cy="4106937"/>
            <a:chOff x="0" y="0"/>
            <a:chExt cx="4816593" cy="1354667"/>
          </a:xfrm>
          <a:solidFill>
            <a:srgbClr val="02003E"/>
          </a:solidFill>
        </p:grpSpPr>
        <p:sp>
          <p:nvSpPr>
            <p:cNvPr id="57" name="Freeform 3">
              <a:extLst>
                <a:ext uri="{FF2B5EF4-FFF2-40B4-BE49-F238E27FC236}">
                  <a16:creationId xmlns:a16="http://schemas.microsoft.com/office/drawing/2014/main" id="{959DAD55-715C-4A6A-9805-F3C6BD8F4509}"/>
                </a:ext>
              </a:extLst>
            </p:cNvPr>
            <p:cNvSpPr/>
            <p:nvPr/>
          </p:nvSpPr>
          <p:spPr>
            <a:xfrm>
              <a:off x="0" y="0"/>
              <a:ext cx="4816592" cy="1354667"/>
            </a:xfrm>
            <a:custGeom>
              <a:avLst/>
              <a:gdLst/>
              <a:ahLst/>
              <a:cxnLst/>
              <a:rect l="l" t="t" r="r" b="b"/>
              <a:pathLst>
                <a:path w="4816592" h="1354667">
                  <a:moveTo>
                    <a:pt x="0" y="0"/>
                  </a:moveTo>
                  <a:lnTo>
                    <a:pt x="4816592" y="0"/>
                  </a:lnTo>
                  <a:lnTo>
                    <a:pt x="4816592" y="1354667"/>
                  </a:lnTo>
                  <a:lnTo>
                    <a:pt x="0" y="1354667"/>
                  </a:lnTo>
                  <a:close/>
                </a:path>
              </a:pathLst>
            </a:custGeom>
            <a:grpFill/>
          </p:spPr>
        </p:sp>
        <p:sp>
          <p:nvSpPr>
            <p:cNvPr id="58" name="TextBox 4">
              <a:extLst>
                <a:ext uri="{FF2B5EF4-FFF2-40B4-BE49-F238E27FC236}">
                  <a16:creationId xmlns:a16="http://schemas.microsoft.com/office/drawing/2014/main" id="{060EAB31-4258-4028-8C72-425C7FC5102C}"/>
                </a:ext>
              </a:extLst>
            </p:cNvPr>
            <p:cNvSpPr txBox="1"/>
            <p:nvPr/>
          </p:nvSpPr>
          <p:spPr>
            <a:xfrm>
              <a:off x="0" y="-57150"/>
              <a:ext cx="4816593" cy="1411817"/>
            </a:xfrm>
            <a:prstGeom prst="rect">
              <a:avLst/>
            </a:prstGeom>
            <a:grpFill/>
          </p:spPr>
          <p:txBody>
            <a:bodyPr lIns="50800" tIns="50800" rIns="50800" bIns="50800" rtlCol="0" anchor="ctr"/>
            <a:lstStyle/>
            <a:p>
              <a:pPr algn="ctr">
                <a:lnSpc>
                  <a:spcPts val="3326"/>
                </a:lnSpc>
              </a:pPr>
              <a:endParaRPr/>
            </a:p>
          </p:txBody>
        </p:sp>
      </p:grpSp>
      <p:grpSp>
        <p:nvGrpSpPr>
          <p:cNvPr id="68" name="Group 67">
            <a:extLst>
              <a:ext uri="{FF2B5EF4-FFF2-40B4-BE49-F238E27FC236}">
                <a16:creationId xmlns:a16="http://schemas.microsoft.com/office/drawing/2014/main" id="{FD5AD97F-7509-42A2-8BBA-B2C352694939}"/>
              </a:ext>
            </a:extLst>
          </p:cNvPr>
          <p:cNvGrpSpPr/>
          <p:nvPr/>
        </p:nvGrpSpPr>
        <p:grpSpPr>
          <a:xfrm>
            <a:off x="12237686" y="916978"/>
            <a:ext cx="5396537" cy="3310176"/>
            <a:chOff x="12237686" y="916978"/>
            <a:chExt cx="5396537" cy="3310176"/>
          </a:xfrm>
        </p:grpSpPr>
        <p:grpSp>
          <p:nvGrpSpPr>
            <p:cNvPr id="2" name="Group 2"/>
            <p:cNvGrpSpPr/>
            <p:nvPr/>
          </p:nvGrpSpPr>
          <p:grpSpPr>
            <a:xfrm>
              <a:off x="12237686" y="916978"/>
              <a:ext cx="5396537" cy="2374389"/>
              <a:chOff x="0" y="0"/>
              <a:chExt cx="7195383" cy="3165852"/>
            </a:xfrm>
          </p:grpSpPr>
          <p:sp>
            <p:nvSpPr>
              <p:cNvPr id="3" name="Freeform 3"/>
              <p:cNvSpPr/>
              <p:nvPr/>
            </p:nvSpPr>
            <p:spPr>
              <a:xfrm>
                <a:off x="280391" y="0"/>
                <a:ext cx="6914993" cy="3165852"/>
              </a:xfrm>
              <a:custGeom>
                <a:avLst/>
                <a:gdLst/>
                <a:ahLst/>
                <a:cxnLst/>
                <a:rect l="l" t="t" r="r" b="b"/>
                <a:pathLst>
                  <a:path w="6914993" h="3165852">
                    <a:moveTo>
                      <a:pt x="0" y="0"/>
                    </a:moveTo>
                    <a:lnTo>
                      <a:pt x="6914992" y="0"/>
                    </a:lnTo>
                    <a:lnTo>
                      <a:pt x="6914992" y="3165852"/>
                    </a:lnTo>
                    <a:lnTo>
                      <a:pt x="0" y="3165852"/>
                    </a:lnTo>
                    <a:lnTo>
                      <a:pt x="0" y="0"/>
                    </a:lnTo>
                    <a:close/>
                  </a:path>
                </a:pathLst>
              </a:custGeom>
              <a:blipFill>
                <a:blip r:embed="rId5"/>
                <a:stretch>
                  <a:fillRect/>
                </a:stretch>
              </a:blipFill>
            </p:spPr>
          </p:sp>
          <p:sp>
            <p:nvSpPr>
              <p:cNvPr id="4" name="Freeform 4"/>
              <p:cNvSpPr/>
              <p:nvPr/>
            </p:nvSpPr>
            <p:spPr>
              <a:xfrm>
                <a:off x="4799289" y="657734"/>
                <a:ext cx="1098531" cy="842604"/>
              </a:xfrm>
              <a:custGeom>
                <a:avLst/>
                <a:gdLst/>
                <a:ahLst/>
                <a:cxnLst/>
                <a:rect l="l" t="t" r="r" b="b"/>
                <a:pathLst>
                  <a:path w="1098531" h="842604">
                    <a:moveTo>
                      <a:pt x="0" y="0"/>
                    </a:moveTo>
                    <a:lnTo>
                      <a:pt x="1098530" y="0"/>
                    </a:lnTo>
                    <a:lnTo>
                      <a:pt x="1098530" y="842604"/>
                    </a:lnTo>
                    <a:lnTo>
                      <a:pt x="0" y="842604"/>
                    </a:lnTo>
                    <a:lnTo>
                      <a:pt x="0" y="0"/>
                    </a:lnTo>
                    <a:close/>
                  </a:path>
                </a:pathLst>
              </a:custGeom>
              <a:blipFill>
                <a:blip r:embed="rId6">
                  <a:extLst>
                    <a:ext uri="{96DAC541-7B7A-43D3-8B79-37D633B846F1}">
                      <asvg:svgBlip xmlns:asvg="http://schemas.microsoft.com/office/drawing/2016/SVG/main" r:embed="rId7"/>
                    </a:ext>
                  </a:extLst>
                </a:blip>
                <a:stretch>
                  <a:fillRect t="-56369"/>
                </a:stretch>
              </a:blipFill>
            </p:spPr>
          </p:sp>
          <p:sp>
            <p:nvSpPr>
              <p:cNvPr id="5" name="Freeform 5"/>
              <p:cNvSpPr/>
              <p:nvPr/>
            </p:nvSpPr>
            <p:spPr>
              <a:xfrm rot="6164180">
                <a:off x="1975438" y="1973897"/>
                <a:ext cx="1093773" cy="340881"/>
              </a:xfrm>
              <a:custGeom>
                <a:avLst/>
                <a:gdLst/>
                <a:ahLst/>
                <a:cxnLst/>
                <a:rect l="l" t="t" r="r" b="b"/>
                <a:pathLst>
                  <a:path w="1093773" h="340881">
                    <a:moveTo>
                      <a:pt x="0" y="0"/>
                    </a:moveTo>
                    <a:lnTo>
                      <a:pt x="1093772" y="0"/>
                    </a:lnTo>
                    <a:lnTo>
                      <a:pt x="1093772" y="340881"/>
                    </a:lnTo>
                    <a:lnTo>
                      <a:pt x="0" y="340881"/>
                    </a:lnTo>
                    <a:lnTo>
                      <a:pt x="0" y="0"/>
                    </a:lnTo>
                    <a:close/>
                  </a:path>
                </a:pathLst>
              </a:custGeom>
              <a:blipFill>
                <a:blip r:embed="rId6">
                  <a:extLst>
                    <a:ext uri="{96DAC541-7B7A-43D3-8B79-37D633B846F1}">
                      <asvg:svgBlip xmlns:asvg="http://schemas.microsoft.com/office/drawing/2016/SVG/main" r:embed="rId7"/>
                    </a:ext>
                  </a:extLst>
                </a:blip>
                <a:stretch>
                  <a:fillRect l="-435" t="-136225" b="-150295"/>
                </a:stretch>
              </a:blipFill>
            </p:spPr>
          </p:sp>
          <p:sp>
            <p:nvSpPr>
              <p:cNvPr id="6" name="Freeform 6"/>
              <p:cNvSpPr/>
              <p:nvPr/>
            </p:nvSpPr>
            <p:spPr>
              <a:xfrm>
                <a:off x="1804297" y="629510"/>
                <a:ext cx="1098531" cy="1317578"/>
              </a:xfrm>
              <a:custGeom>
                <a:avLst/>
                <a:gdLst/>
                <a:ahLst/>
                <a:cxnLst/>
                <a:rect l="l" t="t" r="r" b="b"/>
                <a:pathLst>
                  <a:path w="1098531" h="1317578">
                    <a:moveTo>
                      <a:pt x="0" y="0"/>
                    </a:moveTo>
                    <a:lnTo>
                      <a:pt x="1098531" y="0"/>
                    </a:lnTo>
                    <a:lnTo>
                      <a:pt x="1098531" y="1317578"/>
                    </a:lnTo>
                    <a:lnTo>
                      <a:pt x="0" y="13175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3355056" y="1260458"/>
                <a:ext cx="1098531" cy="853212"/>
              </a:xfrm>
              <a:custGeom>
                <a:avLst/>
                <a:gdLst/>
                <a:ahLst/>
                <a:cxnLst/>
                <a:rect l="l" t="t" r="r" b="b"/>
                <a:pathLst>
                  <a:path w="1098531" h="853212">
                    <a:moveTo>
                      <a:pt x="0" y="0"/>
                    </a:moveTo>
                    <a:lnTo>
                      <a:pt x="1098531" y="0"/>
                    </a:lnTo>
                    <a:lnTo>
                      <a:pt x="1098531" y="853212"/>
                    </a:lnTo>
                    <a:lnTo>
                      <a:pt x="0" y="853212"/>
                    </a:lnTo>
                    <a:lnTo>
                      <a:pt x="0" y="0"/>
                    </a:lnTo>
                    <a:close/>
                  </a:path>
                </a:pathLst>
              </a:custGeom>
              <a:blipFill>
                <a:blip r:embed="rId6">
                  <a:extLst>
                    <a:ext uri="{96DAC541-7B7A-43D3-8B79-37D633B846F1}">
                      <asvg:svgBlip xmlns:asvg="http://schemas.microsoft.com/office/drawing/2016/SVG/main" r:embed="rId7"/>
                    </a:ext>
                  </a:extLst>
                </a:blip>
                <a:stretch>
                  <a:fillRect t="-54425"/>
                </a:stretch>
              </a:blipFill>
            </p:spPr>
          </p:sp>
          <p:sp>
            <p:nvSpPr>
              <p:cNvPr id="8" name="Freeform 8"/>
              <p:cNvSpPr/>
              <p:nvPr/>
            </p:nvSpPr>
            <p:spPr>
              <a:xfrm>
                <a:off x="3223206" y="175064"/>
                <a:ext cx="1098531" cy="853212"/>
              </a:xfrm>
              <a:custGeom>
                <a:avLst/>
                <a:gdLst/>
                <a:ahLst/>
                <a:cxnLst/>
                <a:rect l="l" t="t" r="r" b="b"/>
                <a:pathLst>
                  <a:path w="1098531" h="853212">
                    <a:moveTo>
                      <a:pt x="0" y="0"/>
                    </a:moveTo>
                    <a:lnTo>
                      <a:pt x="1098531" y="0"/>
                    </a:lnTo>
                    <a:lnTo>
                      <a:pt x="1098531" y="853211"/>
                    </a:lnTo>
                    <a:lnTo>
                      <a:pt x="0" y="853211"/>
                    </a:lnTo>
                    <a:lnTo>
                      <a:pt x="0" y="0"/>
                    </a:lnTo>
                    <a:close/>
                  </a:path>
                </a:pathLst>
              </a:custGeom>
              <a:blipFill>
                <a:blip r:embed="rId6">
                  <a:extLst>
                    <a:ext uri="{96DAC541-7B7A-43D3-8B79-37D633B846F1}">
                      <asvg:svgBlip xmlns:asvg="http://schemas.microsoft.com/office/drawing/2016/SVG/main" r:embed="rId7"/>
                    </a:ext>
                  </a:extLst>
                </a:blip>
                <a:stretch>
                  <a:fillRect t="-54425"/>
                </a:stretch>
              </a:blipFill>
            </p:spPr>
          </p:sp>
          <p:sp>
            <p:nvSpPr>
              <p:cNvPr id="9" name="Freeform 9"/>
              <p:cNvSpPr/>
              <p:nvPr/>
            </p:nvSpPr>
            <p:spPr>
              <a:xfrm rot="4182053" flipV="1">
                <a:off x="3496914" y="1596636"/>
                <a:ext cx="1098531" cy="853212"/>
              </a:xfrm>
              <a:custGeom>
                <a:avLst/>
                <a:gdLst/>
                <a:ahLst/>
                <a:cxnLst/>
                <a:rect l="l" t="t" r="r" b="b"/>
                <a:pathLst>
                  <a:path w="1098531" h="853212">
                    <a:moveTo>
                      <a:pt x="0" y="853212"/>
                    </a:moveTo>
                    <a:lnTo>
                      <a:pt x="1098531" y="853212"/>
                    </a:lnTo>
                    <a:lnTo>
                      <a:pt x="1098531" y="0"/>
                    </a:lnTo>
                    <a:lnTo>
                      <a:pt x="0" y="0"/>
                    </a:lnTo>
                    <a:lnTo>
                      <a:pt x="0" y="853212"/>
                    </a:lnTo>
                    <a:close/>
                  </a:path>
                </a:pathLst>
              </a:custGeom>
              <a:blipFill>
                <a:blip r:embed="rId6">
                  <a:extLst>
                    <a:ext uri="{96DAC541-7B7A-43D3-8B79-37D633B846F1}">
                      <asvg:svgBlip xmlns:asvg="http://schemas.microsoft.com/office/drawing/2016/SVG/main" r:embed="rId7"/>
                    </a:ext>
                  </a:extLst>
                </a:blip>
                <a:stretch>
                  <a:fillRect t="-54425"/>
                </a:stretch>
              </a:blipFill>
            </p:spPr>
          </p:sp>
          <p:sp>
            <p:nvSpPr>
              <p:cNvPr id="10" name="Freeform 10"/>
              <p:cNvSpPr/>
              <p:nvPr/>
            </p:nvSpPr>
            <p:spPr>
              <a:xfrm>
                <a:off x="3946248" y="175064"/>
                <a:ext cx="1098531" cy="1317578"/>
              </a:xfrm>
              <a:custGeom>
                <a:avLst/>
                <a:gdLst/>
                <a:ahLst/>
                <a:cxnLst/>
                <a:rect l="l" t="t" r="r" b="b"/>
                <a:pathLst>
                  <a:path w="1098531" h="1317578">
                    <a:moveTo>
                      <a:pt x="0" y="0"/>
                    </a:moveTo>
                    <a:lnTo>
                      <a:pt x="1098530" y="0"/>
                    </a:lnTo>
                    <a:lnTo>
                      <a:pt x="1098530" y="1317577"/>
                    </a:lnTo>
                    <a:lnTo>
                      <a:pt x="0" y="13175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4412795" y="1128687"/>
                <a:ext cx="1098531" cy="1317578"/>
              </a:xfrm>
              <a:custGeom>
                <a:avLst/>
                <a:gdLst/>
                <a:ahLst/>
                <a:cxnLst/>
                <a:rect l="l" t="t" r="r" b="b"/>
                <a:pathLst>
                  <a:path w="1098531" h="1317578">
                    <a:moveTo>
                      <a:pt x="0" y="0"/>
                    </a:moveTo>
                    <a:lnTo>
                      <a:pt x="1098530" y="0"/>
                    </a:lnTo>
                    <a:lnTo>
                      <a:pt x="1098530" y="1317578"/>
                    </a:lnTo>
                    <a:lnTo>
                      <a:pt x="0" y="13175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2522324" y="182760"/>
                <a:ext cx="1098531" cy="1317578"/>
              </a:xfrm>
              <a:custGeom>
                <a:avLst/>
                <a:gdLst/>
                <a:ahLst/>
                <a:cxnLst/>
                <a:rect l="l" t="t" r="r" b="b"/>
                <a:pathLst>
                  <a:path w="1098531" h="1317578">
                    <a:moveTo>
                      <a:pt x="0" y="0"/>
                    </a:moveTo>
                    <a:lnTo>
                      <a:pt x="1098530" y="0"/>
                    </a:lnTo>
                    <a:lnTo>
                      <a:pt x="1098530" y="1317578"/>
                    </a:lnTo>
                    <a:lnTo>
                      <a:pt x="0" y="13175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rot="-1381789">
                <a:off x="1062781" y="1211485"/>
                <a:ext cx="1098531" cy="794716"/>
              </a:xfrm>
              <a:custGeom>
                <a:avLst/>
                <a:gdLst/>
                <a:ahLst/>
                <a:cxnLst/>
                <a:rect l="l" t="t" r="r" b="b"/>
                <a:pathLst>
                  <a:path w="1098531" h="794716">
                    <a:moveTo>
                      <a:pt x="0" y="0"/>
                    </a:moveTo>
                    <a:lnTo>
                      <a:pt x="1098530" y="0"/>
                    </a:lnTo>
                    <a:lnTo>
                      <a:pt x="1098530" y="794715"/>
                    </a:lnTo>
                    <a:lnTo>
                      <a:pt x="0" y="794715"/>
                    </a:lnTo>
                    <a:lnTo>
                      <a:pt x="0" y="0"/>
                    </a:lnTo>
                    <a:close/>
                  </a:path>
                </a:pathLst>
              </a:custGeom>
              <a:blipFill>
                <a:blip r:embed="rId6">
                  <a:extLst>
                    <a:ext uri="{96DAC541-7B7A-43D3-8B79-37D633B846F1}">
                      <asvg:svgBlip xmlns:asvg="http://schemas.microsoft.com/office/drawing/2016/SVG/main" r:embed="rId7"/>
                    </a:ext>
                  </a:extLst>
                </a:blip>
                <a:stretch>
                  <a:fillRect t="-53662" b="-12129"/>
                </a:stretch>
              </a:blipFill>
            </p:spPr>
          </p:sp>
          <p:sp>
            <p:nvSpPr>
              <p:cNvPr id="14" name="Freeform 14"/>
              <p:cNvSpPr/>
              <p:nvPr/>
            </p:nvSpPr>
            <p:spPr>
              <a:xfrm rot="1825057">
                <a:off x="5500937" y="821773"/>
                <a:ext cx="1098531" cy="842604"/>
              </a:xfrm>
              <a:custGeom>
                <a:avLst/>
                <a:gdLst/>
                <a:ahLst/>
                <a:cxnLst/>
                <a:rect l="l" t="t" r="r" b="b"/>
                <a:pathLst>
                  <a:path w="1098531" h="842604">
                    <a:moveTo>
                      <a:pt x="0" y="0"/>
                    </a:moveTo>
                    <a:lnTo>
                      <a:pt x="1098530" y="0"/>
                    </a:lnTo>
                    <a:lnTo>
                      <a:pt x="1098530" y="842604"/>
                    </a:lnTo>
                    <a:lnTo>
                      <a:pt x="0" y="842604"/>
                    </a:lnTo>
                    <a:lnTo>
                      <a:pt x="0" y="0"/>
                    </a:lnTo>
                    <a:close/>
                  </a:path>
                </a:pathLst>
              </a:custGeom>
              <a:blipFill>
                <a:blip r:embed="rId6">
                  <a:extLst>
                    <a:ext uri="{96DAC541-7B7A-43D3-8B79-37D633B846F1}">
                      <asvg:svgBlip xmlns:asvg="http://schemas.microsoft.com/office/drawing/2016/SVG/main" r:embed="rId7"/>
                    </a:ext>
                  </a:extLst>
                </a:blip>
                <a:stretch>
                  <a:fillRect t="-56369"/>
                </a:stretch>
              </a:blipFill>
            </p:spPr>
          </p:sp>
          <p:sp>
            <p:nvSpPr>
              <p:cNvPr id="15" name="Freeform 15"/>
              <p:cNvSpPr/>
              <p:nvPr/>
            </p:nvSpPr>
            <p:spPr>
              <a:xfrm rot="6164180">
                <a:off x="5064117" y="1973897"/>
                <a:ext cx="1093773" cy="340881"/>
              </a:xfrm>
              <a:custGeom>
                <a:avLst/>
                <a:gdLst/>
                <a:ahLst/>
                <a:cxnLst/>
                <a:rect l="l" t="t" r="r" b="b"/>
                <a:pathLst>
                  <a:path w="1093773" h="340881">
                    <a:moveTo>
                      <a:pt x="0" y="0"/>
                    </a:moveTo>
                    <a:lnTo>
                      <a:pt x="1093772" y="0"/>
                    </a:lnTo>
                    <a:lnTo>
                      <a:pt x="1093772" y="340881"/>
                    </a:lnTo>
                    <a:lnTo>
                      <a:pt x="0" y="340881"/>
                    </a:lnTo>
                    <a:lnTo>
                      <a:pt x="0" y="0"/>
                    </a:lnTo>
                    <a:close/>
                  </a:path>
                </a:pathLst>
              </a:custGeom>
              <a:blipFill>
                <a:blip r:embed="rId6">
                  <a:extLst>
                    <a:ext uri="{96DAC541-7B7A-43D3-8B79-37D633B846F1}">
                      <asvg:svgBlip xmlns:asvg="http://schemas.microsoft.com/office/drawing/2016/SVG/main" r:embed="rId7"/>
                    </a:ext>
                  </a:extLst>
                </a:blip>
                <a:stretch>
                  <a:fillRect l="-435" t="-136225" b="-150295"/>
                </a:stretch>
              </a:blipFill>
            </p:spPr>
          </p:sp>
          <p:sp>
            <p:nvSpPr>
              <p:cNvPr id="16" name="Freeform 16"/>
              <p:cNvSpPr/>
              <p:nvPr/>
            </p:nvSpPr>
            <p:spPr>
              <a:xfrm rot="2409951">
                <a:off x="126769" y="1058382"/>
                <a:ext cx="1098531" cy="794716"/>
              </a:xfrm>
              <a:custGeom>
                <a:avLst/>
                <a:gdLst/>
                <a:ahLst/>
                <a:cxnLst/>
                <a:rect l="l" t="t" r="r" b="b"/>
                <a:pathLst>
                  <a:path w="1098531" h="794716">
                    <a:moveTo>
                      <a:pt x="0" y="0"/>
                    </a:moveTo>
                    <a:lnTo>
                      <a:pt x="1098531" y="0"/>
                    </a:lnTo>
                    <a:lnTo>
                      <a:pt x="1098531" y="794715"/>
                    </a:lnTo>
                    <a:lnTo>
                      <a:pt x="0" y="794715"/>
                    </a:lnTo>
                    <a:lnTo>
                      <a:pt x="0" y="0"/>
                    </a:lnTo>
                    <a:close/>
                  </a:path>
                </a:pathLst>
              </a:custGeom>
              <a:blipFill>
                <a:blip r:embed="rId6">
                  <a:extLst>
                    <a:ext uri="{96DAC541-7B7A-43D3-8B79-37D633B846F1}">
                      <asvg:svgBlip xmlns:asvg="http://schemas.microsoft.com/office/drawing/2016/SVG/main" r:embed="rId7"/>
                    </a:ext>
                  </a:extLst>
                </a:blip>
                <a:stretch>
                  <a:fillRect t="-53662" b="-12129"/>
                </a:stretch>
              </a:blipFill>
            </p:spPr>
          </p:sp>
        </p:grpSp>
        <p:sp>
          <p:nvSpPr>
            <p:cNvPr id="65" name="TextBox 32">
              <a:extLst>
                <a:ext uri="{FF2B5EF4-FFF2-40B4-BE49-F238E27FC236}">
                  <a16:creationId xmlns:a16="http://schemas.microsoft.com/office/drawing/2014/main" id="{14EE4551-8145-4584-9DF9-8A1D6865E150}"/>
                </a:ext>
              </a:extLst>
            </p:cNvPr>
            <p:cNvSpPr txBox="1"/>
            <p:nvPr/>
          </p:nvSpPr>
          <p:spPr>
            <a:xfrm>
              <a:off x="13470595" y="3395131"/>
              <a:ext cx="3535599" cy="832023"/>
            </a:xfrm>
            <a:prstGeom prst="rect">
              <a:avLst/>
            </a:prstGeom>
          </p:spPr>
          <p:txBody>
            <a:bodyPr wrap="square" lIns="0" tIns="0" rIns="0" bIns="0" rtlCol="0" anchor="t">
              <a:spAutoFit/>
            </a:bodyPr>
            <a:lstStyle/>
            <a:p>
              <a:pPr algn="ctr">
                <a:lnSpc>
                  <a:spcPts val="3326"/>
                </a:lnSpc>
              </a:pPr>
              <a:r>
                <a:rPr lang="en-US" sz="2376" b="1" dirty="0">
                  <a:solidFill>
                    <a:srgbClr val="E6C078"/>
                  </a:solidFill>
                  <a:latin typeface="Anca Coder Bold"/>
                  <a:ea typeface="Anca Coder Bold"/>
                  <a:cs typeface="Anca Coder Bold"/>
                  <a:sym typeface="Anca Coder Bold"/>
                </a:rPr>
                <a:t>Overfit to the training set</a:t>
              </a:r>
            </a:p>
          </p:txBody>
        </p:sp>
      </p:grpSp>
      <p:grpSp>
        <p:nvGrpSpPr>
          <p:cNvPr id="67" name="Group 66">
            <a:extLst>
              <a:ext uri="{FF2B5EF4-FFF2-40B4-BE49-F238E27FC236}">
                <a16:creationId xmlns:a16="http://schemas.microsoft.com/office/drawing/2014/main" id="{4306B644-6341-4975-9655-DE283BF035EC}"/>
              </a:ext>
            </a:extLst>
          </p:cNvPr>
          <p:cNvGrpSpPr/>
          <p:nvPr/>
        </p:nvGrpSpPr>
        <p:grpSpPr>
          <a:xfrm>
            <a:off x="12569904" y="5491177"/>
            <a:ext cx="4765596" cy="3811005"/>
            <a:chOff x="12569904" y="5491177"/>
            <a:chExt cx="4765596" cy="3811005"/>
          </a:xfrm>
        </p:grpSpPr>
        <p:grpSp>
          <p:nvGrpSpPr>
            <p:cNvPr id="21" name="Group 21"/>
            <p:cNvGrpSpPr/>
            <p:nvPr/>
          </p:nvGrpSpPr>
          <p:grpSpPr>
            <a:xfrm>
              <a:off x="12569904" y="5491177"/>
              <a:ext cx="4765596" cy="2883864"/>
              <a:chOff x="0" y="0"/>
              <a:chExt cx="6354128" cy="3845151"/>
            </a:xfrm>
          </p:grpSpPr>
          <p:sp>
            <p:nvSpPr>
              <p:cNvPr id="22" name="Freeform 22"/>
              <p:cNvSpPr/>
              <p:nvPr/>
            </p:nvSpPr>
            <p:spPr>
              <a:xfrm>
                <a:off x="1930837" y="0"/>
                <a:ext cx="3503008" cy="3845151"/>
              </a:xfrm>
              <a:custGeom>
                <a:avLst/>
                <a:gdLst/>
                <a:ahLst/>
                <a:cxnLst/>
                <a:rect l="l" t="t" r="r" b="b"/>
                <a:pathLst>
                  <a:path w="3503008" h="3845151">
                    <a:moveTo>
                      <a:pt x="0" y="0"/>
                    </a:moveTo>
                    <a:lnTo>
                      <a:pt x="3503009" y="0"/>
                    </a:lnTo>
                    <a:lnTo>
                      <a:pt x="3503009" y="3845151"/>
                    </a:lnTo>
                    <a:lnTo>
                      <a:pt x="0" y="3845151"/>
                    </a:lnTo>
                    <a:lnTo>
                      <a:pt x="0" y="0"/>
                    </a:lnTo>
                    <a:close/>
                  </a:path>
                </a:pathLst>
              </a:custGeom>
              <a:blipFill>
                <a:blip r:embed="rId8"/>
                <a:stretch>
                  <a:fillRect l="-53308" t="-5358" r="-59925" b="-3426"/>
                </a:stretch>
              </a:blipFill>
            </p:spPr>
          </p:sp>
          <p:sp>
            <p:nvSpPr>
              <p:cNvPr id="23" name="Freeform 23"/>
              <p:cNvSpPr/>
              <p:nvPr/>
            </p:nvSpPr>
            <p:spPr>
              <a:xfrm>
                <a:off x="4526426" y="857065"/>
                <a:ext cx="1036074" cy="794697"/>
              </a:xfrm>
              <a:custGeom>
                <a:avLst/>
                <a:gdLst/>
                <a:ahLst/>
                <a:cxnLst/>
                <a:rect l="l" t="t" r="r" b="b"/>
                <a:pathLst>
                  <a:path w="1036074" h="794697">
                    <a:moveTo>
                      <a:pt x="0" y="0"/>
                    </a:moveTo>
                    <a:lnTo>
                      <a:pt x="1036073" y="0"/>
                    </a:lnTo>
                    <a:lnTo>
                      <a:pt x="1036073" y="794697"/>
                    </a:lnTo>
                    <a:lnTo>
                      <a:pt x="0" y="794697"/>
                    </a:lnTo>
                    <a:lnTo>
                      <a:pt x="0" y="0"/>
                    </a:lnTo>
                    <a:close/>
                  </a:path>
                </a:pathLst>
              </a:custGeom>
              <a:blipFill>
                <a:blip r:embed="rId6">
                  <a:extLst>
                    <a:ext uri="{96DAC541-7B7A-43D3-8B79-37D633B846F1}">
                      <asvg:svgBlip xmlns:asvg="http://schemas.microsoft.com/office/drawing/2016/SVG/main" r:embed="rId7"/>
                    </a:ext>
                  </a:extLst>
                </a:blip>
                <a:stretch>
                  <a:fillRect t="-56369"/>
                </a:stretch>
              </a:blipFill>
            </p:spPr>
          </p:sp>
          <p:sp>
            <p:nvSpPr>
              <p:cNvPr id="24" name="Freeform 24"/>
              <p:cNvSpPr/>
              <p:nvPr/>
            </p:nvSpPr>
            <p:spPr>
              <a:xfrm rot="6164180">
                <a:off x="1863124" y="2098398"/>
                <a:ext cx="1031586" cy="321500"/>
              </a:xfrm>
              <a:custGeom>
                <a:avLst/>
                <a:gdLst/>
                <a:ahLst/>
                <a:cxnLst/>
                <a:rect l="l" t="t" r="r" b="b"/>
                <a:pathLst>
                  <a:path w="1031586" h="321500">
                    <a:moveTo>
                      <a:pt x="0" y="0"/>
                    </a:moveTo>
                    <a:lnTo>
                      <a:pt x="1031586" y="0"/>
                    </a:lnTo>
                    <a:lnTo>
                      <a:pt x="1031586" y="321500"/>
                    </a:lnTo>
                    <a:lnTo>
                      <a:pt x="0" y="321500"/>
                    </a:lnTo>
                    <a:lnTo>
                      <a:pt x="0" y="0"/>
                    </a:lnTo>
                    <a:close/>
                  </a:path>
                </a:pathLst>
              </a:custGeom>
              <a:blipFill>
                <a:blip r:embed="rId6">
                  <a:extLst>
                    <a:ext uri="{96DAC541-7B7A-43D3-8B79-37D633B846F1}">
                      <asvg:svgBlip xmlns:asvg="http://schemas.microsoft.com/office/drawing/2016/SVG/main" r:embed="rId7"/>
                    </a:ext>
                  </a:extLst>
                </a:blip>
                <a:stretch>
                  <a:fillRect l="-435" t="-136225" b="-150295"/>
                </a:stretch>
              </a:blipFill>
            </p:spPr>
          </p:sp>
          <p:sp>
            <p:nvSpPr>
              <p:cNvPr id="25" name="Freeform 25"/>
              <p:cNvSpPr/>
              <p:nvPr/>
            </p:nvSpPr>
            <p:spPr>
              <a:xfrm>
                <a:off x="1701714" y="830445"/>
                <a:ext cx="1036074" cy="1242667"/>
              </a:xfrm>
              <a:custGeom>
                <a:avLst/>
                <a:gdLst/>
                <a:ahLst/>
                <a:cxnLst/>
                <a:rect l="l" t="t" r="r" b="b"/>
                <a:pathLst>
                  <a:path w="1036074" h="1242667">
                    <a:moveTo>
                      <a:pt x="0" y="0"/>
                    </a:moveTo>
                    <a:lnTo>
                      <a:pt x="1036074" y="0"/>
                    </a:lnTo>
                    <a:lnTo>
                      <a:pt x="1036074" y="1242667"/>
                    </a:lnTo>
                    <a:lnTo>
                      <a:pt x="0" y="124266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6" name="Freeform 26"/>
              <p:cNvSpPr/>
              <p:nvPr/>
            </p:nvSpPr>
            <p:spPr>
              <a:xfrm>
                <a:off x="3164305" y="1425522"/>
                <a:ext cx="1036074" cy="804702"/>
              </a:xfrm>
              <a:custGeom>
                <a:avLst/>
                <a:gdLst/>
                <a:ahLst/>
                <a:cxnLst/>
                <a:rect l="l" t="t" r="r" b="b"/>
                <a:pathLst>
                  <a:path w="1036074" h="804702">
                    <a:moveTo>
                      <a:pt x="0" y="0"/>
                    </a:moveTo>
                    <a:lnTo>
                      <a:pt x="1036073" y="0"/>
                    </a:lnTo>
                    <a:lnTo>
                      <a:pt x="1036073" y="804702"/>
                    </a:lnTo>
                    <a:lnTo>
                      <a:pt x="0" y="804702"/>
                    </a:lnTo>
                    <a:lnTo>
                      <a:pt x="0" y="0"/>
                    </a:lnTo>
                    <a:close/>
                  </a:path>
                </a:pathLst>
              </a:custGeom>
              <a:blipFill>
                <a:blip r:embed="rId6">
                  <a:extLst>
                    <a:ext uri="{96DAC541-7B7A-43D3-8B79-37D633B846F1}">
                      <asvg:svgBlip xmlns:asvg="http://schemas.microsoft.com/office/drawing/2016/SVG/main" r:embed="rId7"/>
                    </a:ext>
                  </a:extLst>
                </a:blip>
                <a:stretch>
                  <a:fillRect t="-54425"/>
                </a:stretch>
              </a:blipFill>
            </p:spPr>
          </p:sp>
          <p:sp>
            <p:nvSpPr>
              <p:cNvPr id="27" name="Freeform 27"/>
              <p:cNvSpPr/>
              <p:nvPr/>
            </p:nvSpPr>
            <p:spPr>
              <a:xfrm>
                <a:off x="3039951" y="401837"/>
                <a:ext cx="1036074" cy="804702"/>
              </a:xfrm>
              <a:custGeom>
                <a:avLst/>
                <a:gdLst/>
                <a:ahLst/>
                <a:cxnLst/>
                <a:rect l="l" t="t" r="r" b="b"/>
                <a:pathLst>
                  <a:path w="1036074" h="804702">
                    <a:moveTo>
                      <a:pt x="0" y="0"/>
                    </a:moveTo>
                    <a:lnTo>
                      <a:pt x="1036074" y="0"/>
                    </a:lnTo>
                    <a:lnTo>
                      <a:pt x="1036074" y="804702"/>
                    </a:lnTo>
                    <a:lnTo>
                      <a:pt x="0" y="804702"/>
                    </a:lnTo>
                    <a:lnTo>
                      <a:pt x="0" y="0"/>
                    </a:lnTo>
                    <a:close/>
                  </a:path>
                </a:pathLst>
              </a:custGeom>
              <a:blipFill>
                <a:blip r:embed="rId6">
                  <a:extLst>
                    <a:ext uri="{96DAC541-7B7A-43D3-8B79-37D633B846F1}">
                      <asvg:svgBlip xmlns:asvg="http://schemas.microsoft.com/office/drawing/2016/SVG/main" r:embed="rId7"/>
                    </a:ext>
                  </a:extLst>
                </a:blip>
                <a:stretch>
                  <a:fillRect t="-54425"/>
                </a:stretch>
              </a:blipFill>
            </p:spPr>
          </p:sp>
          <p:sp>
            <p:nvSpPr>
              <p:cNvPr id="28" name="Freeform 28"/>
              <p:cNvSpPr/>
              <p:nvPr/>
            </p:nvSpPr>
            <p:spPr>
              <a:xfrm rot="4182053" flipV="1">
                <a:off x="3298097" y="1742586"/>
                <a:ext cx="1036074" cy="804702"/>
              </a:xfrm>
              <a:custGeom>
                <a:avLst/>
                <a:gdLst/>
                <a:ahLst/>
                <a:cxnLst/>
                <a:rect l="l" t="t" r="r" b="b"/>
                <a:pathLst>
                  <a:path w="1036074" h="804702">
                    <a:moveTo>
                      <a:pt x="0" y="804702"/>
                    </a:moveTo>
                    <a:lnTo>
                      <a:pt x="1036074" y="804702"/>
                    </a:lnTo>
                    <a:lnTo>
                      <a:pt x="1036074" y="0"/>
                    </a:lnTo>
                    <a:lnTo>
                      <a:pt x="0" y="0"/>
                    </a:lnTo>
                    <a:lnTo>
                      <a:pt x="0" y="804702"/>
                    </a:lnTo>
                    <a:close/>
                  </a:path>
                </a:pathLst>
              </a:custGeom>
              <a:blipFill>
                <a:blip r:embed="rId6">
                  <a:extLst>
                    <a:ext uri="{96DAC541-7B7A-43D3-8B79-37D633B846F1}">
                      <asvg:svgBlip xmlns:asvg="http://schemas.microsoft.com/office/drawing/2016/SVG/main" r:embed="rId7"/>
                    </a:ext>
                  </a:extLst>
                </a:blip>
                <a:stretch>
                  <a:fillRect t="-54425"/>
                </a:stretch>
              </a:blipFill>
            </p:spPr>
          </p:sp>
          <p:sp>
            <p:nvSpPr>
              <p:cNvPr id="29" name="Freeform 29"/>
              <p:cNvSpPr/>
              <p:nvPr/>
            </p:nvSpPr>
            <p:spPr>
              <a:xfrm>
                <a:off x="3721884" y="401837"/>
                <a:ext cx="1036074" cy="1242667"/>
              </a:xfrm>
              <a:custGeom>
                <a:avLst/>
                <a:gdLst/>
                <a:ahLst/>
                <a:cxnLst/>
                <a:rect l="l" t="t" r="r" b="b"/>
                <a:pathLst>
                  <a:path w="1036074" h="1242667">
                    <a:moveTo>
                      <a:pt x="0" y="0"/>
                    </a:moveTo>
                    <a:lnTo>
                      <a:pt x="1036074" y="0"/>
                    </a:lnTo>
                    <a:lnTo>
                      <a:pt x="1036074" y="1242667"/>
                    </a:lnTo>
                    <a:lnTo>
                      <a:pt x="0" y="124266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0" name="Freeform 30"/>
              <p:cNvSpPr/>
              <p:nvPr/>
            </p:nvSpPr>
            <p:spPr>
              <a:xfrm>
                <a:off x="4161906" y="1301242"/>
                <a:ext cx="1036074" cy="1242667"/>
              </a:xfrm>
              <a:custGeom>
                <a:avLst/>
                <a:gdLst/>
                <a:ahLst/>
                <a:cxnLst/>
                <a:rect l="l" t="t" r="r" b="b"/>
                <a:pathLst>
                  <a:path w="1036074" h="1242667">
                    <a:moveTo>
                      <a:pt x="0" y="0"/>
                    </a:moveTo>
                    <a:lnTo>
                      <a:pt x="1036073" y="0"/>
                    </a:lnTo>
                    <a:lnTo>
                      <a:pt x="1036073" y="1242667"/>
                    </a:lnTo>
                    <a:lnTo>
                      <a:pt x="0" y="124266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1" name="Freeform 31"/>
              <p:cNvSpPr/>
              <p:nvPr/>
            </p:nvSpPr>
            <p:spPr>
              <a:xfrm>
                <a:off x="2378917" y="409095"/>
                <a:ext cx="1036074" cy="1242667"/>
              </a:xfrm>
              <a:custGeom>
                <a:avLst/>
                <a:gdLst/>
                <a:ahLst/>
                <a:cxnLst/>
                <a:rect l="l" t="t" r="r" b="b"/>
                <a:pathLst>
                  <a:path w="1036074" h="1242667">
                    <a:moveTo>
                      <a:pt x="0" y="0"/>
                    </a:moveTo>
                    <a:lnTo>
                      <a:pt x="1036074" y="0"/>
                    </a:lnTo>
                    <a:lnTo>
                      <a:pt x="1036074" y="1242667"/>
                    </a:lnTo>
                    <a:lnTo>
                      <a:pt x="0" y="124266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2" name="Freeform 32"/>
              <p:cNvSpPr/>
              <p:nvPr/>
            </p:nvSpPr>
            <p:spPr>
              <a:xfrm rot="-1381789">
                <a:off x="1002357" y="1379332"/>
                <a:ext cx="1036074" cy="749532"/>
              </a:xfrm>
              <a:custGeom>
                <a:avLst/>
                <a:gdLst/>
                <a:ahLst/>
                <a:cxnLst/>
                <a:rect l="l" t="t" r="r" b="b"/>
                <a:pathLst>
                  <a:path w="1036074" h="749532">
                    <a:moveTo>
                      <a:pt x="0" y="0"/>
                    </a:moveTo>
                    <a:lnTo>
                      <a:pt x="1036073" y="0"/>
                    </a:lnTo>
                    <a:lnTo>
                      <a:pt x="1036073" y="749533"/>
                    </a:lnTo>
                    <a:lnTo>
                      <a:pt x="0" y="749533"/>
                    </a:lnTo>
                    <a:lnTo>
                      <a:pt x="0" y="0"/>
                    </a:lnTo>
                    <a:close/>
                  </a:path>
                </a:pathLst>
              </a:custGeom>
              <a:blipFill>
                <a:blip r:embed="rId6">
                  <a:extLst>
                    <a:ext uri="{96DAC541-7B7A-43D3-8B79-37D633B846F1}">
                      <asvg:svgBlip xmlns:asvg="http://schemas.microsoft.com/office/drawing/2016/SVG/main" r:embed="rId7"/>
                    </a:ext>
                  </a:extLst>
                </a:blip>
                <a:stretch>
                  <a:fillRect t="-53662" b="-12129"/>
                </a:stretch>
              </a:blipFill>
            </p:spPr>
          </p:sp>
          <p:sp>
            <p:nvSpPr>
              <p:cNvPr id="33" name="Freeform 33"/>
              <p:cNvSpPr/>
              <p:nvPr/>
            </p:nvSpPr>
            <p:spPr>
              <a:xfrm rot="1825057">
                <a:off x="5188181" y="1011778"/>
                <a:ext cx="1036074" cy="794697"/>
              </a:xfrm>
              <a:custGeom>
                <a:avLst/>
                <a:gdLst/>
                <a:ahLst/>
                <a:cxnLst/>
                <a:rect l="l" t="t" r="r" b="b"/>
                <a:pathLst>
                  <a:path w="1036074" h="794697">
                    <a:moveTo>
                      <a:pt x="0" y="0"/>
                    </a:moveTo>
                    <a:lnTo>
                      <a:pt x="1036074" y="0"/>
                    </a:lnTo>
                    <a:lnTo>
                      <a:pt x="1036074" y="794697"/>
                    </a:lnTo>
                    <a:lnTo>
                      <a:pt x="0" y="794697"/>
                    </a:lnTo>
                    <a:lnTo>
                      <a:pt x="0" y="0"/>
                    </a:lnTo>
                    <a:close/>
                  </a:path>
                </a:pathLst>
              </a:custGeom>
              <a:blipFill>
                <a:blip r:embed="rId6">
                  <a:extLst>
                    <a:ext uri="{96DAC541-7B7A-43D3-8B79-37D633B846F1}">
                      <asvg:svgBlip xmlns:asvg="http://schemas.microsoft.com/office/drawing/2016/SVG/main" r:embed="rId7"/>
                    </a:ext>
                  </a:extLst>
                </a:blip>
                <a:stretch>
                  <a:fillRect t="-56369"/>
                </a:stretch>
              </a:blipFill>
            </p:spPr>
          </p:sp>
          <p:sp>
            <p:nvSpPr>
              <p:cNvPr id="34" name="Freeform 34"/>
              <p:cNvSpPr/>
              <p:nvPr/>
            </p:nvSpPr>
            <p:spPr>
              <a:xfrm rot="6164180">
                <a:off x="4776197" y="2098398"/>
                <a:ext cx="1031586" cy="321500"/>
              </a:xfrm>
              <a:custGeom>
                <a:avLst/>
                <a:gdLst/>
                <a:ahLst/>
                <a:cxnLst/>
                <a:rect l="l" t="t" r="r" b="b"/>
                <a:pathLst>
                  <a:path w="1031586" h="321500">
                    <a:moveTo>
                      <a:pt x="0" y="0"/>
                    </a:moveTo>
                    <a:lnTo>
                      <a:pt x="1031586" y="0"/>
                    </a:lnTo>
                    <a:lnTo>
                      <a:pt x="1031586" y="321500"/>
                    </a:lnTo>
                    <a:lnTo>
                      <a:pt x="0" y="321500"/>
                    </a:lnTo>
                    <a:lnTo>
                      <a:pt x="0" y="0"/>
                    </a:lnTo>
                    <a:close/>
                  </a:path>
                </a:pathLst>
              </a:custGeom>
              <a:blipFill>
                <a:blip r:embed="rId6">
                  <a:extLst>
                    <a:ext uri="{96DAC541-7B7A-43D3-8B79-37D633B846F1}">
                      <asvg:svgBlip xmlns:asvg="http://schemas.microsoft.com/office/drawing/2016/SVG/main" r:embed="rId7"/>
                    </a:ext>
                  </a:extLst>
                </a:blip>
                <a:stretch>
                  <a:fillRect l="-435" t="-136225" b="-150295"/>
                </a:stretch>
              </a:blipFill>
            </p:spPr>
          </p:sp>
          <p:sp>
            <p:nvSpPr>
              <p:cNvPr id="35" name="Freeform 35"/>
              <p:cNvSpPr/>
              <p:nvPr/>
            </p:nvSpPr>
            <p:spPr>
              <a:xfrm rot="2409951">
                <a:off x="119562" y="1234934"/>
                <a:ext cx="1036074" cy="749532"/>
              </a:xfrm>
              <a:custGeom>
                <a:avLst/>
                <a:gdLst/>
                <a:ahLst/>
                <a:cxnLst/>
                <a:rect l="l" t="t" r="r" b="b"/>
                <a:pathLst>
                  <a:path w="1036074" h="749532">
                    <a:moveTo>
                      <a:pt x="0" y="0"/>
                    </a:moveTo>
                    <a:lnTo>
                      <a:pt x="1036073" y="0"/>
                    </a:lnTo>
                    <a:lnTo>
                      <a:pt x="1036073" y="749532"/>
                    </a:lnTo>
                    <a:lnTo>
                      <a:pt x="0" y="749532"/>
                    </a:lnTo>
                    <a:lnTo>
                      <a:pt x="0" y="0"/>
                    </a:lnTo>
                    <a:close/>
                  </a:path>
                </a:pathLst>
              </a:custGeom>
              <a:blipFill>
                <a:blip r:embed="rId6">
                  <a:extLst>
                    <a:ext uri="{96DAC541-7B7A-43D3-8B79-37D633B846F1}">
                      <asvg:svgBlip xmlns:asvg="http://schemas.microsoft.com/office/drawing/2016/SVG/main" r:embed="rId7"/>
                    </a:ext>
                  </a:extLst>
                </a:blip>
                <a:stretch>
                  <a:fillRect t="-53662" b="-12129"/>
                </a:stretch>
              </a:blipFill>
            </p:spPr>
          </p:sp>
        </p:grpSp>
        <p:sp>
          <p:nvSpPr>
            <p:cNvPr id="66" name="TextBox 32">
              <a:extLst>
                <a:ext uri="{FF2B5EF4-FFF2-40B4-BE49-F238E27FC236}">
                  <a16:creationId xmlns:a16="http://schemas.microsoft.com/office/drawing/2014/main" id="{D7C61714-DCAF-4970-BB64-E0FA2899EDD9}"/>
                </a:ext>
              </a:extLst>
            </p:cNvPr>
            <p:cNvSpPr txBox="1"/>
            <p:nvPr/>
          </p:nvSpPr>
          <p:spPr>
            <a:xfrm>
              <a:off x="13398127" y="8470159"/>
              <a:ext cx="3535599" cy="832023"/>
            </a:xfrm>
            <a:prstGeom prst="rect">
              <a:avLst/>
            </a:prstGeom>
          </p:spPr>
          <p:txBody>
            <a:bodyPr wrap="square" lIns="0" tIns="0" rIns="0" bIns="0" rtlCol="0" anchor="t">
              <a:spAutoFit/>
            </a:bodyPr>
            <a:lstStyle/>
            <a:p>
              <a:pPr algn="ctr">
                <a:lnSpc>
                  <a:spcPts val="3326"/>
                </a:lnSpc>
              </a:pPr>
              <a:r>
                <a:rPr lang="en-US" sz="2376" b="1" dirty="0">
                  <a:solidFill>
                    <a:srgbClr val="E6C078"/>
                  </a:solidFill>
                  <a:latin typeface="Anca Coder Bold"/>
                  <a:ea typeface="Anca Coder Bold"/>
                  <a:cs typeface="Anca Coder Bold"/>
                  <a:sym typeface="Anca Coder Bold"/>
                </a:rPr>
                <a:t>Does not </a:t>
              </a:r>
              <a:r>
                <a:rPr lang="en-US" sz="2376" b="1" dirty="0" err="1">
                  <a:solidFill>
                    <a:srgbClr val="E6C078"/>
                  </a:solidFill>
                  <a:latin typeface="Anca Coder Bold"/>
                  <a:ea typeface="Anca Coder Bold"/>
                  <a:cs typeface="Anca Coder Bold"/>
                  <a:sym typeface="Anca Coder Bold"/>
                </a:rPr>
                <a:t>generalise</a:t>
              </a:r>
              <a:r>
                <a:rPr lang="en-US" sz="2376" b="1" dirty="0">
                  <a:solidFill>
                    <a:srgbClr val="E6C078"/>
                  </a:solidFill>
                  <a:latin typeface="Anca Coder Bold"/>
                  <a:ea typeface="Anca Coder Bold"/>
                  <a:cs typeface="Anca Coder Bold"/>
                  <a:sym typeface="Anca Coder Bold"/>
                </a:rPr>
                <a:t> to new data</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5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7"/>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FA216D21-573F-4258-A6AF-D98AFEFB003F}"/>
              </a:ext>
            </a:extLst>
          </p:cNvPr>
          <p:cNvGrpSpPr/>
          <p:nvPr/>
        </p:nvGrpSpPr>
        <p:grpSpPr>
          <a:xfrm>
            <a:off x="1066775" y="3833384"/>
            <a:ext cx="8396010" cy="893774"/>
            <a:chOff x="1066775" y="3833384"/>
            <a:chExt cx="8396010" cy="893774"/>
          </a:xfrm>
        </p:grpSpPr>
        <p:sp>
          <p:nvSpPr>
            <p:cNvPr id="14" name="Freeform 14"/>
            <p:cNvSpPr/>
            <p:nvPr/>
          </p:nvSpPr>
          <p:spPr>
            <a:xfrm>
              <a:off x="8957802" y="3833384"/>
              <a:ext cx="504983" cy="893774"/>
            </a:xfrm>
            <a:custGeom>
              <a:avLst/>
              <a:gdLst/>
              <a:ahLst/>
              <a:cxnLst/>
              <a:rect l="l" t="t" r="r" b="b"/>
              <a:pathLst>
                <a:path w="504983" h="893774">
                  <a:moveTo>
                    <a:pt x="0" y="0"/>
                  </a:moveTo>
                  <a:lnTo>
                    <a:pt x="504982" y="0"/>
                  </a:lnTo>
                  <a:lnTo>
                    <a:pt x="504982" y="893775"/>
                  </a:lnTo>
                  <a:lnTo>
                    <a:pt x="0" y="893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5" name="Group 15"/>
            <p:cNvGrpSpPr/>
            <p:nvPr/>
          </p:nvGrpSpPr>
          <p:grpSpPr>
            <a:xfrm>
              <a:off x="8036638" y="3908629"/>
              <a:ext cx="756913" cy="756913"/>
              <a:chOff x="0" y="0"/>
              <a:chExt cx="1009217" cy="1009217"/>
            </a:xfrm>
          </p:grpSpPr>
          <p:sp>
            <p:nvSpPr>
              <p:cNvPr id="16" name="Freeform 16"/>
              <p:cNvSpPr/>
              <p:nvPr/>
            </p:nvSpPr>
            <p:spPr>
              <a:xfrm>
                <a:off x="80734" y="206307"/>
                <a:ext cx="847750" cy="596604"/>
              </a:xfrm>
              <a:custGeom>
                <a:avLst/>
                <a:gdLst/>
                <a:ahLst/>
                <a:cxnLst/>
                <a:rect l="l" t="t" r="r" b="b"/>
                <a:pathLst>
                  <a:path w="847750" h="596604">
                    <a:moveTo>
                      <a:pt x="0" y="0"/>
                    </a:moveTo>
                    <a:lnTo>
                      <a:pt x="847750" y="0"/>
                    </a:lnTo>
                    <a:lnTo>
                      <a:pt x="847750" y="596604"/>
                    </a:lnTo>
                    <a:lnTo>
                      <a:pt x="0" y="5966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a:off x="0" y="0"/>
                <a:ext cx="1009217" cy="1009217"/>
              </a:xfrm>
              <a:custGeom>
                <a:avLst/>
                <a:gdLst/>
                <a:ahLst/>
                <a:cxnLst/>
                <a:rect l="l" t="t" r="r" b="b"/>
                <a:pathLst>
                  <a:path w="1009217" h="1009217">
                    <a:moveTo>
                      <a:pt x="0" y="0"/>
                    </a:moveTo>
                    <a:lnTo>
                      <a:pt x="1009217" y="0"/>
                    </a:lnTo>
                    <a:lnTo>
                      <a:pt x="1009217" y="1009217"/>
                    </a:lnTo>
                    <a:lnTo>
                      <a:pt x="0" y="100921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sp>
          <p:nvSpPr>
            <p:cNvPr id="35" name="TextBox 35"/>
            <p:cNvSpPr txBox="1"/>
            <p:nvPr/>
          </p:nvSpPr>
          <p:spPr>
            <a:xfrm>
              <a:off x="1066775" y="3965545"/>
              <a:ext cx="7293566" cy="596900"/>
            </a:xfrm>
            <a:prstGeom prst="rect">
              <a:avLst/>
            </a:prstGeom>
          </p:spPr>
          <p:txBody>
            <a:bodyPr wrap="square" lIns="0" tIns="0" rIns="0" bIns="0" rtlCol="0" anchor="t">
              <a:spAutoFit/>
            </a:bodyPr>
            <a:lstStyle/>
            <a:p>
              <a:pPr algn="ctr">
                <a:lnSpc>
                  <a:spcPts val="4900"/>
                </a:lnSpc>
              </a:pPr>
              <a:r>
                <a:rPr lang="en-US" sz="3500" b="1" dirty="0">
                  <a:solidFill>
                    <a:srgbClr val="E6C078"/>
                  </a:solidFill>
                  <a:latin typeface="Canva Sans Bold"/>
                  <a:ea typeface="Canva Sans Bold"/>
                  <a:cs typeface="Canva Sans Bold"/>
                  <a:sym typeface="Canva Sans Bold"/>
                </a:rPr>
                <a:t>deployment data</a:t>
              </a:r>
              <a:r>
                <a:rPr lang="en-US" sz="3500" b="1" dirty="0">
                  <a:solidFill>
                    <a:srgbClr val="FFFFFF"/>
                  </a:solidFill>
                  <a:latin typeface="Canva Sans Bold"/>
                  <a:ea typeface="Canva Sans Bold"/>
                  <a:cs typeface="Canva Sans Bold"/>
                  <a:sym typeface="Canva Sans Bold"/>
                </a:rPr>
                <a:t> is unknown</a:t>
              </a:r>
            </a:p>
          </p:txBody>
        </p:sp>
      </p:grpSp>
      <p:grpSp>
        <p:nvGrpSpPr>
          <p:cNvPr id="45" name="Group 44">
            <a:extLst>
              <a:ext uri="{FF2B5EF4-FFF2-40B4-BE49-F238E27FC236}">
                <a16:creationId xmlns:a16="http://schemas.microsoft.com/office/drawing/2014/main" id="{907FA06B-C257-4986-B3B8-07D4E6CE84C1}"/>
              </a:ext>
            </a:extLst>
          </p:cNvPr>
          <p:cNvGrpSpPr/>
          <p:nvPr/>
        </p:nvGrpSpPr>
        <p:grpSpPr>
          <a:xfrm>
            <a:off x="1459413" y="4862604"/>
            <a:ext cx="7422240" cy="4792158"/>
            <a:chOff x="1459413" y="4862604"/>
            <a:chExt cx="7422240" cy="4792158"/>
          </a:xfrm>
        </p:grpSpPr>
        <p:grpSp>
          <p:nvGrpSpPr>
            <p:cNvPr id="18" name="Group 18"/>
            <p:cNvGrpSpPr/>
            <p:nvPr/>
          </p:nvGrpSpPr>
          <p:grpSpPr>
            <a:xfrm>
              <a:off x="1459413" y="5347652"/>
              <a:ext cx="6195964" cy="2836663"/>
              <a:chOff x="0" y="0"/>
              <a:chExt cx="8261285" cy="3782217"/>
            </a:xfrm>
          </p:grpSpPr>
          <p:sp>
            <p:nvSpPr>
              <p:cNvPr id="19" name="Freeform 19"/>
              <p:cNvSpPr/>
              <p:nvPr/>
            </p:nvSpPr>
            <p:spPr>
              <a:xfrm>
                <a:off x="0" y="0"/>
                <a:ext cx="8261285" cy="3782217"/>
              </a:xfrm>
              <a:custGeom>
                <a:avLst/>
                <a:gdLst/>
                <a:ahLst/>
                <a:cxnLst/>
                <a:rect l="l" t="t" r="r" b="b"/>
                <a:pathLst>
                  <a:path w="8261285" h="3782217">
                    <a:moveTo>
                      <a:pt x="0" y="0"/>
                    </a:moveTo>
                    <a:lnTo>
                      <a:pt x="8261285" y="0"/>
                    </a:lnTo>
                    <a:lnTo>
                      <a:pt x="8261285" y="3782217"/>
                    </a:lnTo>
                    <a:lnTo>
                      <a:pt x="0" y="3782217"/>
                    </a:lnTo>
                    <a:lnTo>
                      <a:pt x="0" y="0"/>
                    </a:lnTo>
                    <a:close/>
                  </a:path>
                </a:pathLst>
              </a:custGeom>
              <a:blipFill>
                <a:blip r:embed="rId9"/>
                <a:stretch>
                  <a:fillRect/>
                </a:stretch>
              </a:blipFill>
            </p:spPr>
          </p:sp>
          <p:sp>
            <p:nvSpPr>
              <p:cNvPr id="20" name="Freeform 20"/>
              <p:cNvSpPr/>
              <p:nvPr/>
            </p:nvSpPr>
            <p:spPr>
              <a:xfrm rot="-2319610">
                <a:off x="5481171" y="364564"/>
                <a:ext cx="1377326" cy="1071253"/>
              </a:xfrm>
              <a:custGeom>
                <a:avLst/>
                <a:gdLst/>
                <a:ahLst/>
                <a:cxnLst/>
                <a:rect l="l" t="t" r="r" b="b"/>
                <a:pathLst>
                  <a:path w="1377326" h="1071253">
                    <a:moveTo>
                      <a:pt x="0" y="0"/>
                    </a:moveTo>
                    <a:lnTo>
                      <a:pt x="1377326" y="0"/>
                    </a:lnTo>
                    <a:lnTo>
                      <a:pt x="1377326" y="1071253"/>
                    </a:lnTo>
                    <a:lnTo>
                      <a:pt x="0" y="1071253"/>
                    </a:lnTo>
                    <a:lnTo>
                      <a:pt x="0" y="0"/>
                    </a:lnTo>
                    <a:close/>
                  </a:path>
                </a:pathLst>
              </a:custGeom>
              <a:blipFill>
                <a:blip r:embed="rId10"/>
                <a:stretch>
                  <a:fillRect/>
                </a:stretch>
              </a:blipFill>
            </p:spPr>
          </p:sp>
          <p:grpSp>
            <p:nvGrpSpPr>
              <p:cNvPr id="21" name="Group 21"/>
              <p:cNvGrpSpPr/>
              <p:nvPr/>
            </p:nvGrpSpPr>
            <p:grpSpPr>
              <a:xfrm>
                <a:off x="5864860" y="622300"/>
                <a:ext cx="784860" cy="1399540"/>
                <a:chOff x="0" y="0"/>
                <a:chExt cx="784860" cy="1399540"/>
              </a:xfrm>
            </p:grpSpPr>
            <p:sp>
              <p:nvSpPr>
                <p:cNvPr id="22" name="Freeform 22"/>
                <p:cNvSpPr/>
                <p:nvPr/>
              </p:nvSpPr>
              <p:spPr>
                <a:xfrm>
                  <a:off x="49530" y="49530"/>
                  <a:ext cx="684530" cy="1301750"/>
                </a:xfrm>
                <a:custGeom>
                  <a:avLst/>
                  <a:gdLst/>
                  <a:ahLst/>
                  <a:cxnLst/>
                  <a:rect l="l" t="t" r="r" b="b"/>
                  <a:pathLst>
                    <a:path w="684530" h="1301750">
                      <a:moveTo>
                        <a:pt x="180340" y="519430"/>
                      </a:moveTo>
                      <a:cubicBezTo>
                        <a:pt x="294640" y="895350"/>
                        <a:pt x="355600" y="1023620"/>
                        <a:pt x="393700" y="1079500"/>
                      </a:cubicBezTo>
                      <a:cubicBezTo>
                        <a:pt x="411480" y="1107440"/>
                        <a:pt x="424180" y="1118870"/>
                        <a:pt x="443230" y="1135380"/>
                      </a:cubicBezTo>
                      <a:cubicBezTo>
                        <a:pt x="464820" y="1153160"/>
                        <a:pt x="486410" y="1165860"/>
                        <a:pt x="515620" y="1179830"/>
                      </a:cubicBezTo>
                      <a:cubicBezTo>
                        <a:pt x="556260" y="1200150"/>
                        <a:pt x="650240" y="1212850"/>
                        <a:pt x="671830" y="1234440"/>
                      </a:cubicBezTo>
                      <a:cubicBezTo>
                        <a:pt x="681990" y="1244600"/>
                        <a:pt x="684530" y="1257300"/>
                        <a:pt x="683260" y="1266190"/>
                      </a:cubicBezTo>
                      <a:cubicBezTo>
                        <a:pt x="683260" y="1275080"/>
                        <a:pt x="676910" y="1283970"/>
                        <a:pt x="671830" y="1289050"/>
                      </a:cubicBezTo>
                      <a:cubicBezTo>
                        <a:pt x="665480" y="1294130"/>
                        <a:pt x="657860" y="1297940"/>
                        <a:pt x="646430" y="1297940"/>
                      </a:cubicBezTo>
                      <a:cubicBezTo>
                        <a:pt x="627380" y="1297940"/>
                        <a:pt x="593090" y="1282700"/>
                        <a:pt x="566420" y="1263650"/>
                      </a:cubicBezTo>
                      <a:cubicBezTo>
                        <a:pt x="533400" y="1239520"/>
                        <a:pt x="496570" y="1198880"/>
                        <a:pt x="467360" y="1153160"/>
                      </a:cubicBezTo>
                      <a:cubicBezTo>
                        <a:pt x="430530" y="1099820"/>
                        <a:pt x="402590" y="1033780"/>
                        <a:pt x="373380" y="956310"/>
                      </a:cubicBezTo>
                      <a:cubicBezTo>
                        <a:pt x="334010" y="850900"/>
                        <a:pt x="318770" y="628650"/>
                        <a:pt x="261620" y="577850"/>
                      </a:cubicBezTo>
                      <a:cubicBezTo>
                        <a:pt x="231140" y="551180"/>
                        <a:pt x="182880" y="571500"/>
                        <a:pt x="151130" y="560070"/>
                      </a:cubicBezTo>
                      <a:cubicBezTo>
                        <a:pt x="125730" y="549910"/>
                        <a:pt x="102870" y="525780"/>
                        <a:pt x="83820" y="520700"/>
                      </a:cubicBezTo>
                      <a:cubicBezTo>
                        <a:pt x="71120" y="516890"/>
                        <a:pt x="52070" y="519430"/>
                        <a:pt x="52070" y="518160"/>
                      </a:cubicBezTo>
                      <a:cubicBezTo>
                        <a:pt x="52070" y="518160"/>
                        <a:pt x="71120" y="510540"/>
                        <a:pt x="83820" y="515620"/>
                      </a:cubicBezTo>
                      <a:cubicBezTo>
                        <a:pt x="109220" y="527050"/>
                        <a:pt x="173990" y="603250"/>
                        <a:pt x="181610" y="633730"/>
                      </a:cubicBezTo>
                      <a:cubicBezTo>
                        <a:pt x="185420" y="650240"/>
                        <a:pt x="181610" y="666750"/>
                        <a:pt x="173990" y="675640"/>
                      </a:cubicBezTo>
                      <a:cubicBezTo>
                        <a:pt x="166370" y="683260"/>
                        <a:pt x="149860" y="689610"/>
                        <a:pt x="140970" y="685800"/>
                      </a:cubicBezTo>
                      <a:cubicBezTo>
                        <a:pt x="128270" y="680720"/>
                        <a:pt x="116840" y="655320"/>
                        <a:pt x="111760" y="636270"/>
                      </a:cubicBezTo>
                      <a:cubicBezTo>
                        <a:pt x="105410" y="612140"/>
                        <a:pt x="104140" y="566420"/>
                        <a:pt x="114300" y="549910"/>
                      </a:cubicBezTo>
                      <a:cubicBezTo>
                        <a:pt x="120650" y="541020"/>
                        <a:pt x="135890" y="534670"/>
                        <a:pt x="146050" y="537210"/>
                      </a:cubicBezTo>
                      <a:cubicBezTo>
                        <a:pt x="158750" y="538480"/>
                        <a:pt x="177800" y="574040"/>
                        <a:pt x="180340" y="572770"/>
                      </a:cubicBezTo>
                      <a:cubicBezTo>
                        <a:pt x="182880" y="571500"/>
                        <a:pt x="166370" y="546100"/>
                        <a:pt x="168910" y="542290"/>
                      </a:cubicBezTo>
                      <a:cubicBezTo>
                        <a:pt x="175260" y="537210"/>
                        <a:pt x="219710" y="556260"/>
                        <a:pt x="237490" y="571500"/>
                      </a:cubicBezTo>
                      <a:cubicBezTo>
                        <a:pt x="255270" y="586740"/>
                        <a:pt x="265430" y="607060"/>
                        <a:pt x="275590" y="635000"/>
                      </a:cubicBezTo>
                      <a:cubicBezTo>
                        <a:pt x="290830" y="680720"/>
                        <a:pt x="287020" y="772160"/>
                        <a:pt x="299720" y="825500"/>
                      </a:cubicBezTo>
                      <a:cubicBezTo>
                        <a:pt x="308610" y="867410"/>
                        <a:pt x="313690" y="892810"/>
                        <a:pt x="332740" y="932180"/>
                      </a:cubicBezTo>
                      <a:cubicBezTo>
                        <a:pt x="363220" y="995680"/>
                        <a:pt x="473710" y="1109980"/>
                        <a:pt x="481330" y="1158240"/>
                      </a:cubicBezTo>
                      <a:cubicBezTo>
                        <a:pt x="485140" y="1178560"/>
                        <a:pt x="480060" y="1197610"/>
                        <a:pt x="469900" y="1203960"/>
                      </a:cubicBezTo>
                      <a:cubicBezTo>
                        <a:pt x="459740" y="1211580"/>
                        <a:pt x="436880" y="1210310"/>
                        <a:pt x="421640" y="1198880"/>
                      </a:cubicBezTo>
                      <a:cubicBezTo>
                        <a:pt x="378460" y="1163320"/>
                        <a:pt x="327660" y="941070"/>
                        <a:pt x="300990" y="847090"/>
                      </a:cubicBezTo>
                      <a:cubicBezTo>
                        <a:pt x="283210" y="784860"/>
                        <a:pt x="280670" y="730250"/>
                        <a:pt x="265430" y="689610"/>
                      </a:cubicBezTo>
                      <a:cubicBezTo>
                        <a:pt x="255270" y="661670"/>
                        <a:pt x="250190" y="637540"/>
                        <a:pt x="229870" y="622300"/>
                      </a:cubicBezTo>
                      <a:cubicBezTo>
                        <a:pt x="204470" y="604520"/>
                        <a:pt x="119380" y="596900"/>
                        <a:pt x="118110" y="600710"/>
                      </a:cubicBezTo>
                      <a:cubicBezTo>
                        <a:pt x="118110" y="601980"/>
                        <a:pt x="135890" y="603250"/>
                        <a:pt x="148590" y="614680"/>
                      </a:cubicBezTo>
                      <a:cubicBezTo>
                        <a:pt x="187960" y="651510"/>
                        <a:pt x="350520" y="890270"/>
                        <a:pt x="336550" y="920750"/>
                      </a:cubicBezTo>
                      <a:cubicBezTo>
                        <a:pt x="331470" y="930910"/>
                        <a:pt x="303530" y="932180"/>
                        <a:pt x="293370" y="925830"/>
                      </a:cubicBezTo>
                      <a:cubicBezTo>
                        <a:pt x="278130" y="915670"/>
                        <a:pt x="273050" y="885190"/>
                        <a:pt x="266700" y="854710"/>
                      </a:cubicBezTo>
                      <a:cubicBezTo>
                        <a:pt x="257810" y="798830"/>
                        <a:pt x="247650" y="688340"/>
                        <a:pt x="265430" y="615950"/>
                      </a:cubicBezTo>
                      <a:cubicBezTo>
                        <a:pt x="283210" y="548640"/>
                        <a:pt x="330200" y="504190"/>
                        <a:pt x="365760" y="431800"/>
                      </a:cubicBezTo>
                      <a:cubicBezTo>
                        <a:pt x="412750" y="336550"/>
                        <a:pt x="481330" y="137160"/>
                        <a:pt x="519430" y="90170"/>
                      </a:cubicBezTo>
                      <a:cubicBezTo>
                        <a:pt x="530860" y="74930"/>
                        <a:pt x="539750" y="69850"/>
                        <a:pt x="552450" y="66040"/>
                      </a:cubicBezTo>
                      <a:cubicBezTo>
                        <a:pt x="566420" y="63500"/>
                        <a:pt x="588010" y="68580"/>
                        <a:pt x="600710" y="76200"/>
                      </a:cubicBezTo>
                      <a:cubicBezTo>
                        <a:pt x="612140" y="83820"/>
                        <a:pt x="621030" y="96520"/>
                        <a:pt x="627380" y="110490"/>
                      </a:cubicBezTo>
                      <a:cubicBezTo>
                        <a:pt x="633730" y="127000"/>
                        <a:pt x="637540" y="158750"/>
                        <a:pt x="632460" y="172720"/>
                      </a:cubicBezTo>
                      <a:cubicBezTo>
                        <a:pt x="629920" y="181610"/>
                        <a:pt x="622300" y="187960"/>
                        <a:pt x="613410" y="191770"/>
                      </a:cubicBezTo>
                      <a:cubicBezTo>
                        <a:pt x="604520" y="194310"/>
                        <a:pt x="589280" y="195580"/>
                        <a:pt x="579120" y="189230"/>
                      </a:cubicBezTo>
                      <a:cubicBezTo>
                        <a:pt x="565150" y="180340"/>
                        <a:pt x="560070" y="148590"/>
                        <a:pt x="544830" y="129540"/>
                      </a:cubicBezTo>
                      <a:cubicBezTo>
                        <a:pt x="524510" y="105410"/>
                        <a:pt x="476250" y="83820"/>
                        <a:pt x="466090" y="60960"/>
                      </a:cubicBezTo>
                      <a:cubicBezTo>
                        <a:pt x="458470" y="46990"/>
                        <a:pt x="458470" y="27940"/>
                        <a:pt x="463550" y="17780"/>
                      </a:cubicBezTo>
                      <a:cubicBezTo>
                        <a:pt x="468630" y="8890"/>
                        <a:pt x="483870" y="1270"/>
                        <a:pt x="494030" y="1270"/>
                      </a:cubicBezTo>
                      <a:cubicBezTo>
                        <a:pt x="505460" y="0"/>
                        <a:pt x="519430" y="3810"/>
                        <a:pt x="525780" y="16510"/>
                      </a:cubicBezTo>
                      <a:cubicBezTo>
                        <a:pt x="542290" y="43180"/>
                        <a:pt x="532130" y="137160"/>
                        <a:pt x="518160" y="204470"/>
                      </a:cubicBezTo>
                      <a:cubicBezTo>
                        <a:pt x="500380" y="287020"/>
                        <a:pt x="448310" y="400050"/>
                        <a:pt x="414020" y="468630"/>
                      </a:cubicBezTo>
                      <a:cubicBezTo>
                        <a:pt x="391160" y="516890"/>
                        <a:pt x="370840" y="565150"/>
                        <a:pt x="347980" y="586740"/>
                      </a:cubicBezTo>
                      <a:cubicBezTo>
                        <a:pt x="334010" y="599440"/>
                        <a:pt x="318770" y="607060"/>
                        <a:pt x="307340" y="605790"/>
                      </a:cubicBezTo>
                      <a:cubicBezTo>
                        <a:pt x="297180" y="604520"/>
                        <a:pt x="284480" y="591820"/>
                        <a:pt x="280670" y="582930"/>
                      </a:cubicBezTo>
                      <a:cubicBezTo>
                        <a:pt x="276860" y="576580"/>
                        <a:pt x="276860" y="566420"/>
                        <a:pt x="279400" y="560070"/>
                      </a:cubicBezTo>
                      <a:cubicBezTo>
                        <a:pt x="280670" y="552450"/>
                        <a:pt x="285750" y="544830"/>
                        <a:pt x="292100" y="539750"/>
                      </a:cubicBezTo>
                      <a:cubicBezTo>
                        <a:pt x="299720" y="534670"/>
                        <a:pt x="317500" y="532130"/>
                        <a:pt x="326390" y="534670"/>
                      </a:cubicBezTo>
                      <a:cubicBezTo>
                        <a:pt x="334010" y="535940"/>
                        <a:pt x="341630" y="541020"/>
                        <a:pt x="345440" y="548640"/>
                      </a:cubicBezTo>
                      <a:cubicBezTo>
                        <a:pt x="350520" y="556260"/>
                        <a:pt x="354330" y="574040"/>
                        <a:pt x="349250" y="582930"/>
                      </a:cubicBezTo>
                      <a:cubicBezTo>
                        <a:pt x="344170" y="594360"/>
                        <a:pt x="322580" y="605790"/>
                        <a:pt x="311150" y="607060"/>
                      </a:cubicBezTo>
                      <a:cubicBezTo>
                        <a:pt x="303530" y="607060"/>
                        <a:pt x="294640" y="603250"/>
                        <a:pt x="289560" y="596900"/>
                      </a:cubicBezTo>
                      <a:cubicBezTo>
                        <a:pt x="283210" y="589280"/>
                        <a:pt x="276860" y="577850"/>
                        <a:pt x="278130" y="563880"/>
                      </a:cubicBezTo>
                      <a:cubicBezTo>
                        <a:pt x="280670" y="533400"/>
                        <a:pt x="330200" y="482600"/>
                        <a:pt x="354330" y="429260"/>
                      </a:cubicBezTo>
                      <a:cubicBezTo>
                        <a:pt x="387350" y="361950"/>
                        <a:pt x="426720" y="262890"/>
                        <a:pt x="445770" y="187960"/>
                      </a:cubicBezTo>
                      <a:cubicBezTo>
                        <a:pt x="461010" y="125730"/>
                        <a:pt x="449580" y="34290"/>
                        <a:pt x="469900" y="11430"/>
                      </a:cubicBezTo>
                      <a:cubicBezTo>
                        <a:pt x="478790" y="1270"/>
                        <a:pt x="491490" y="0"/>
                        <a:pt x="504190" y="1270"/>
                      </a:cubicBezTo>
                      <a:cubicBezTo>
                        <a:pt x="518160" y="3810"/>
                        <a:pt x="537210" y="15240"/>
                        <a:pt x="552450" y="26670"/>
                      </a:cubicBezTo>
                      <a:cubicBezTo>
                        <a:pt x="570230" y="40640"/>
                        <a:pt x="588010" y="62230"/>
                        <a:pt x="601980" y="83820"/>
                      </a:cubicBezTo>
                      <a:cubicBezTo>
                        <a:pt x="615950" y="105410"/>
                        <a:pt x="638810" y="135890"/>
                        <a:pt x="636270" y="154940"/>
                      </a:cubicBezTo>
                      <a:cubicBezTo>
                        <a:pt x="633730" y="171450"/>
                        <a:pt x="617220" y="190500"/>
                        <a:pt x="604520" y="194310"/>
                      </a:cubicBezTo>
                      <a:cubicBezTo>
                        <a:pt x="595630" y="196850"/>
                        <a:pt x="579120" y="189230"/>
                        <a:pt x="571500" y="182880"/>
                      </a:cubicBezTo>
                      <a:cubicBezTo>
                        <a:pt x="565150" y="177800"/>
                        <a:pt x="566420" y="158750"/>
                        <a:pt x="561340" y="158750"/>
                      </a:cubicBezTo>
                      <a:cubicBezTo>
                        <a:pt x="541020" y="158750"/>
                        <a:pt x="469900" y="383540"/>
                        <a:pt x="426720" y="469900"/>
                      </a:cubicBezTo>
                      <a:cubicBezTo>
                        <a:pt x="394970" y="534670"/>
                        <a:pt x="350520" y="579120"/>
                        <a:pt x="335280" y="635000"/>
                      </a:cubicBezTo>
                      <a:cubicBezTo>
                        <a:pt x="321310" y="688340"/>
                        <a:pt x="328930" y="748030"/>
                        <a:pt x="332740" y="798830"/>
                      </a:cubicBezTo>
                      <a:cubicBezTo>
                        <a:pt x="336550" y="842010"/>
                        <a:pt x="354330" y="889000"/>
                        <a:pt x="353060" y="919480"/>
                      </a:cubicBezTo>
                      <a:cubicBezTo>
                        <a:pt x="351790" y="939800"/>
                        <a:pt x="349250" y="960120"/>
                        <a:pt x="337820" y="967740"/>
                      </a:cubicBezTo>
                      <a:cubicBezTo>
                        <a:pt x="326390" y="976630"/>
                        <a:pt x="303530" y="977900"/>
                        <a:pt x="283210" y="966470"/>
                      </a:cubicBezTo>
                      <a:cubicBezTo>
                        <a:pt x="236220" y="941070"/>
                        <a:pt x="151130" y="778510"/>
                        <a:pt x="113030" y="708660"/>
                      </a:cubicBezTo>
                      <a:cubicBezTo>
                        <a:pt x="88900" y="664210"/>
                        <a:pt x="66040" y="626110"/>
                        <a:pt x="64770" y="594360"/>
                      </a:cubicBezTo>
                      <a:cubicBezTo>
                        <a:pt x="63500" y="572770"/>
                        <a:pt x="68580" y="551180"/>
                        <a:pt x="81280" y="539750"/>
                      </a:cubicBezTo>
                      <a:cubicBezTo>
                        <a:pt x="93980" y="528320"/>
                        <a:pt x="115570" y="528320"/>
                        <a:pt x="137160" y="528320"/>
                      </a:cubicBezTo>
                      <a:cubicBezTo>
                        <a:pt x="167640" y="528320"/>
                        <a:pt x="218440" y="537210"/>
                        <a:pt x="243840" y="549910"/>
                      </a:cubicBezTo>
                      <a:cubicBezTo>
                        <a:pt x="260350" y="557530"/>
                        <a:pt x="267970" y="565150"/>
                        <a:pt x="279400" y="579120"/>
                      </a:cubicBezTo>
                      <a:cubicBezTo>
                        <a:pt x="297180" y="600710"/>
                        <a:pt x="314960" y="636270"/>
                        <a:pt x="328930" y="674370"/>
                      </a:cubicBezTo>
                      <a:cubicBezTo>
                        <a:pt x="346710" y="721360"/>
                        <a:pt x="350520" y="779780"/>
                        <a:pt x="369570" y="842010"/>
                      </a:cubicBezTo>
                      <a:cubicBezTo>
                        <a:pt x="393700" y="922020"/>
                        <a:pt x="455930" y="1055370"/>
                        <a:pt x="473710" y="1115060"/>
                      </a:cubicBezTo>
                      <a:cubicBezTo>
                        <a:pt x="481330" y="1141730"/>
                        <a:pt x="487680" y="1158240"/>
                        <a:pt x="485140" y="1174750"/>
                      </a:cubicBezTo>
                      <a:cubicBezTo>
                        <a:pt x="483870" y="1186180"/>
                        <a:pt x="478790" y="1200150"/>
                        <a:pt x="469900" y="1203960"/>
                      </a:cubicBezTo>
                      <a:cubicBezTo>
                        <a:pt x="458470" y="1210310"/>
                        <a:pt x="439420" y="1209040"/>
                        <a:pt x="421640" y="1198880"/>
                      </a:cubicBezTo>
                      <a:cubicBezTo>
                        <a:pt x="379730" y="1170940"/>
                        <a:pt x="298450" y="1022350"/>
                        <a:pt x="266700" y="953770"/>
                      </a:cubicBezTo>
                      <a:cubicBezTo>
                        <a:pt x="246380" y="909320"/>
                        <a:pt x="240030" y="880110"/>
                        <a:pt x="231140" y="836930"/>
                      </a:cubicBezTo>
                      <a:cubicBezTo>
                        <a:pt x="220980" y="789940"/>
                        <a:pt x="220980" y="717550"/>
                        <a:pt x="210820" y="681990"/>
                      </a:cubicBezTo>
                      <a:cubicBezTo>
                        <a:pt x="204470" y="660400"/>
                        <a:pt x="201930" y="648970"/>
                        <a:pt x="189230" y="633730"/>
                      </a:cubicBezTo>
                      <a:cubicBezTo>
                        <a:pt x="171450" y="612140"/>
                        <a:pt x="110490" y="594360"/>
                        <a:pt x="106680" y="575310"/>
                      </a:cubicBezTo>
                      <a:cubicBezTo>
                        <a:pt x="104140" y="563880"/>
                        <a:pt x="118110" y="543560"/>
                        <a:pt x="128270" y="539750"/>
                      </a:cubicBezTo>
                      <a:cubicBezTo>
                        <a:pt x="140970" y="535940"/>
                        <a:pt x="165100" y="542290"/>
                        <a:pt x="175260" y="554990"/>
                      </a:cubicBezTo>
                      <a:cubicBezTo>
                        <a:pt x="189230" y="571500"/>
                        <a:pt x="191770" y="642620"/>
                        <a:pt x="185420" y="645160"/>
                      </a:cubicBezTo>
                      <a:cubicBezTo>
                        <a:pt x="181610" y="646430"/>
                        <a:pt x="163830" y="614680"/>
                        <a:pt x="162560" y="614680"/>
                      </a:cubicBezTo>
                      <a:cubicBezTo>
                        <a:pt x="161290" y="615950"/>
                        <a:pt x="186690" y="648970"/>
                        <a:pt x="182880" y="660400"/>
                      </a:cubicBezTo>
                      <a:cubicBezTo>
                        <a:pt x="179070" y="671830"/>
                        <a:pt x="157480" y="688340"/>
                        <a:pt x="140970" y="685800"/>
                      </a:cubicBezTo>
                      <a:cubicBezTo>
                        <a:pt x="107950" y="680720"/>
                        <a:pt x="35560" y="581660"/>
                        <a:pt x="15240" y="546100"/>
                      </a:cubicBezTo>
                      <a:cubicBezTo>
                        <a:pt x="3810" y="528320"/>
                        <a:pt x="0" y="514350"/>
                        <a:pt x="1270" y="499110"/>
                      </a:cubicBezTo>
                      <a:cubicBezTo>
                        <a:pt x="1270" y="486410"/>
                        <a:pt x="7620" y="469900"/>
                        <a:pt x="16510" y="459740"/>
                      </a:cubicBezTo>
                      <a:cubicBezTo>
                        <a:pt x="26670" y="450850"/>
                        <a:pt x="39370" y="444500"/>
                        <a:pt x="57150" y="444500"/>
                      </a:cubicBezTo>
                      <a:cubicBezTo>
                        <a:pt x="88900" y="443230"/>
                        <a:pt x="148590" y="481330"/>
                        <a:pt x="189230" y="491490"/>
                      </a:cubicBezTo>
                      <a:cubicBezTo>
                        <a:pt x="224790" y="499110"/>
                        <a:pt x="266700" y="488950"/>
                        <a:pt x="290830" y="500380"/>
                      </a:cubicBezTo>
                      <a:cubicBezTo>
                        <a:pt x="307340" y="509270"/>
                        <a:pt x="316230" y="519430"/>
                        <a:pt x="327660" y="541020"/>
                      </a:cubicBezTo>
                      <a:cubicBezTo>
                        <a:pt x="353060" y="586740"/>
                        <a:pt x="367030" y="711200"/>
                        <a:pt x="391160" y="787400"/>
                      </a:cubicBezTo>
                      <a:cubicBezTo>
                        <a:pt x="411480" y="854710"/>
                        <a:pt x="434340" y="919480"/>
                        <a:pt x="458470" y="976630"/>
                      </a:cubicBezTo>
                      <a:cubicBezTo>
                        <a:pt x="478790" y="1024890"/>
                        <a:pt x="501650" y="1073150"/>
                        <a:pt x="523240" y="1106170"/>
                      </a:cubicBezTo>
                      <a:cubicBezTo>
                        <a:pt x="537210" y="1129030"/>
                        <a:pt x="551180" y="1143000"/>
                        <a:pt x="566420" y="1160780"/>
                      </a:cubicBezTo>
                      <a:cubicBezTo>
                        <a:pt x="581660" y="1177290"/>
                        <a:pt x="596900" y="1195070"/>
                        <a:pt x="614680" y="1209040"/>
                      </a:cubicBezTo>
                      <a:cubicBezTo>
                        <a:pt x="633730" y="1221740"/>
                        <a:pt x="670560" y="1225550"/>
                        <a:pt x="678180" y="1242060"/>
                      </a:cubicBezTo>
                      <a:cubicBezTo>
                        <a:pt x="684530" y="1254760"/>
                        <a:pt x="681990" y="1280160"/>
                        <a:pt x="671830" y="1289050"/>
                      </a:cubicBezTo>
                      <a:cubicBezTo>
                        <a:pt x="657860" y="1301750"/>
                        <a:pt x="618490" y="1296670"/>
                        <a:pt x="588010" y="1290320"/>
                      </a:cubicBezTo>
                      <a:cubicBezTo>
                        <a:pt x="548640" y="1282700"/>
                        <a:pt x="496570" y="1254760"/>
                        <a:pt x="458470" y="1231900"/>
                      </a:cubicBezTo>
                      <a:cubicBezTo>
                        <a:pt x="426720" y="1211580"/>
                        <a:pt x="397510" y="1189990"/>
                        <a:pt x="374650" y="1165860"/>
                      </a:cubicBezTo>
                      <a:cubicBezTo>
                        <a:pt x="354330" y="1143000"/>
                        <a:pt x="342900" y="1122680"/>
                        <a:pt x="325120" y="1093470"/>
                      </a:cubicBezTo>
                      <a:cubicBezTo>
                        <a:pt x="298450" y="1050290"/>
                        <a:pt x="265430" y="998220"/>
                        <a:pt x="237490" y="930910"/>
                      </a:cubicBezTo>
                      <a:cubicBezTo>
                        <a:pt x="195580" y="830580"/>
                        <a:pt x="124460" y="588010"/>
                        <a:pt x="118110" y="537210"/>
                      </a:cubicBezTo>
                      <a:cubicBezTo>
                        <a:pt x="116840" y="524510"/>
                        <a:pt x="116840" y="520700"/>
                        <a:pt x="120650" y="514350"/>
                      </a:cubicBezTo>
                      <a:cubicBezTo>
                        <a:pt x="124460" y="506730"/>
                        <a:pt x="135890" y="496570"/>
                        <a:pt x="144780" y="496570"/>
                      </a:cubicBezTo>
                      <a:cubicBezTo>
                        <a:pt x="154940" y="496570"/>
                        <a:pt x="180340" y="519430"/>
                        <a:pt x="180340" y="519430"/>
                      </a:cubicBezTo>
                    </a:path>
                  </a:pathLst>
                </a:custGeom>
                <a:solidFill>
                  <a:srgbClr val="E7191F"/>
                </a:solidFill>
                <a:ln cap="sq">
                  <a:noFill/>
                  <a:prstDash val="solid"/>
                  <a:miter/>
                </a:ln>
              </p:spPr>
            </p:sp>
          </p:grpSp>
        </p:grpSp>
        <p:grpSp>
          <p:nvGrpSpPr>
            <p:cNvPr id="23" name="Group 23"/>
            <p:cNvGrpSpPr/>
            <p:nvPr/>
          </p:nvGrpSpPr>
          <p:grpSpPr>
            <a:xfrm>
              <a:off x="1704302" y="7952908"/>
              <a:ext cx="5458714" cy="907402"/>
              <a:chOff x="0" y="0"/>
              <a:chExt cx="7278286" cy="1209869"/>
            </a:xfrm>
          </p:grpSpPr>
          <p:sp>
            <p:nvSpPr>
              <p:cNvPr id="24" name="Freeform 24"/>
              <p:cNvSpPr/>
              <p:nvPr/>
            </p:nvSpPr>
            <p:spPr>
              <a:xfrm>
                <a:off x="0" y="0"/>
                <a:ext cx="2535257" cy="1055301"/>
              </a:xfrm>
              <a:custGeom>
                <a:avLst/>
                <a:gdLst/>
                <a:ahLst/>
                <a:cxnLst/>
                <a:rect l="l" t="t" r="r" b="b"/>
                <a:pathLst>
                  <a:path w="2535257" h="1055301">
                    <a:moveTo>
                      <a:pt x="0" y="0"/>
                    </a:moveTo>
                    <a:lnTo>
                      <a:pt x="2535257" y="0"/>
                    </a:lnTo>
                    <a:lnTo>
                      <a:pt x="2535257" y="1055301"/>
                    </a:lnTo>
                    <a:lnTo>
                      <a:pt x="0" y="105530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5" name="Freeform 25"/>
              <p:cNvSpPr/>
              <p:nvPr/>
            </p:nvSpPr>
            <p:spPr>
              <a:xfrm flipH="1">
                <a:off x="2359230" y="0"/>
                <a:ext cx="2535257" cy="1055301"/>
              </a:xfrm>
              <a:custGeom>
                <a:avLst/>
                <a:gdLst/>
                <a:ahLst/>
                <a:cxnLst/>
                <a:rect l="l" t="t" r="r" b="b"/>
                <a:pathLst>
                  <a:path w="2535257" h="1055301">
                    <a:moveTo>
                      <a:pt x="2535257" y="0"/>
                    </a:moveTo>
                    <a:lnTo>
                      <a:pt x="0" y="0"/>
                    </a:lnTo>
                    <a:lnTo>
                      <a:pt x="0" y="1055301"/>
                    </a:lnTo>
                    <a:lnTo>
                      <a:pt x="2535257" y="1055301"/>
                    </a:lnTo>
                    <a:lnTo>
                      <a:pt x="2535257"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6" name="Freeform 26"/>
              <p:cNvSpPr/>
              <p:nvPr/>
            </p:nvSpPr>
            <p:spPr>
              <a:xfrm flipH="1" flipV="1">
                <a:off x="4743028" y="154568"/>
                <a:ext cx="2535257" cy="1055301"/>
              </a:xfrm>
              <a:custGeom>
                <a:avLst/>
                <a:gdLst/>
                <a:ahLst/>
                <a:cxnLst/>
                <a:rect l="l" t="t" r="r" b="b"/>
                <a:pathLst>
                  <a:path w="2535257" h="1055301">
                    <a:moveTo>
                      <a:pt x="2535258" y="1055301"/>
                    </a:moveTo>
                    <a:lnTo>
                      <a:pt x="0" y="1055301"/>
                    </a:lnTo>
                    <a:lnTo>
                      <a:pt x="0" y="0"/>
                    </a:lnTo>
                    <a:lnTo>
                      <a:pt x="2535258" y="0"/>
                    </a:lnTo>
                    <a:lnTo>
                      <a:pt x="2535258" y="1055301"/>
                    </a:lnTo>
                    <a:close/>
                  </a:path>
                </a:pathLst>
              </a:custGeom>
              <a:blipFill>
                <a:blip r:embed="rId11">
                  <a:extLst>
                    <a:ext uri="{96DAC541-7B7A-43D3-8B79-37D633B846F1}">
                      <asvg:svgBlip xmlns:asvg="http://schemas.microsoft.com/office/drawing/2016/SVG/main" r:embed="rId12"/>
                    </a:ext>
                  </a:extLst>
                </a:blip>
                <a:stretch>
                  <a:fillRect/>
                </a:stretch>
              </a:blipFill>
            </p:spPr>
          </p:sp>
        </p:grpSp>
        <p:sp>
          <p:nvSpPr>
            <p:cNvPr id="27" name="Freeform 27"/>
            <p:cNvSpPr/>
            <p:nvPr/>
          </p:nvSpPr>
          <p:spPr>
            <a:xfrm>
              <a:off x="2670465" y="4862604"/>
              <a:ext cx="3811960" cy="3087688"/>
            </a:xfrm>
            <a:custGeom>
              <a:avLst/>
              <a:gdLst/>
              <a:ahLst/>
              <a:cxnLst/>
              <a:rect l="l" t="t" r="r" b="b"/>
              <a:pathLst>
                <a:path w="3811960" h="3087688">
                  <a:moveTo>
                    <a:pt x="0" y="0"/>
                  </a:moveTo>
                  <a:lnTo>
                    <a:pt x="3811960" y="0"/>
                  </a:lnTo>
                  <a:lnTo>
                    <a:pt x="3811960" y="3087688"/>
                  </a:lnTo>
                  <a:lnTo>
                    <a:pt x="0" y="308768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28" name="Group 28"/>
            <p:cNvGrpSpPr/>
            <p:nvPr/>
          </p:nvGrpSpPr>
          <p:grpSpPr>
            <a:xfrm>
              <a:off x="7800752" y="8860310"/>
              <a:ext cx="1080901" cy="794452"/>
              <a:chOff x="0" y="0"/>
              <a:chExt cx="1441201" cy="1059269"/>
            </a:xfrm>
          </p:grpSpPr>
          <p:sp>
            <p:nvSpPr>
              <p:cNvPr id="29" name="Freeform 29"/>
              <p:cNvSpPr/>
              <p:nvPr/>
            </p:nvSpPr>
            <p:spPr>
              <a:xfrm>
                <a:off x="0" y="177547"/>
                <a:ext cx="847750" cy="596604"/>
              </a:xfrm>
              <a:custGeom>
                <a:avLst/>
                <a:gdLst/>
                <a:ahLst/>
                <a:cxnLst/>
                <a:rect l="l" t="t" r="r" b="b"/>
                <a:pathLst>
                  <a:path w="847750" h="596604">
                    <a:moveTo>
                      <a:pt x="0" y="0"/>
                    </a:moveTo>
                    <a:lnTo>
                      <a:pt x="847750" y="0"/>
                    </a:lnTo>
                    <a:lnTo>
                      <a:pt x="847750" y="596604"/>
                    </a:lnTo>
                    <a:lnTo>
                      <a:pt x="0" y="5966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0" name="Freeform 30"/>
              <p:cNvSpPr/>
              <p:nvPr/>
            </p:nvSpPr>
            <p:spPr>
              <a:xfrm>
                <a:off x="1152550" y="0"/>
                <a:ext cx="288651" cy="1059269"/>
              </a:xfrm>
              <a:custGeom>
                <a:avLst/>
                <a:gdLst/>
                <a:ahLst/>
                <a:cxnLst/>
                <a:rect l="l" t="t" r="r" b="b"/>
                <a:pathLst>
                  <a:path w="288651" h="1059269">
                    <a:moveTo>
                      <a:pt x="0" y="0"/>
                    </a:moveTo>
                    <a:lnTo>
                      <a:pt x="288651" y="0"/>
                    </a:lnTo>
                    <a:lnTo>
                      <a:pt x="288651" y="1059269"/>
                    </a:lnTo>
                    <a:lnTo>
                      <a:pt x="0" y="105926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sp>
          <p:nvSpPr>
            <p:cNvPr id="36" name="TextBox 36"/>
            <p:cNvSpPr txBox="1"/>
            <p:nvPr/>
          </p:nvSpPr>
          <p:spPr>
            <a:xfrm>
              <a:off x="1770849" y="8879360"/>
              <a:ext cx="5851773" cy="596900"/>
            </a:xfrm>
            <a:prstGeom prst="rect">
              <a:avLst/>
            </a:prstGeom>
          </p:spPr>
          <p:txBody>
            <a:bodyPr lIns="0" tIns="0" rIns="0" bIns="0" rtlCol="0" anchor="t">
              <a:spAutoFit/>
            </a:bodyPr>
            <a:lstStyle/>
            <a:p>
              <a:pPr algn="ctr">
                <a:lnSpc>
                  <a:spcPts val="4900"/>
                </a:lnSpc>
              </a:pPr>
              <a:r>
                <a:rPr lang="en-US" sz="3500" b="1">
                  <a:solidFill>
                    <a:srgbClr val="E6C078"/>
                  </a:solidFill>
                  <a:latin typeface="Canva Sans Bold"/>
                  <a:ea typeface="Canva Sans Bold"/>
                  <a:cs typeface="Canva Sans Bold"/>
                  <a:sym typeface="Canva Sans Bold"/>
                </a:rPr>
                <a:t>ground truth data </a:t>
              </a:r>
              <a:r>
                <a:rPr lang="en-US" sz="3500" b="1">
                  <a:solidFill>
                    <a:srgbClr val="FFFFFF"/>
                  </a:solidFill>
                  <a:latin typeface="Canva Sans Bold"/>
                  <a:ea typeface="Canva Sans Bold"/>
                  <a:cs typeface="Canva Sans Bold"/>
                  <a:sym typeface="Canva Sans Bold"/>
                </a:rPr>
                <a:t>is known</a:t>
              </a:r>
            </a:p>
          </p:txBody>
        </p:sp>
      </p:grpSp>
      <p:grpSp>
        <p:nvGrpSpPr>
          <p:cNvPr id="46" name="Group 45">
            <a:extLst>
              <a:ext uri="{FF2B5EF4-FFF2-40B4-BE49-F238E27FC236}">
                <a16:creationId xmlns:a16="http://schemas.microsoft.com/office/drawing/2014/main" id="{9745E53E-752E-41CA-B1F7-992586204C75}"/>
              </a:ext>
            </a:extLst>
          </p:cNvPr>
          <p:cNvGrpSpPr/>
          <p:nvPr/>
        </p:nvGrpSpPr>
        <p:grpSpPr>
          <a:xfrm>
            <a:off x="9191831" y="3263278"/>
            <a:ext cx="6599142" cy="5264305"/>
            <a:chOff x="9191831" y="3263278"/>
            <a:chExt cx="6599142" cy="5264305"/>
          </a:xfrm>
        </p:grpSpPr>
        <p:sp>
          <p:nvSpPr>
            <p:cNvPr id="31" name="Freeform 31"/>
            <p:cNvSpPr/>
            <p:nvPr/>
          </p:nvSpPr>
          <p:spPr>
            <a:xfrm>
              <a:off x="11253484" y="3263278"/>
              <a:ext cx="4537489" cy="3760444"/>
            </a:xfrm>
            <a:custGeom>
              <a:avLst/>
              <a:gdLst/>
              <a:ahLst/>
              <a:cxnLst/>
              <a:rect l="l" t="t" r="r" b="b"/>
              <a:pathLst>
                <a:path w="4537489" h="3760444">
                  <a:moveTo>
                    <a:pt x="0" y="0"/>
                  </a:moveTo>
                  <a:lnTo>
                    <a:pt x="4537489" y="0"/>
                  </a:lnTo>
                  <a:lnTo>
                    <a:pt x="4537489" y="3760444"/>
                  </a:lnTo>
                  <a:lnTo>
                    <a:pt x="0" y="3760444"/>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2" name="Freeform 32"/>
            <p:cNvSpPr/>
            <p:nvPr/>
          </p:nvSpPr>
          <p:spPr>
            <a:xfrm rot="-1790818" flipV="1">
              <a:off x="9191831" y="6378718"/>
              <a:ext cx="2112688" cy="755286"/>
            </a:xfrm>
            <a:custGeom>
              <a:avLst/>
              <a:gdLst/>
              <a:ahLst/>
              <a:cxnLst/>
              <a:rect l="l" t="t" r="r" b="b"/>
              <a:pathLst>
                <a:path w="2112688" h="755286">
                  <a:moveTo>
                    <a:pt x="0" y="755286"/>
                  </a:moveTo>
                  <a:lnTo>
                    <a:pt x="2112688" y="755286"/>
                  </a:lnTo>
                  <a:lnTo>
                    <a:pt x="2112688" y="0"/>
                  </a:lnTo>
                  <a:lnTo>
                    <a:pt x="0" y="0"/>
                  </a:lnTo>
                  <a:lnTo>
                    <a:pt x="0" y="755286"/>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37" name="TextBox 37"/>
            <p:cNvSpPr txBox="1"/>
            <p:nvPr/>
          </p:nvSpPr>
          <p:spPr>
            <a:xfrm>
              <a:off x="9843530" y="7311558"/>
              <a:ext cx="5527398" cy="1216025"/>
            </a:xfrm>
            <a:prstGeom prst="rect">
              <a:avLst/>
            </a:prstGeom>
          </p:spPr>
          <p:txBody>
            <a:bodyPr lIns="0" tIns="0" rIns="0" bIns="0" rtlCol="0" anchor="t">
              <a:spAutoFit/>
            </a:bodyPr>
            <a:lstStyle/>
            <a:p>
              <a:pPr algn="ctr">
                <a:lnSpc>
                  <a:spcPts val="4900"/>
                </a:lnSpc>
              </a:pPr>
              <a:r>
                <a:rPr lang="en-US" sz="3500" b="1" dirty="0">
                  <a:solidFill>
                    <a:srgbClr val="FFFFFF"/>
                  </a:solidFill>
                  <a:latin typeface="Canva Sans Bold"/>
                  <a:ea typeface="Canva Sans Bold"/>
                  <a:cs typeface="Canva Sans Bold"/>
                  <a:sym typeface="Canva Sans Bold"/>
                </a:rPr>
                <a:t>use ground truth data to </a:t>
              </a:r>
            </a:p>
            <a:p>
              <a:pPr algn="ctr">
                <a:lnSpc>
                  <a:spcPts val="4900"/>
                </a:lnSpc>
              </a:pPr>
              <a:r>
                <a:rPr lang="en-US" sz="3500" b="1" dirty="0">
                  <a:solidFill>
                    <a:srgbClr val="E6C078"/>
                  </a:solidFill>
                  <a:latin typeface="Canva Sans Bold"/>
                  <a:ea typeface="Canva Sans Bold"/>
                  <a:cs typeface="Canva Sans Bold"/>
                  <a:sym typeface="Canva Sans Bold"/>
                </a:rPr>
                <a:t>build a model</a:t>
              </a:r>
            </a:p>
          </p:txBody>
        </p:sp>
      </p:grpSp>
      <p:grpSp>
        <p:nvGrpSpPr>
          <p:cNvPr id="51" name="Group 50">
            <a:extLst>
              <a:ext uri="{FF2B5EF4-FFF2-40B4-BE49-F238E27FC236}">
                <a16:creationId xmlns:a16="http://schemas.microsoft.com/office/drawing/2014/main" id="{8360A664-57F4-4FD2-A16F-3DD80BEA1B6C}"/>
              </a:ext>
            </a:extLst>
          </p:cNvPr>
          <p:cNvGrpSpPr/>
          <p:nvPr/>
        </p:nvGrpSpPr>
        <p:grpSpPr>
          <a:xfrm>
            <a:off x="1066775" y="41414"/>
            <a:ext cx="14880134" cy="3888020"/>
            <a:chOff x="1066775" y="41414"/>
            <a:chExt cx="14880134" cy="3888020"/>
          </a:xfrm>
        </p:grpSpPr>
        <p:sp>
          <p:nvSpPr>
            <p:cNvPr id="33" name="Freeform 33"/>
            <p:cNvSpPr/>
            <p:nvPr/>
          </p:nvSpPr>
          <p:spPr>
            <a:xfrm rot="12375229" flipV="1">
              <a:off x="9202081" y="2453200"/>
              <a:ext cx="2112688" cy="755286"/>
            </a:xfrm>
            <a:custGeom>
              <a:avLst/>
              <a:gdLst/>
              <a:ahLst/>
              <a:cxnLst/>
              <a:rect l="l" t="t" r="r" b="b"/>
              <a:pathLst>
                <a:path w="2112688" h="755286">
                  <a:moveTo>
                    <a:pt x="0" y="755285"/>
                  </a:moveTo>
                  <a:lnTo>
                    <a:pt x="2112687" y="755285"/>
                  </a:lnTo>
                  <a:lnTo>
                    <a:pt x="2112687" y="0"/>
                  </a:lnTo>
                  <a:lnTo>
                    <a:pt x="0" y="0"/>
                  </a:lnTo>
                  <a:lnTo>
                    <a:pt x="0" y="755285"/>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50" name="Group 49">
              <a:extLst>
                <a:ext uri="{FF2B5EF4-FFF2-40B4-BE49-F238E27FC236}">
                  <a16:creationId xmlns:a16="http://schemas.microsoft.com/office/drawing/2014/main" id="{D649D6F5-1D77-4BED-BCE3-30514A9242F2}"/>
                </a:ext>
              </a:extLst>
            </p:cNvPr>
            <p:cNvGrpSpPr/>
            <p:nvPr/>
          </p:nvGrpSpPr>
          <p:grpSpPr>
            <a:xfrm>
              <a:off x="1066775" y="41414"/>
              <a:ext cx="14880134" cy="3888020"/>
              <a:chOff x="1066775" y="41414"/>
              <a:chExt cx="14880134" cy="3888020"/>
            </a:xfrm>
          </p:grpSpPr>
          <p:grpSp>
            <p:nvGrpSpPr>
              <p:cNvPr id="2" name="Group 2"/>
              <p:cNvGrpSpPr/>
              <p:nvPr/>
            </p:nvGrpSpPr>
            <p:grpSpPr>
              <a:xfrm>
                <a:off x="1066775" y="2151197"/>
                <a:ext cx="6733769" cy="823210"/>
                <a:chOff x="0" y="0"/>
                <a:chExt cx="8978358" cy="1097613"/>
              </a:xfrm>
            </p:grpSpPr>
            <p:sp>
              <p:nvSpPr>
                <p:cNvPr id="3" name="Freeform 3"/>
                <p:cNvSpPr/>
                <p:nvPr/>
              </p:nvSpPr>
              <p:spPr>
                <a:xfrm>
                  <a:off x="0" y="0"/>
                  <a:ext cx="4716307" cy="1097613"/>
                </a:xfrm>
                <a:custGeom>
                  <a:avLst/>
                  <a:gdLst/>
                  <a:ahLst/>
                  <a:cxnLst/>
                  <a:rect l="l" t="t" r="r" b="b"/>
                  <a:pathLst>
                    <a:path w="4716307" h="1097613">
                      <a:moveTo>
                        <a:pt x="0" y="0"/>
                      </a:moveTo>
                      <a:lnTo>
                        <a:pt x="4716307" y="0"/>
                      </a:lnTo>
                      <a:lnTo>
                        <a:pt x="4716307" y="1097613"/>
                      </a:lnTo>
                      <a:lnTo>
                        <a:pt x="0" y="1097613"/>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4" name="Freeform 4"/>
                <p:cNvSpPr/>
                <p:nvPr/>
              </p:nvSpPr>
              <p:spPr>
                <a:xfrm>
                  <a:off x="4262051" y="0"/>
                  <a:ext cx="4716307" cy="1097613"/>
                </a:xfrm>
                <a:custGeom>
                  <a:avLst/>
                  <a:gdLst/>
                  <a:ahLst/>
                  <a:cxnLst/>
                  <a:rect l="l" t="t" r="r" b="b"/>
                  <a:pathLst>
                    <a:path w="4716307" h="1097613">
                      <a:moveTo>
                        <a:pt x="0" y="0"/>
                      </a:moveTo>
                      <a:lnTo>
                        <a:pt x="4716307" y="0"/>
                      </a:lnTo>
                      <a:lnTo>
                        <a:pt x="4716307" y="1097613"/>
                      </a:lnTo>
                      <a:lnTo>
                        <a:pt x="0" y="1097613"/>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grpSp>
          <p:grpSp>
            <p:nvGrpSpPr>
              <p:cNvPr id="47" name="Group 46">
                <a:extLst>
                  <a:ext uri="{FF2B5EF4-FFF2-40B4-BE49-F238E27FC236}">
                    <a16:creationId xmlns:a16="http://schemas.microsoft.com/office/drawing/2014/main" id="{35204665-F4D2-4C2D-9EE9-E18D39530179}"/>
                  </a:ext>
                </a:extLst>
              </p:cNvPr>
              <p:cNvGrpSpPr/>
              <p:nvPr/>
            </p:nvGrpSpPr>
            <p:grpSpPr>
              <a:xfrm>
                <a:off x="1316627" y="41414"/>
                <a:ext cx="14630282" cy="3888020"/>
                <a:chOff x="1316627" y="41414"/>
                <a:chExt cx="14630282" cy="3888020"/>
              </a:xfrm>
            </p:grpSpPr>
            <p:grpSp>
              <p:nvGrpSpPr>
                <p:cNvPr id="5" name="Group 5"/>
                <p:cNvGrpSpPr/>
                <p:nvPr/>
              </p:nvGrpSpPr>
              <p:grpSpPr>
                <a:xfrm>
                  <a:off x="1316627" y="419392"/>
                  <a:ext cx="6195964" cy="2836663"/>
                  <a:chOff x="0" y="0"/>
                  <a:chExt cx="8261285" cy="3782217"/>
                </a:xfrm>
              </p:grpSpPr>
              <p:sp>
                <p:nvSpPr>
                  <p:cNvPr id="6" name="Freeform 6"/>
                  <p:cNvSpPr/>
                  <p:nvPr/>
                </p:nvSpPr>
                <p:spPr>
                  <a:xfrm>
                    <a:off x="0" y="0"/>
                    <a:ext cx="8261285" cy="3782217"/>
                  </a:xfrm>
                  <a:custGeom>
                    <a:avLst/>
                    <a:gdLst/>
                    <a:ahLst/>
                    <a:cxnLst/>
                    <a:rect l="l" t="t" r="r" b="b"/>
                    <a:pathLst>
                      <a:path w="8261285" h="3782217">
                        <a:moveTo>
                          <a:pt x="0" y="0"/>
                        </a:moveTo>
                        <a:lnTo>
                          <a:pt x="8261285" y="0"/>
                        </a:lnTo>
                        <a:lnTo>
                          <a:pt x="8261285" y="3782217"/>
                        </a:lnTo>
                        <a:lnTo>
                          <a:pt x="0" y="3782217"/>
                        </a:lnTo>
                        <a:lnTo>
                          <a:pt x="0" y="0"/>
                        </a:lnTo>
                        <a:close/>
                      </a:path>
                    </a:pathLst>
                  </a:custGeom>
                  <a:blipFill>
                    <a:blip r:embed="rId9"/>
                    <a:stretch>
                      <a:fillRect/>
                    </a:stretch>
                  </a:blipFill>
                </p:spPr>
              </p:sp>
              <p:sp>
                <p:nvSpPr>
                  <p:cNvPr id="7" name="Freeform 7"/>
                  <p:cNvSpPr/>
                  <p:nvPr/>
                </p:nvSpPr>
                <p:spPr>
                  <a:xfrm rot="-2319610">
                    <a:off x="5481171" y="364564"/>
                    <a:ext cx="1377326" cy="1071253"/>
                  </a:xfrm>
                  <a:custGeom>
                    <a:avLst/>
                    <a:gdLst/>
                    <a:ahLst/>
                    <a:cxnLst/>
                    <a:rect l="l" t="t" r="r" b="b"/>
                    <a:pathLst>
                      <a:path w="1377326" h="1071253">
                        <a:moveTo>
                          <a:pt x="0" y="0"/>
                        </a:moveTo>
                        <a:lnTo>
                          <a:pt x="1377326" y="0"/>
                        </a:lnTo>
                        <a:lnTo>
                          <a:pt x="1377326" y="1071253"/>
                        </a:lnTo>
                        <a:lnTo>
                          <a:pt x="0" y="1071253"/>
                        </a:lnTo>
                        <a:lnTo>
                          <a:pt x="0" y="0"/>
                        </a:lnTo>
                        <a:close/>
                      </a:path>
                    </a:pathLst>
                  </a:custGeom>
                  <a:blipFill>
                    <a:blip r:embed="rId10"/>
                    <a:stretch>
                      <a:fillRect/>
                    </a:stretch>
                  </a:blipFill>
                </p:spPr>
              </p:sp>
              <p:grpSp>
                <p:nvGrpSpPr>
                  <p:cNvPr id="8" name="Group 8"/>
                  <p:cNvGrpSpPr/>
                  <p:nvPr/>
                </p:nvGrpSpPr>
                <p:grpSpPr>
                  <a:xfrm>
                    <a:off x="5864860" y="622300"/>
                    <a:ext cx="784860" cy="1399540"/>
                    <a:chOff x="0" y="0"/>
                    <a:chExt cx="784860" cy="1399540"/>
                  </a:xfrm>
                </p:grpSpPr>
                <p:sp>
                  <p:nvSpPr>
                    <p:cNvPr id="9" name="Freeform 9"/>
                    <p:cNvSpPr/>
                    <p:nvPr/>
                  </p:nvSpPr>
                  <p:spPr>
                    <a:xfrm>
                      <a:off x="49530" y="49530"/>
                      <a:ext cx="684530" cy="1301750"/>
                    </a:xfrm>
                    <a:custGeom>
                      <a:avLst/>
                      <a:gdLst/>
                      <a:ahLst/>
                      <a:cxnLst/>
                      <a:rect l="l" t="t" r="r" b="b"/>
                      <a:pathLst>
                        <a:path w="684530" h="1301750">
                          <a:moveTo>
                            <a:pt x="180340" y="519430"/>
                          </a:moveTo>
                          <a:cubicBezTo>
                            <a:pt x="294640" y="895350"/>
                            <a:pt x="355600" y="1023620"/>
                            <a:pt x="393700" y="1079500"/>
                          </a:cubicBezTo>
                          <a:cubicBezTo>
                            <a:pt x="411480" y="1107440"/>
                            <a:pt x="424180" y="1118870"/>
                            <a:pt x="443230" y="1135380"/>
                          </a:cubicBezTo>
                          <a:cubicBezTo>
                            <a:pt x="464820" y="1153160"/>
                            <a:pt x="486410" y="1165860"/>
                            <a:pt x="515620" y="1179830"/>
                          </a:cubicBezTo>
                          <a:cubicBezTo>
                            <a:pt x="556260" y="1200150"/>
                            <a:pt x="650240" y="1212850"/>
                            <a:pt x="671830" y="1234440"/>
                          </a:cubicBezTo>
                          <a:cubicBezTo>
                            <a:pt x="681990" y="1244600"/>
                            <a:pt x="684530" y="1257300"/>
                            <a:pt x="683260" y="1266190"/>
                          </a:cubicBezTo>
                          <a:cubicBezTo>
                            <a:pt x="683260" y="1275080"/>
                            <a:pt x="676910" y="1283970"/>
                            <a:pt x="671830" y="1289050"/>
                          </a:cubicBezTo>
                          <a:cubicBezTo>
                            <a:pt x="665480" y="1294130"/>
                            <a:pt x="657860" y="1297940"/>
                            <a:pt x="646430" y="1297940"/>
                          </a:cubicBezTo>
                          <a:cubicBezTo>
                            <a:pt x="627380" y="1297940"/>
                            <a:pt x="593090" y="1282700"/>
                            <a:pt x="566420" y="1263650"/>
                          </a:cubicBezTo>
                          <a:cubicBezTo>
                            <a:pt x="533400" y="1239520"/>
                            <a:pt x="496570" y="1198880"/>
                            <a:pt x="467360" y="1153160"/>
                          </a:cubicBezTo>
                          <a:cubicBezTo>
                            <a:pt x="430530" y="1099820"/>
                            <a:pt x="402590" y="1033780"/>
                            <a:pt x="373380" y="956310"/>
                          </a:cubicBezTo>
                          <a:cubicBezTo>
                            <a:pt x="334010" y="850900"/>
                            <a:pt x="318770" y="628650"/>
                            <a:pt x="261620" y="577850"/>
                          </a:cubicBezTo>
                          <a:cubicBezTo>
                            <a:pt x="231140" y="551180"/>
                            <a:pt x="182880" y="571500"/>
                            <a:pt x="151130" y="560070"/>
                          </a:cubicBezTo>
                          <a:cubicBezTo>
                            <a:pt x="125730" y="549910"/>
                            <a:pt x="102870" y="525780"/>
                            <a:pt x="83820" y="520700"/>
                          </a:cubicBezTo>
                          <a:cubicBezTo>
                            <a:pt x="71120" y="516890"/>
                            <a:pt x="52070" y="519430"/>
                            <a:pt x="52070" y="518160"/>
                          </a:cubicBezTo>
                          <a:cubicBezTo>
                            <a:pt x="52070" y="518160"/>
                            <a:pt x="71120" y="510540"/>
                            <a:pt x="83820" y="515620"/>
                          </a:cubicBezTo>
                          <a:cubicBezTo>
                            <a:pt x="109220" y="527050"/>
                            <a:pt x="173990" y="603250"/>
                            <a:pt x="181610" y="633730"/>
                          </a:cubicBezTo>
                          <a:cubicBezTo>
                            <a:pt x="185420" y="650240"/>
                            <a:pt x="181610" y="666750"/>
                            <a:pt x="173990" y="675640"/>
                          </a:cubicBezTo>
                          <a:cubicBezTo>
                            <a:pt x="166370" y="683260"/>
                            <a:pt x="149860" y="689610"/>
                            <a:pt x="140970" y="685800"/>
                          </a:cubicBezTo>
                          <a:cubicBezTo>
                            <a:pt x="128270" y="680720"/>
                            <a:pt x="116840" y="655320"/>
                            <a:pt x="111760" y="636270"/>
                          </a:cubicBezTo>
                          <a:cubicBezTo>
                            <a:pt x="105410" y="612140"/>
                            <a:pt x="104140" y="566420"/>
                            <a:pt x="114300" y="549910"/>
                          </a:cubicBezTo>
                          <a:cubicBezTo>
                            <a:pt x="120650" y="541020"/>
                            <a:pt x="135890" y="534670"/>
                            <a:pt x="146050" y="537210"/>
                          </a:cubicBezTo>
                          <a:cubicBezTo>
                            <a:pt x="158750" y="538480"/>
                            <a:pt x="177800" y="574040"/>
                            <a:pt x="180340" y="572770"/>
                          </a:cubicBezTo>
                          <a:cubicBezTo>
                            <a:pt x="182880" y="571500"/>
                            <a:pt x="166370" y="546100"/>
                            <a:pt x="168910" y="542290"/>
                          </a:cubicBezTo>
                          <a:cubicBezTo>
                            <a:pt x="175260" y="537210"/>
                            <a:pt x="219710" y="556260"/>
                            <a:pt x="237490" y="571500"/>
                          </a:cubicBezTo>
                          <a:cubicBezTo>
                            <a:pt x="255270" y="586740"/>
                            <a:pt x="265430" y="607060"/>
                            <a:pt x="275590" y="635000"/>
                          </a:cubicBezTo>
                          <a:cubicBezTo>
                            <a:pt x="290830" y="680720"/>
                            <a:pt x="287020" y="772160"/>
                            <a:pt x="299720" y="825500"/>
                          </a:cubicBezTo>
                          <a:cubicBezTo>
                            <a:pt x="308610" y="867410"/>
                            <a:pt x="313690" y="892810"/>
                            <a:pt x="332740" y="932180"/>
                          </a:cubicBezTo>
                          <a:cubicBezTo>
                            <a:pt x="363220" y="995680"/>
                            <a:pt x="473710" y="1109980"/>
                            <a:pt x="481330" y="1158240"/>
                          </a:cubicBezTo>
                          <a:cubicBezTo>
                            <a:pt x="485140" y="1178560"/>
                            <a:pt x="480060" y="1197610"/>
                            <a:pt x="469900" y="1203960"/>
                          </a:cubicBezTo>
                          <a:cubicBezTo>
                            <a:pt x="459740" y="1211580"/>
                            <a:pt x="436880" y="1210310"/>
                            <a:pt x="421640" y="1198880"/>
                          </a:cubicBezTo>
                          <a:cubicBezTo>
                            <a:pt x="378460" y="1163320"/>
                            <a:pt x="327660" y="941070"/>
                            <a:pt x="300990" y="847090"/>
                          </a:cubicBezTo>
                          <a:cubicBezTo>
                            <a:pt x="283210" y="784860"/>
                            <a:pt x="280670" y="730250"/>
                            <a:pt x="265430" y="689610"/>
                          </a:cubicBezTo>
                          <a:cubicBezTo>
                            <a:pt x="255270" y="661670"/>
                            <a:pt x="250190" y="637540"/>
                            <a:pt x="229870" y="622300"/>
                          </a:cubicBezTo>
                          <a:cubicBezTo>
                            <a:pt x="204470" y="604520"/>
                            <a:pt x="119380" y="596900"/>
                            <a:pt x="118110" y="600710"/>
                          </a:cubicBezTo>
                          <a:cubicBezTo>
                            <a:pt x="118110" y="601980"/>
                            <a:pt x="135890" y="603250"/>
                            <a:pt x="148590" y="614680"/>
                          </a:cubicBezTo>
                          <a:cubicBezTo>
                            <a:pt x="187960" y="651510"/>
                            <a:pt x="350520" y="890270"/>
                            <a:pt x="336550" y="920750"/>
                          </a:cubicBezTo>
                          <a:cubicBezTo>
                            <a:pt x="331470" y="930910"/>
                            <a:pt x="303530" y="932180"/>
                            <a:pt x="293370" y="925830"/>
                          </a:cubicBezTo>
                          <a:cubicBezTo>
                            <a:pt x="278130" y="915670"/>
                            <a:pt x="273050" y="885190"/>
                            <a:pt x="266700" y="854710"/>
                          </a:cubicBezTo>
                          <a:cubicBezTo>
                            <a:pt x="257810" y="798830"/>
                            <a:pt x="247650" y="688340"/>
                            <a:pt x="265430" y="615950"/>
                          </a:cubicBezTo>
                          <a:cubicBezTo>
                            <a:pt x="283210" y="548640"/>
                            <a:pt x="330200" y="504190"/>
                            <a:pt x="365760" y="431800"/>
                          </a:cubicBezTo>
                          <a:cubicBezTo>
                            <a:pt x="412750" y="336550"/>
                            <a:pt x="481330" y="137160"/>
                            <a:pt x="519430" y="90170"/>
                          </a:cubicBezTo>
                          <a:cubicBezTo>
                            <a:pt x="530860" y="74930"/>
                            <a:pt x="539750" y="69850"/>
                            <a:pt x="552450" y="66040"/>
                          </a:cubicBezTo>
                          <a:cubicBezTo>
                            <a:pt x="566420" y="63500"/>
                            <a:pt x="588010" y="68580"/>
                            <a:pt x="600710" y="76200"/>
                          </a:cubicBezTo>
                          <a:cubicBezTo>
                            <a:pt x="612140" y="83820"/>
                            <a:pt x="621030" y="96520"/>
                            <a:pt x="627380" y="110490"/>
                          </a:cubicBezTo>
                          <a:cubicBezTo>
                            <a:pt x="633730" y="127000"/>
                            <a:pt x="637540" y="158750"/>
                            <a:pt x="632460" y="172720"/>
                          </a:cubicBezTo>
                          <a:cubicBezTo>
                            <a:pt x="629920" y="181610"/>
                            <a:pt x="622300" y="187960"/>
                            <a:pt x="613410" y="191770"/>
                          </a:cubicBezTo>
                          <a:cubicBezTo>
                            <a:pt x="604520" y="194310"/>
                            <a:pt x="589280" y="195580"/>
                            <a:pt x="579120" y="189230"/>
                          </a:cubicBezTo>
                          <a:cubicBezTo>
                            <a:pt x="565150" y="180340"/>
                            <a:pt x="560070" y="148590"/>
                            <a:pt x="544830" y="129540"/>
                          </a:cubicBezTo>
                          <a:cubicBezTo>
                            <a:pt x="524510" y="105410"/>
                            <a:pt x="476250" y="83820"/>
                            <a:pt x="466090" y="60960"/>
                          </a:cubicBezTo>
                          <a:cubicBezTo>
                            <a:pt x="458470" y="46990"/>
                            <a:pt x="458470" y="27940"/>
                            <a:pt x="463550" y="17780"/>
                          </a:cubicBezTo>
                          <a:cubicBezTo>
                            <a:pt x="468630" y="8890"/>
                            <a:pt x="483870" y="1270"/>
                            <a:pt x="494030" y="1270"/>
                          </a:cubicBezTo>
                          <a:cubicBezTo>
                            <a:pt x="505460" y="0"/>
                            <a:pt x="519430" y="3810"/>
                            <a:pt x="525780" y="16510"/>
                          </a:cubicBezTo>
                          <a:cubicBezTo>
                            <a:pt x="542290" y="43180"/>
                            <a:pt x="532130" y="137160"/>
                            <a:pt x="518160" y="204470"/>
                          </a:cubicBezTo>
                          <a:cubicBezTo>
                            <a:pt x="500380" y="287020"/>
                            <a:pt x="448310" y="400050"/>
                            <a:pt x="414020" y="468630"/>
                          </a:cubicBezTo>
                          <a:cubicBezTo>
                            <a:pt x="391160" y="516890"/>
                            <a:pt x="370840" y="565150"/>
                            <a:pt x="347980" y="586740"/>
                          </a:cubicBezTo>
                          <a:cubicBezTo>
                            <a:pt x="334010" y="599440"/>
                            <a:pt x="318770" y="607060"/>
                            <a:pt x="307340" y="605790"/>
                          </a:cubicBezTo>
                          <a:cubicBezTo>
                            <a:pt x="297180" y="604520"/>
                            <a:pt x="284480" y="591820"/>
                            <a:pt x="280670" y="582930"/>
                          </a:cubicBezTo>
                          <a:cubicBezTo>
                            <a:pt x="276860" y="576580"/>
                            <a:pt x="276860" y="566420"/>
                            <a:pt x="279400" y="560070"/>
                          </a:cubicBezTo>
                          <a:cubicBezTo>
                            <a:pt x="280670" y="552450"/>
                            <a:pt x="285750" y="544830"/>
                            <a:pt x="292100" y="539750"/>
                          </a:cubicBezTo>
                          <a:cubicBezTo>
                            <a:pt x="299720" y="534670"/>
                            <a:pt x="317500" y="532130"/>
                            <a:pt x="326390" y="534670"/>
                          </a:cubicBezTo>
                          <a:cubicBezTo>
                            <a:pt x="334010" y="535940"/>
                            <a:pt x="341630" y="541020"/>
                            <a:pt x="345440" y="548640"/>
                          </a:cubicBezTo>
                          <a:cubicBezTo>
                            <a:pt x="350520" y="556260"/>
                            <a:pt x="354330" y="574040"/>
                            <a:pt x="349250" y="582930"/>
                          </a:cubicBezTo>
                          <a:cubicBezTo>
                            <a:pt x="344170" y="594360"/>
                            <a:pt x="322580" y="605790"/>
                            <a:pt x="311150" y="607060"/>
                          </a:cubicBezTo>
                          <a:cubicBezTo>
                            <a:pt x="303530" y="607060"/>
                            <a:pt x="294640" y="603250"/>
                            <a:pt x="289560" y="596900"/>
                          </a:cubicBezTo>
                          <a:cubicBezTo>
                            <a:pt x="283210" y="589280"/>
                            <a:pt x="276860" y="577850"/>
                            <a:pt x="278130" y="563880"/>
                          </a:cubicBezTo>
                          <a:cubicBezTo>
                            <a:pt x="280670" y="533400"/>
                            <a:pt x="330200" y="482600"/>
                            <a:pt x="354330" y="429260"/>
                          </a:cubicBezTo>
                          <a:cubicBezTo>
                            <a:pt x="387350" y="361950"/>
                            <a:pt x="426720" y="262890"/>
                            <a:pt x="445770" y="187960"/>
                          </a:cubicBezTo>
                          <a:cubicBezTo>
                            <a:pt x="461010" y="125730"/>
                            <a:pt x="449580" y="34290"/>
                            <a:pt x="469900" y="11430"/>
                          </a:cubicBezTo>
                          <a:cubicBezTo>
                            <a:pt x="478790" y="1270"/>
                            <a:pt x="491490" y="0"/>
                            <a:pt x="504190" y="1270"/>
                          </a:cubicBezTo>
                          <a:cubicBezTo>
                            <a:pt x="518160" y="3810"/>
                            <a:pt x="537210" y="15240"/>
                            <a:pt x="552450" y="26670"/>
                          </a:cubicBezTo>
                          <a:cubicBezTo>
                            <a:pt x="570230" y="40640"/>
                            <a:pt x="588010" y="62230"/>
                            <a:pt x="601980" y="83820"/>
                          </a:cubicBezTo>
                          <a:cubicBezTo>
                            <a:pt x="615950" y="105410"/>
                            <a:pt x="638810" y="135890"/>
                            <a:pt x="636270" y="154940"/>
                          </a:cubicBezTo>
                          <a:cubicBezTo>
                            <a:pt x="633730" y="171450"/>
                            <a:pt x="617220" y="190500"/>
                            <a:pt x="604520" y="194310"/>
                          </a:cubicBezTo>
                          <a:cubicBezTo>
                            <a:pt x="595630" y="196850"/>
                            <a:pt x="579120" y="189230"/>
                            <a:pt x="571500" y="182880"/>
                          </a:cubicBezTo>
                          <a:cubicBezTo>
                            <a:pt x="565150" y="177800"/>
                            <a:pt x="566420" y="158750"/>
                            <a:pt x="561340" y="158750"/>
                          </a:cubicBezTo>
                          <a:cubicBezTo>
                            <a:pt x="541020" y="158750"/>
                            <a:pt x="469900" y="383540"/>
                            <a:pt x="426720" y="469900"/>
                          </a:cubicBezTo>
                          <a:cubicBezTo>
                            <a:pt x="394970" y="534670"/>
                            <a:pt x="350520" y="579120"/>
                            <a:pt x="335280" y="635000"/>
                          </a:cubicBezTo>
                          <a:cubicBezTo>
                            <a:pt x="321310" y="688340"/>
                            <a:pt x="328930" y="748030"/>
                            <a:pt x="332740" y="798830"/>
                          </a:cubicBezTo>
                          <a:cubicBezTo>
                            <a:pt x="336550" y="842010"/>
                            <a:pt x="354330" y="889000"/>
                            <a:pt x="353060" y="919480"/>
                          </a:cubicBezTo>
                          <a:cubicBezTo>
                            <a:pt x="351790" y="939800"/>
                            <a:pt x="349250" y="960120"/>
                            <a:pt x="337820" y="967740"/>
                          </a:cubicBezTo>
                          <a:cubicBezTo>
                            <a:pt x="326390" y="976630"/>
                            <a:pt x="303530" y="977900"/>
                            <a:pt x="283210" y="966470"/>
                          </a:cubicBezTo>
                          <a:cubicBezTo>
                            <a:pt x="236220" y="941070"/>
                            <a:pt x="151130" y="778510"/>
                            <a:pt x="113030" y="708660"/>
                          </a:cubicBezTo>
                          <a:cubicBezTo>
                            <a:pt x="88900" y="664210"/>
                            <a:pt x="66040" y="626110"/>
                            <a:pt x="64770" y="594360"/>
                          </a:cubicBezTo>
                          <a:cubicBezTo>
                            <a:pt x="63500" y="572770"/>
                            <a:pt x="68580" y="551180"/>
                            <a:pt x="81280" y="539750"/>
                          </a:cubicBezTo>
                          <a:cubicBezTo>
                            <a:pt x="93980" y="528320"/>
                            <a:pt x="115570" y="528320"/>
                            <a:pt x="137160" y="528320"/>
                          </a:cubicBezTo>
                          <a:cubicBezTo>
                            <a:pt x="167640" y="528320"/>
                            <a:pt x="218440" y="537210"/>
                            <a:pt x="243840" y="549910"/>
                          </a:cubicBezTo>
                          <a:cubicBezTo>
                            <a:pt x="260350" y="557530"/>
                            <a:pt x="267970" y="565150"/>
                            <a:pt x="279400" y="579120"/>
                          </a:cubicBezTo>
                          <a:cubicBezTo>
                            <a:pt x="297180" y="600710"/>
                            <a:pt x="314960" y="636270"/>
                            <a:pt x="328930" y="674370"/>
                          </a:cubicBezTo>
                          <a:cubicBezTo>
                            <a:pt x="346710" y="721360"/>
                            <a:pt x="350520" y="779780"/>
                            <a:pt x="369570" y="842010"/>
                          </a:cubicBezTo>
                          <a:cubicBezTo>
                            <a:pt x="393700" y="922020"/>
                            <a:pt x="455930" y="1055370"/>
                            <a:pt x="473710" y="1115060"/>
                          </a:cubicBezTo>
                          <a:cubicBezTo>
                            <a:pt x="481330" y="1141730"/>
                            <a:pt x="487680" y="1158240"/>
                            <a:pt x="485140" y="1174750"/>
                          </a:cubicBezTo>
                          <a:cubicBezTo>
                            <a:pt x="483870" y="1186180"/>
                            <a:pt x="478790" y="1200150"/>
                            <a:pt x="469900" y="1203960"/>
                          </a:cubicBezTo>
                          <a:cubicBezTo>
                            <a:pt x="458470" y="1210310"/>
                            <a:pt x="439420" y="1209040"/>
                            <a:pt x="421640" y="1198880"/>
                          </a:cubicBezTo>
                          <a:cubicBezTo>
                            <a:pt x="379730" y="1170940"/>
                            <a:pt x="298450" y="1022350"/>
                            <a:pt x="266700" y="953770"/>
                          </a:cubicBezTo>
                          <a:cubicBezTo>
                            <a:pt x="246380" y="909320"/>
                            <a:pt x="240030" y="880110"/>
                            <a:pt x="231140" y="836930"/>
                          </a:cubicBezTo>
                          <a:cubicBezTo>
                            <a:pt x="220980" y="789940"/>
                            <a:pt x="220980" y="717550"/>
                            <a:pt x="210820" y="681990"/>
                          </a:cubicBezTo>
                          <a:cubicBezTo>
                            <a:pt x="204470" y="660400"/>
                            <a:pt x="201930" y="648970"/>
                            <a:pt x="189230" y="633730"/>
                          </a:cubicBezTo>
                          <a:cubicBezTo>
                            <a:pt x="171450" y="612140"/>
                            <a:pt x="110490" y="594360"/>
                            <a:pt x="106680" y="575310"/>
                          </a:cubicBezTo>
                          <a:cubicBezTo>
                            <a:pt x="104140" y="563880"/>
                            <a:pt x="118110" y="543560"/>
                            <a:pt x="128270" y="539750"/>
                          </a:cubicBezTo>
                          <a:cubicBezTo>
                            <a:pt x="140970" y="535940"/>
                            <a:pt x="165100" y="542290"/>
                            <a:pt x="175260" y="554990"/>
                          </a:cubicBezTo>
                          <a:cubicBezTo>
                            <a:pt x="189230" y="571500"/>
                            <a:pt x="191770" y="642620"/>
                            <a:pt x="185420" y="645160"/>
                          </a:cubicBezTo>
                          <a:cubicBezTo>
                            <a:pt x="181610" y="646430"/>
                            <a:pt x="163830" y="614680"/>
                            <a:pt x="162560" y="614680"/>
                          </a:cubicBezTo>
                          <a:cubicBezTo>
                            <a:pt x="161290" y="615950"/>
                            <a:pt x="186690" y="648970"/>
                            <a:pt x="182880" y="660400"/>
                          </a:cubicBezTo>
                          <a:cubicBezTo>
                            <a:pt x="179070" y="671830"/>
                            <a:pt x="157480" y="688340"/>
                            <a:pt x="140970" y="685800"/>
                          </a:cubicBezTo>
                          <a:cubicBezTo>
                            <a:pt x="107950" y="680720"/>
                            <a:pt x="35560" y="581660"/>
                            <a:pt x="15240" y="546100"/>
                          </a:cubicBezTo>
                          <a:cubicBezTo>
                            <a:pt x="3810" y="528320"/>
                            <a:pt x="0" y="514350"/>
                            <a:pt x="1270" y="499110"/>
                          </a:cubicBezTo>
                          <a:cubicBezTo>
                            <a:pt x="1270" y="486410"/>
                            <a:pt x="7620" y="469900"/>
                            <a:pt x="16510" y="459740"/>
                          </a:cubicBezTo>
                          <a:cubicBezTo>
                            <a:pt x="26670" y="450850"/>
                            <a:pt x="39370" y="444500"/>
                            <a:pt x="57150" y="444500"/>
                          </a:cubicBezTo>
                          <a:cubicBezTo>
                            <a:pt x="88900" y="443230"/>
                            <a:pt x="148590" y="481330"/>
                            <a:pt x="189230" y="491490"/>
                          </a:cubicBezTo>
                          <a:cubicBezTo>
                            <a:pt x="224790" y="499110"/>
                            <a:pt x="266700" y="488950"/>
                            <a:pt x="290830" y="500380"/>
                          </a:cubicBezTo>
                          <a:cubicBezTo>
                            <a:pt x="307340" y="509270"/>
                            <a:pt x="316230" y="519430"/>
                            <a:pt x="327660" y="541020"/>
                          </a:cubicBezTo>
                          <a:cubicBezTo>
                            <a:pt x="353060" y="586740"/>
                            <a:pt x="367030" y="711200"/>
                            <a:pt x="391160" y="787400"/>
                          </a:cubicBezTo>
                          <a:cubicBezTo>
                            <a:pt x="411480" y="854710"/>
                            <a:pt x="434340" y="919480"/>
                            <a:pt x="458470" y="976630"/>
                          </a:cubicBezTo>
                          <a:cubicBezTo>
                            <a:pt x="478790" y="1024890"/>
                            <a:pt x="501650" y="1073150"/>
                            <a:pt x="523240" y="1106170"/>
                          </a:cubicBezTo>
                          <a:cubicBezTo>
                            <a:pt x="537210" y="1129030"/>
                            <a:pt x="551180" y="1143000"/>
                            <a:pt x="566420" y="1160780"/>
                          </a:cubicBezTo>
                          <a:cubicBezTo>
                            <a:pt x="581660" y="1177290"/>
                            <a:pt x="596900" y="1195070"/>
                            <a:pt x="614680" y="1209040"/>
                          </a:cubicBezTo>
                          <a:cubicBezTo>
                            <a:pt x="633730" y="1221740"/>
                            <a:pt x="670560" y="1225550"/>
                            <a:pt x="678180" y="1242060"/>
                          </a:cubicBezTo>
                          <a:cubicBezTo>
                            <a:pt x="684530" y="1254760"/>
                            <a:pt x="681990" y="1280160"/>
                            <a:pt x="671830" y="1289050"/>
                          </a:cubicBezTo>
                          <a:cubicBezTo>
                            <a:pt x="657860" y="1301750"/>
                            <a:pt x="618490" y="1296670"/>
                            <a:pt x="588010" y="1290320"/>
                          </a:cubicBezTo>
                          <a:cubicBezTo>
                            <a:pt x="548640" y="1282700"/>
                            <a:pt x="496570" y="1254760"/>
                            <a:pt x="458470" y="1231900"/>
                          </a:cubicBezTo>
                          <a:cubicBezTo>
                            <a:pt x="426720" y="1211580"/>
                            <a:pt x="397510" y="1189990"/>
                            <a:pt x="374650" y="1165860"/>
                          </a:cubicBezTo>
                          <a:cubicBezTo>
                            <a:pt x="354330" y="1143000"/>
                            <a:pt x="342900" y="1122680"/>
                            <a:pt x="325120" y="1093470"/>
                          </a:cubicBezTo>
                          <a:cubicBezTo>
                            <a:pt x="298450" y="1050290"/>
                            <a:pt x="265430" y="998220"/>
                            <a:pt x="237490" y="930910"/>
                          </a:cubicBezTo>
                          <a:cubicBezTo>
                            <a:pt x="195580" y="830580"/>
                            <a:pt x="124460" y="588010"/>
                            <a:pt x="118110" y="537210"/>
                          </a:cubicBezTo>
                          <a:cubicBezTo>
                            <a:pt x="116840" y="524510"/>
                            <a:pt x="116840" y="520700"/>
                            <a:pt x="120650" y="514350"/>
                          </a:cubicBezTo>
                          <a:cubicBezTo>
                            <a:pt x="124460" y="506730"/>
                            <a:pt x="135890" y="496570"/>
                            <a:pt x="144780" y="496570"/>
                          </a:cubicBezTo>
                          <a:cubicBezTo>
                            <a:pt x="154940" y="496570"/>
                            <a:pt x="180340" y="519430"/>
                            <a:pt x="180340" y="519430"/>
                          </a:cubicBezTo>
                        </a:path>
                      </a:pathLst>
                    </a:custGeom>
                    <a:solidFill>
                      <a:srgbClr val="E7191F"/>
                    </a:solidFill>
                    <a:ln cap="sq">
                      <a:noFill/>
                      <a:prstDash val="solid"/>
                      <a:miter/>
                    </a:ln>
                  </p:spPr>
                </p:sp>
              </p:grpSp>
            </p:grpSp>
            <p:grpSp>
              <p:nvGrpSpPr>
                <p:cNvPr id="10" name="Group 10"/>
                <p:cNvGrpSpPr/>
                <p:nvPr/>
              </p:nvGrpSpPr>
              <p:grpSpPr>
                <a:xfrm>
                  <a:off x="1704302" y="3022032"/>
                  <a:ext cx="5458714" cy="907402"/>
                  <a:chOff x="0" y="0"/>
                  <a:chExt cx="7278286" cy="1209869"/>
                </a:xfrm>
              </p:grpSpPr>
              <p:sp>
                <p:nvSpPr>
                  <p:cNvPr id="11" name="Freeform 11"/>
                  <p:cNvSpPr/>
                  <p:nvPr/>
                </p:nvSpPr>
                <p:spPr>
                  <a:xfrm>
                    <a:off x="0" y="0"/>
                    <a:ext cx="2535257" cy="1055301"/>
                  </a:xfrm>
                  <a:custGeom>
                    <a:avLst/>
                    <a:gdLst/>
                    <a:ahLst/>
                    <a:cxnLst/>
                    <a:rect l="l" t="t" r="r" b="b"/>
                    <a:pathLst>
                      <a:path w="2535257" h="1055301">
                        <a:moveTo>
                          <a:pt x="0" y="0"/>
                        </a:moveTo>
                        <a:lnTo>
                          <a:pt x="2535257" y="0"/>
                        </a:lnTo>
                        <a:lnTo>
                          <a:pt x="2535257" y="1055301"/>
                        </a:lnTo>
                        <a:lnTo>
                          <a:pt x="0" y="105530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2" name="Freeform 12"/>
                  <p:cNvSpPr/>
                  <p:nvPr/>
                </p:nvSpPr>
                <p:spPr>
                  <a:xfrm flipH="1">
                    <a:off x="2359230" y="0"/>
                    <a:ext cx="2535257" cy="1055301"/>
                  </a:xfrm>
                  <a:custGeom>
                    <a:avLst/>
                    <a:gdLst/>
                    <a:ahLst/>
                    <a:cxnLst/>
                    <a:rect l="l" t="t" r="r" b="b"/>
                    <a:pathLst>
                      <a:path w="2535257" h="1055301">
                        <a:moveTo>
                          <a:pt x="2535257" y="0"/>
                        </a:moveTo>
                        <a:lnTo>
                          <a:pt x="0" y="0"/>
                        </a:lnTo>
                        <a:lnTo>
                          <a:pt x="0" y="1055301"/>
                        </a:lnTo>
                        <a:lnTo>
                          <a:pt x="2535257" y="1055301"/>
                        </a:lnTo>
                        <a:lnTo>
                          <a:pt x="2535257"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3" name="Freeform 13"/>
                  <p:cNvSpPr/>
                  <p:nvPr/>
                </p:nvSpPr>
                <p:spPr>
                  <a:xfrm flipH="1" flipV="1">
                    <a:off x="4743028" y="154568"/>
                    <a:ext cx="2535257" cy="1055301"/>
                  </a:xfrm>
                  <a:custGeom>
                    <a:avLst/>
                    <a:gdLst/>
                    <a:ahLst/>
                    <a:cxnLst/>
                    <a:rect l="l" t="t" r="r" b="b"/>
                    <a:pathLst>
                      <a:path w="2535257" h="1055301">
                        <a:moveTo>
                          <a:pt x="2535258" y="1055301"/>
                        </a:moveTo>
                        <a:lnTo>
                          <a:pt x="0" y="1055301"/>
                        </a:lnTo>
                        <a:lnTo>
                          <a:pt x="0" y="0"/>
                        </a:lnTo>
                        <a:lnTo>
                          <a:pt x="2535258" y="0"/>
                        </a:lnTo>
                        <a:lnTo>
                          <a:pt x="2535258" y="1055301"/>
                        </a:lnTo>
                        <a:close/>
                      </a:path>
                    </a:pathLst>
                  </a:custGeom>
                  <a:blipFill>
                    <a:blip r:embed="rId11">
                      <a:extLst>
                        <a:ext uri="{96DAC541-7B7A-43D3-8B79-37D633B846F1}">
                          <asvg:svgBlip xmlns:asvg="http://schemas.microsoft.com/office/drawing/2016/SVG/main" r:embed="rId12"/>
                        </a:ext>
                      </a:extLst>
                    </a:blip>
                    <a:stretch>
                      <a:fillRect/>
                    </a:stretch>
                  </a:blipFill>
                </p:spPr>
              </p:sp>
            </p:grpSp>
            <p:sp>
              <p:nvSpPr>
                <p:cNvPr id="34" name="Freeform 34"/>
                <p:cNvSpPr/>
                <p:nvPr/>
              </p:nvSpPr>
              <p:spPr>
                <a:xfrm rot="1877705">
                  <a:off x="2629078" y="41414"/>
                  <a:ext cx="4642297" cy="3806683"/>
                </a:xfrm>
                <a:custGeom>
                  <a:avLst/>
                  <a:gdLst/>
                  <a:ahLst/>
                  <a:cxnLst/>
                  <a:rect l="l" t="t" r="r" b="b"/>
                  <a:pathLst>
                    <a:path w="4642297" h="3806683">
                      <a:moveTo>
                        <a:pt x="0" y="0"/>
                      </a:moveTo>
                      <a:lnTo>
                        <a:pt x="4642296" y="0"/>
                      </a:lnTo>
                      <a:lnTo>
                        <a:pt x="4642296" y="3806684"/>
                      </a:lnTo>
                      <a:lnTo>
                        <a:pt x="0" y="3806684"/>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38" name="TextBox 38"/>
                <p:cNvSpPr txBox="1"/>
                <p:nvPr/>
              </p:nvSpPr>
              <p:spPr>
                <a:xfrm>
                  <a:off x="10419511" y="1758382"/>
                  <a:ext cx="5527398" cy="1216025"/>
                </a:xfrm>
                <a:prstGeom prst="rect">
                  <a:avLst/>
                </a:prstGeom>
              </p:spPr>
              <p:txBody>
                <a:bodyPr lIns="0" tIns="0" rIns="0" bIns="0" rtlCol="0" anchor="t">
                  <a:spAutoFit/>
                </a:bodyPr>
                <a:lstStyle/>
                <a:p>
                  <a:pPr algn="ctr">
                    <a:lnSpc>
                      <a:spcPts val="4900"/>
                    </a:lnSpc>
                  </a:pPr>
                  <a:r>
                    <a:rPr lang="en-US" sz="3500" b="1" dirty="0">
                      <a:solidFill>
                        <a:srgbClr val="FFFFFF"/>
                      </a:solidFill>
                      <a:latin typeface="Canva Sans Bold"/>
                      <a:ea typeface="Canva Sans Bold"/>
                      <a:cs typeface="Canva Sans Bold"/>
                      <a:sym typeface="Canva Sans Bold"/>
                    </a:rPr>
                    <a:t>model </a:t>
                  </a:r>
                  <a:r>
                    <a:rPr lang="en-US" sz="3500" b="1" dirty="0">
                      <a:solidFill>
                        <a:srgbClr val="E6C078"/>
                      </a:solidFill>
                      <a:latin typeface="Canva Sans Bold"/>
                      <a:ea typeface="Canva Sans Bold"/>
                      <a:cs typeface="Canva Sans Bold"/>
                      <a:sym typeface="Canva Sans Bold"/>
                    </a:rPr>
                    <a:t>predicts</a:t>
                  </a:r>
                  <a:r>
                    <a:rPr lang="en-US" sz="3500" b="1" dirty="0">
                      <a:solidFill>
                        <a:srgbClr val="FFFFFF"/>
                      </a:solidFill>
                      <a:latin typeface="Canva Sans Bold"/>
                      <a:ea typeface="Canva Sans Bold"/>
                      <a:cs typeface="Canva Sans Bold"/>
                      <a:sym typeface="Canva Sans Bold"/>
                    </a:rPr>
                    <a:t> onto the deployment data </a:t>
                  </a:r>
                </a:p>
              </p:txBody>
            </p:sp>
          </p:grpSp>
        </p:grpSp>
      </p:grpSp>
      <p:grpSp>
        <p:nvGrpSpPr>
          <p:cNvPr id="48" name="Group 47">
            <a:extLst>
              <a:ext uri="{FF2B5EF4-FFF2-40B4-BE49-F238E27FC236}">
                <a16:creationId xmlns:a16="http://schemas.microsoft.com/office/drawing/2014/main" id="{EE7ED44B-D759-4CAA-AF63-7E99FB9EE8BE}"/>
              </a:ext>
            </a:extLst>
          </p:cNvPr>
          <p:cNvGrpSpPr/>
          <p:nvPr/>
        </p:nvGrpSpPr>
        <p:grpSpPr>
          <a:xfrm>
            <a:off x="7050721" y="134004"/>
            <a:ext cx="10823118" cy="1062403"/>
            <a:chOff x="7050721" y="134004"/>
            <a:chExt cx="10823118" cy="1062403"/>
          </a:xfrm>
        </p:grpSpPr>
        <p:grpSp>
          <p:nvGrpSpPr>
            <p:cNvPr id="39" name="Group 39"/>
            <p:cNvGrpSpPr/>
            <p:nvPr/>
          </p:nvGrpSpPr>
          <p:grpSpPr>
            <a:xfrm>
              <a:off x="7050721" y="134004"/>
              <a:ext cx="1209311" cy="1062403"/>
              <a:chOff x="0" y="0"/>
              <a:chExt cx="1612415" cy="1416538"/>
            </a:xfrm>
          </p:grpSpPr>
          <p:sp>
            <p:nvSpPr>
              <p:cNvPr id="40" name="Freeform 40"/>
              <p:cNvSpPr/>
              <p:nvPr/>
            </p:nvSpPr>
            <p:spPr>
              <a:xfrm>
                <a:off x="594147" y="398271"/>
                <a:ext cx="1018267" cy="1018267"/>
              </a:xfrm>
              <a:custGeom>
                <a:avLst/>
                <a:gdLst/>
                <a:ahLst/>
                <a:cxnLst/>
                <a:rect l="l" t="t" r="r" b="b"/>
                <a:pathLst>
                  <a:path w="1018267" h="1018267">
                    <a:moveTo>
                      <a:pt x="0" y="0"/>
                    </a:moveTo>
                    <a:lnTo>
                      <a:pt x="1018268" y="0"/>
                    </a:lnTo>
                    <a:lnTo>
                      <a:pt x="1018268" y="1018267"/>
                    </a:lnTo>
                    <a:lnTo>
                      <a:pt x="0" y="1018267"/>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41" name="Freeform 41"/>
              <p:cNvSpPr/>
              <p:nvPr/>
            </p:nvSpPr>
            <p:spPr>
              <a:xfrm>
                <a:off x="0" y="0"/>
                <a:ext cx="992608" cy="991367"/>
              </a:xfrm>
              <a:custGeom>
                <a:avLst/>
                <a:gdLst/>
                <a:ahLst/>
                <a:cxnLst/>
                <a:rect l="l" t="t" r="r" b="b"/>
                <a:pathLst>
                  <a:path w="992608" h="991367">
                    <a:moveTo>
                      <a:pt x="0" y="0"/>
                    </a:moveTo>
                    <a:lnTo>
                      <a:pt x="992608" y="0"/>
                    </a:lnTo>
                    <a:lnTo>
                      <a:pt x="992608" y="991367"/>
                    </a:lnTo>
                    <a:lnTo>
                      <a:pt x="0" y="991367"/>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grpSp>
        <p:sp>
          <p:nvSpPr>
            <p:cNvPr id="42" name="Freeform 42"/>
            <p:cNvSpPr/>
            <p:nvPr/>
          </p:nvSpPr>
          <p:spPr>
            <a:xfrm>
              <a:off x="8341202" y="302633"/>
              <a:ext cx="504983" cy="893774"/>
            </a:xfrm>
            <a:custGeom>
              <a:avLst/>
              <a:gdLst/>
              <a:ahLst/>
              <a:cxnLst/>
              <a:rect l="l" t="t" r="r" b="b"/>
              <a:pathLst>
                <a:path w="504983" h="893774">
                  <a:moveTo>
                    <a:pt x="0" y="0"/>
                  </a:moveTo>
                  <a:lnTo>
                    <a:pt x="504983" y="0"/>
                  </a:lnTo>
                  <a:lnTo>
                    <a:pt x="504983" y="893774"/>
                  </a:lnTo>
                  <a:lnTo>
                    <a:pt x="0" y="89377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3" name="TextBox 43"/>
            <p:cNvSpPr txBox="1"/>
            <p:nvPr/>
          </p:nvSpPr>
          <p:spPr>
            <a:xfrm>
              <a:off x="8957802" y="333418"/>
              <a:ext cx="8916037" cy="596900"/>
            </a:xfrm>
            <a:prstGeom prst="rect">
              <a:avLst/>
            </a:prstGeom>
          </p:spPr>
          <p:txBody>
            <a:bodyPr lIns="0" tIns="0" rIns="0" bIns="0" rtlCol="0" anchor="t">
              <a:spAutoFit/>
            </a:bodyPr>
            <a:lstStyle/>
            <a:p>
              <a:pPr algn="l">
                <a:lnSpc>
                  <a:spcPts val="4900"/>
                </a:lnSpc>
              </a:pPr>
              <a:r>
                <a:rPr lang="en-US" sz="3500" b="1" dirty="0">
                  <a:solidFill>
                    <a:srgbClr val="E6C078"/>
                  </a:solidFill>
                  <a:latin typeface="Canva Sans Bold"/>
                  <a:ea typeface="Canva Sans Bold"/>
                  <a:cs typeface="Canva Sans Bold"/>
                  <a:sym typeface="Canva Sans Bold"/>
                </a:rPr>
                <a:t>deployment performance </a:t>
              </a:r>
              <a:r>
                <a:rPr lang="en-US" sz="3500" b="1" dirty="0">
                  <a:solidFill>
                    <a:srgbClr val="FFFFFF"/>
                  </a:solidFill>
                  <a:latin typeface="Canva Sans Bold"/>
                  <a:ea typeface="Canva Sans Bold"/>
                  <a:cs typeface="Canva Sans Bold"/>
                  <a:sym typeface="Canva Sans Bold"/>
                </a:rPr>
                <a:t>is unknown</a:t>
              </a:r>
            </a:p>
          </p:txBody>
        </p:sp>
      </p:grpSp>
      <p:grpSp>
        <p:nvGrpSpPr>
          <p:cNvPr id="54" name="Group 53">
            <a:extLst>
              <a:ext uri="{FF2B5EF4-FFF2-40B4-BE49-F238E27FC236}">
                <a16:creationId xmlns:a16="http://schemas.microsoft.com/office/drawing/2014/main" id="{3BAF3835-2BE6-44B9-8D7C-6AA5B7F53DC7}"/>
              </a:ext>
            </a:extLst>
          </p:cNvPr>
          <p:cNvGrpSpPr/>
          <p:nvPr/>
        </p:nvGrpSpPr>
        <p:grpSpPr>
          <a:xfrm>
            <a:off x="9451585" y="8768656"/>
            <a:ext cx="7582013" cy="1216025"/>
            <a:chOff x="9451585" y="8768656"/>
            <a:chExt cx="7582013" cy="1216025"/>
          </a:xfrm>
        </p:grpSpPr>
        <p:sp>
          <p:nvSpPr>
            <p:cNvPr id="52" name="Freeform 33">
              <a:extLst>
                <a:ext uri="{FF2B5EF4-FFF2-40B4-BE49-F238E27FC236}">
                  <a16:creationId xmlns:a16="http://schemas.microsoft.com/office/drawing/2014/main" id="{1530EC9D-90D8-4DC2-BDEC-F4CA8803FD49}"/>
                </a:ext>
              </a:extLst>
            </p:cNvPr>
            <p:cNvSpPr/>
            <p:nvPr/>
          </p:nvSpPr>
          <p:spPr>
            <a:xfrm rot="9790160">
              <a:off x="9451585" y="8850085"/>
              <a:ext cx="2112688" cy="921203"/>
            </a:xfrm>
            <a:custGeom>
              <a:avLst/>
              <a:gdLst/>
              <a:ahLst/>
              <a:cxnLst/>
              <a:rect l="l" t="t" r="r" b="b"/>
              <a:pathLst>
                <a:path w="2112688" h="755286">
                  <a:moveTo>
                    <a:pt x="0" y="755285"/>
                  </a:moveTo>
                  <a:lnTo>
                    <a:pt x="2112687" y="755285"/>
                  </a:lnTo>
                  <a:lnTo>
                    <a:pt x="2112687" y="0"/>
                  </a:lnTo>
                  <a:lnTo>
                    <a:pt x="0" y="0"/>
                  </a:lnTo>
                  <a:lnTo>
                    <a:pt x="0" y="755285"/>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53" name="TextBox 37">
              <a:extLst>
                <a:ext uri="{FF2B5EF4-FFF2-40B4-BE49-F238E27FC236}">
                  <a16:creationId xmlns:a16="http://schemas.microsoft.com/office/drawing/2014/main" id="{A8EE730D-8BA8-495E-A714-3753EE030344}"/>
                </a:ext>
              </a:extLst>
            </p:cNvPr>
            <p:cNvSpPr txBox="1"/>
            <p:nvPr/>
          </p:nvSpPr>
          <p:spPr>
            <a:xfrm>
              <a:off x="11506200" y="8768656"/>
              <a:ext cx="5527398" cy="1216025"/>
            </a:xfrm>
            <a:prstGeom prst="rect">
              <a:avLst/>
            </a:prstGeom>
          </p:spPr>
          <p:txBody>
            <a:bodyPr lIns="0" tIns="0" rIns="0" bIns="0" rtlCol="0" anchor="t">
              <a:spAutoFit/>
            </a:bodyPr>
            <a:lstStyle/>
            <a:p>
              <a:pPr algn="ctr">
                <a:lnSpc>
                  <a:spcPts val="4900"/>
                </a:lnSpc>
              </a:pPr>
              <a:r>
                <a:rPr lang="en-US" sz="3500" b="1" dirty="0">
                  <a:solidFill>
                    <a:srgbClr val="FFFFFF"/>
                  </a:solidFill>
                  <a:latin typeface="Canva Sans Bold"/>
                  <a:ea typeface="Canva Sans Bold"/>
                  <a:cs typeface="Canva Sans Bold"/>
                  <a:sym typeface="Canva Sans Bold"/>
                </a:rPr>
                <a:t>use ground truth data to </a:t>
              </a:r>
            </a:p>
            <a:p>
              <a:pPr algn="ctr">
                <a:lnSpc>
                  <a:spcPts val="4900"/>
                </a:lnSpc>
              </a:pPr>
              <a:r>
                <a:rPr lang="en-US" sz="3500" b="1" dirty="0">
                  <a:solidFill>
                    <a:srgbClr val="E6C078"/>
                  </a:solidFill>
                  <a:latin typeface="Canva Sans Bold"/>
                  <a:ea typeface="Canva Sans Bold"/>
                  <a:cs typeface="Canva Sans Bold"/>
                  <a:sym typeface="Canva Sans Bold"/>
                </a:rPr>
                <a:t>validate the model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31797" y="7953584"/>
            <a:ext cx="2516204" cy="1047370"/>
          </a:xfrm>
          <a:custGeom>
            <a:avLst/>
            <a:gdLst/>
            <a:ahLst/>
            <a:cxnLst/>
            <a:rect l="l" t="t" r="r" b="b"/>
            <a:pathLst>
              <a:path w="2516204" h="1047370">
                <a:moveTo>
                  <a:pt x="0" y="0"/>
                </a:moveTo>
                <a:lnTo>
                  <a:pt x="2516204" y="0"/>
                </a:lnTo>
                <a:lnTo>
                  <a:pt x="2516204" y="1047370"/>
                </a:lnTo>
                <a:lnTo>
                  <a:pt x="0" y="10473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flipH="1">
            <a:off x="8325046" y="7953584"/>
            <a:ext cx="2516204" cy="1047370"/>
          </a:xfrm>
          <a:custGeom>
            <a:avLst/>
            <a:gdLst/>
            <a:ahLst/>
            <a:cxnLst/>
            <a:rect l="l" t="t" r="r" b="b"/>
            <a:pathLst>
              <a:path w="2516204" h="1047370">
                <a:moveTo>
                  <a:pt x="2516204" y="0"/>
                </a:moveTo>
                <a:lnTo>
                  <a:pt x="0" y="0"/>
                </a:lnTo>
                <a:lnTo>
                  <a:pt x="0" y="1047370"/>
                </a:lnTo>
                <a:lnTo>
                  <a:pt x="2516204" y="1047370"/>
                </a:lnTo>
                <a:lnTo>
                  <a:pt x="2516204"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1480571" y="8061753"/>
            <a:ext cx="2516204" cy="1047370"/>
          </a:xfrm>
          <a:custGeom>
            <a:avLst/>
            <a:gdLst/>
            <a:ahLst/>
            <a:cxnLst/>
            <a:rect l="l" t="t" r="r" b="b"/>
            <a:pathLst>
              <a:path w="2516204" h="1047370">
                <a:moveTo>
                  <a:pt x="2516204" y="1047370"/>
                </a:moveTo>
                <a:lnTo>
                  <a:pt x="0" y="1047370"/>
                </a:lnTo>
                <a:lnTo>
                  <a:pt x="0" y="0"/>
                </a:lnTo>
                <a:lnTo>
                  <a:pt x="2516204" y="0"/>
                </a:lnTo>
                <a:lnTo>
                  <a:pt x="2516204" y="104737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421226" y="3847592"/>
            <a:ext cx="1820806" cy="1820806"/>
          </a:xfrm>
          <a:custGeom>
            <a:avLst/>
            <a:gdLst/>
            <a:ahLst/>
            <a:cxnLst/>
            <a:rect l="l" t="t" r="r" b="b"/>
            <a:pathLst>
              <a:path w="1820806" h="1820806">
                <a:moveTo>
                  <a:pt x="0" y="0"/>
                </a:moveTo>
                <a:lnTo>
                  <a:pt x="1820806" y="0"/>
                </a:lnTo>
                <a:lnTo>
                  <a:pt x="1820806" y="1820806"/>
                </a:lnTo>
                <a:lnTo>
                  <a:pt x="0" y="18208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8652744" y="3847592"/>
            <a:ext cx="1823085" cy="1820806"/>
          </a:xfrm>
          <a:custGeom>
            <a:avLst/>
            <a:gdLst/>
            <a:ahLst/>
            <a:cxnLst/>
            <a:rect l="l" t="t" r="r" b="b"/>
            <a:pathLst>
              <a:path w="1823085" h="1820806">
                <a:moveTo>
                  <a:pt x="0" y="0"/>
                </a:moveTo>
                <a:lnTo>
                  <a:pt x="1823084" y="0"/>
                </a:lnTo>
                <a:lnTo>
                  <a:pt x="1823084" y="1820806"/>
                </a:lnTo>
                <a:lnTo>
                  <a:pt x="0" y="18208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11959308" y="3847592"/>
            <a:ext cx="1477129" cy="1820806"/>
          </a:xfrm>
          <a:custGeom>
            <a:avLst/>
            <a:gdLst/>
            <a:ahLst/>
            <a:cxnLst/>
            <a:rect l="l" t="t" r="r" b="b"/>
            <a:pathLst>
              <a:path w="1477129" h="1820806">
                <a:moveTo>
                  <a:pt x="0" y="0"/>
                </a:moveTo>
                <a:lnTo>
                  <a:pt x="1477129" y="0"/>
                </a:lnTo>
                <a:lnTo>
                  <a:pt x="1477129" y="1820806"/>
                </a:lnTo>
                <a:lnTo>
                  <a:pt x="0" y="182080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Freeform 8"/>
          <p:cNvSpPr/>
          <p:nvPr/>
        </p:nvSpPr>
        <p:spPr>
          <a:xfrm>
            <a:off x="957128" y="1822987"/>
            <a:ext cx="3204680" cy="2423904"/>
          </a:xfrm>
          <a:custGeom>
            <a:avLst/>
            <a:gdLst/>
            <a:ahLst/>
            <a:cxnLst/>
            <a:rect l="l" t="t" r="r" b="b"/>
            <a:pathLst>
              <a:path w="3204680" h="2423904">
                <a:moveTo>
                  <a:pt x="0" y="0"/>
                </a:moveTo>
                <a:lnTo>
                  <a:pt x="3204680" y="0"/>
                </a:lnTo>
                <a:lnTo>
                  <a:pt x="3204680" y="2423904"/>
                </a:lnTo>
                <a:lnTo>
                  <a:pt x="0" y="242390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9" name="Freeform 9"/>
          <p:cNvSpPr/>
          <p:nvPr/>
        </p:nvSpPr>
        <p:spPr>
          <a:xfrm rot="-8383682" flipV="1">
            <a:off x="4216500" y="3117363"/>
            <a:ext cx="1208303" cy="431968"/>
          </a:xfrm>
          <a:custGeom>
            <a:avLst/>
            <a:gdLst/>
            <a:ahLst/>
            <a:cxnLst/>
            <a:rect l="l" t="t" r="r" b="b"/>
            <a:pathLst>
              <a:path w="1208303" h="431968">
                <a:moveTo>
                  <a:pt x="0" y="431968"/>
                </a:moveTo>
                <a:lnTo>
                  <a:pt x="1208303" y="431968"/>
                </a:lnTo>
                <a:lnTo>
                  <a:pt x="1208303" y="0"/>
                </a:lnTo>
                <a:lnTo>
                  <a:pt x="0" y="0"/>
                </a:lnTo>
                <a:lnTo>
                  <a:pt x="0" y="431968"/>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0" name="Freeform 10"/>
          <p:cNvSpPr/>
          <p:nvPr/>
        </p:nvSpPr>
        <p:spPr>
          <a:xfrm rot="5400000">
            <a:off x="10138098" y="5777681"/>
            <a:ext cx="1051301" cy="375840"/>
          </a:xfrm>
          <a:custGeom>
            <a:avLst/>
            <a:gdLst/>
            <a:ahLst/>
            <a:cxnLst/>
            <a:rect l="l" t="t" r="r" b="b"/>
            <a:pathLst>
              <a:path w="1051301" h="375840">
                <a:moveTo>
                  <a:pt x="0" y="0"/>
                </a:moveTo>
                <a:lnTo>
                  <a:pt x="1051301" y="0"/>
                </a:lnTo>
                <a:lnTo>
                  <a:pt x="1051301" y="375840"/>
                </a:lnTo>
                <a:lnTo>
                  <a:pt x="0" y="37584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11" name="Group 11"/>
          <p:cNvGrpSpPr/>
          <p:nvPr/>
        </p:nvGrpSpPr>
        <p:grpSpPr>
          <a:xfrm>
            <a:off x="2559468" y="6173223"/>
            <a:ext cx="7660862" cy="1275537"/>
            <a:chOff x="0" y="0"/>
            <a:chExt cx="10214483" cy="1700716"/>
          </a:xfrm>
        </p:grpSpPr>
        <p:sp>
          <p:nvSpPr>
            <p:cNvPr id="12" name="TextBox 12"/>
            <p:cNvSpPr txBox="1"/>
            <p:nvPr/>
          </p:nvSpPr>
          <p:spPr>
            <a:xfrm>
              <a:off x="0" y="540147"/>
              <a:ext cx="10085729" cy="1160568"/>
            </a:xfrm>
            <a:prstGeom prst="rect">
              <a:avLst/>
            </a:prstGeom>
          </p:spPr>
          <p:txBody>
            <a:bodyPr lIns="0" tIns="0" rIns="0" bIns="0" rtlCol="0" anchor="t">
              <a:spAutoFit/>
            </a:bodyPr>
            <a:lstStyle/>
            <a:p>
              <a:pPr algn="ctr">
                <a:lnSpc>
                  <a:spcPts val="7279"/>
                </a:lnSpc>
              </a:pPr>
              <a:r>
                <a:rPr lang="en-US" sz="5199" b="1" spc="296">
                  <a:solidFill>
                    <a:srgbClr val="8FBC8F"/>
                  </a:solidFill>
                  <a:latin typeface="Anca Coder Bold"/>
                  <a:ea typeface="Anca Coder Bold"/>
                  <a:cs typeface="Anca Coder Bold"/>
                  <a:sym typeface="Anca Coder Bold"/>
                </a:rPr>
                <a:t>1 2 3 4 5 6 7 8 9</a:t>
              </a:r>
            </a:p>
          </p:txBody>
        </p:sp>
        <p:sp>
          <p:nvSpPr>
            <p:cNvPr id="13" name="Freeform 13"/>
            <p:cNvSpPr/>
            <p:nvPr/>
          </p:nvSpPr>
          <p:spPr>
            <a:xfrm rot="5400000">
              <a:off x="1314278" y="-1314278"/>
              <a:ext cx="667439" cy="3295995"/>
            </a:xfrm>
            <a:custGeom>
              <a:avLst/>
              <a:gdLst/>
              <a:ahLst/>
              <a:cxnLst/>
              <a:rect l="l" t="t" r="r" b="b"/>
              <a:pathLst>
                <a:path w="667439" h="3295995">
                  <a:moveTo>
                    <a:pt x="0" y="0"/>
                  </a:moveTo>
                  <a:lnTo>
                    <a:pt x="667439" y="0"/>
                  </a:lnTo>
                  <a:lnTo>
                    <a:pt x="667439" y="3295995"/>
                  </a:lnTo>
                  <a:lnTo>
                    <a:pt x="0" y="329599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4" name="Freeform 14"/>
            <p:cNvSpPr/>
            <p:nvPr/>
          </p:nvSpPr>
          <p:spPr>
            <a:xfrm rot="5400000">
              <a:off x="4771670" y="-1288769"/>
              <a:ext cx="667439" cy="3295995"/>
            </a:xfrm>
            <a:custGeom>
              <a:avLst/>
              <a:gdLst/>
              <a:ahLst/>
              <a:cxnLst/>
              <a:rect l="l" t="t" r="r" b="b"/>
              <a:pathLst>
                <a:path w="667439" h="3295995">
                  <a:moveTo>
                    <a:pt x="0" y="0"/>
                  </a:moveTo>
                  <a:lnTo>
                    <a:pt x="667439" y="0"/>
                  </a:lnTo>
                  <a:lnTo>
                    <a:pt x="667439" y="3295996"/>
                  </a:lnTo>
                  <a:lnTo>
                    <a:pt x="0" y="3295996"/>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5" name="Freeform 15"/>
            <p:cNvSpPr/>
            <p:nvPr/>
          </p:nvSpPr>
          <p:spPr>
            <a:xfrm rot="5400000">
              <a:off x="8232766" y="-1288769"/>
              <a:ext cx="667439" cy="3295995"/>
            </a:xfrm>
            <a:custGeom>
              <a:avLst/>
              <a:gdLst/>
              <a:ahLst/>
              <a:cxnLst/>
              <a:rect l="l" t="t" r="r" b="b"/>
              <a:pathLst>
                <a:path w="667439" h="3295995">
                  <a:moveTo>
                    <a:pt x="0" y="0"/>
                  </a:moveTo>
                  <a:lnTo>
                    <a:pt x="667439" y="0"/>
                  </a:lnTo>
                  <a:lnTo>
                    <a:pt x="667439" y="3295996"/>
                  </a:lnTo>
                  <a:lnTo>
                    <a:pt x="0" y="329599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sp>
        <p:nvSpPr>
          <p:cNvPr id="16" name="Freeform 16"/>
          <p:cNvSpPr/>
          <p:nvPr/>
        </p:nvSpPr>
        <p:spPr>
          <a:xfrm rot="-1329461">
            <a:off x="13038860" y="2321535"/>
            <a:ext cx="1220419" cy="436300"/>
          </a:xfrm>
          <a:custGeom>
            <a:avLst/>
            <a:gdLst/>
            <a:ahLst/>
            <a:cxnLst/>
            <a:rect l="l" t="t" r="r" b="b"/>
            <a:pathLst>
              <a:path w="1220419" h="436300">
                <a:moveTo>
                  <a:pt x="0" y="0"/>
                </a:moveTo>
                <a:lnTo>
                  <a:pt x="1220419" y="0"/>
                </a:lnTo>
                <a:lnTo>
                  <a:pt x="1220419" y="436300"/>
                </a:lnTo>
                <a:lnTo>
                  <a:pt x="0" y="4363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7" name="TextBox 17"/>
          <p:cNvSpPr txBox="1"/>
          <p:nvPr/>
        </p:nvSpPr>
        <p:spPr>
          <a:xfrm>
            <a:off x="5131797" y="9002766"/>
            <a:ext cx="2516204" cy="419294"/>
          </a:xfrm>
          <a:prstGeom prst="rect">
            <a:avLst/>
          </a:prstGeom>
        </p:spPr>
        <p:txBody>
          <a:bodyPr lIns="0" tIns="0" rIns="0" bIns="0" rtlCol="0" anchor="t">
            <a:spAutoFit/>
          </a:bodyPr>
          <a:lstStyle/>
          <a:p>
            <a:pPr algn="ctr">
              <a:lnSpc>
                <a:spcPts val="3326"/>
              </a:lnSpc>
            </a:pPr>
            <a:r>
              <a:rPr lang="en-US" sz="2376" b="1">
                <a:solidFill>
                  <a:srgbClr val="E6C078"/>
                </a:solidFill>
                <a:latin typeface="Anca Coder Bold"/>
                <a:ea typeface="Anca Coder Bold"/>
                <a:cs typeface="Anca Coder Bold"/>
                <a:sym typeface="Anca Coder Bold"/>
              </a:rPr>
              <a:t>Training</a:t>
            </a:r>
          </a:p>
        </p:txBody>
      </p:sp>
      <p:sp>
        <p:nvSpPr>
          <p:cNvPr id="18" name="TextBox 18"/>
          <p:cNvSpPr txBox="1"/>
          <p:nvPr/>
        </p:nvSpPr>
        <p:spPr>
          <a:xfrm>
            <a:off x="8287322" y="9002766"/>
            <a:ext cx="2516204" cy="419294"/>
          </a:xfrm>
          <a:prstGeom prst="rect">
            <a:avLst/>
          </a:prstGeom>
        </p:spPr>
        <p:txBody>
          <a:bodyPr lIns="0" tIns="0" rIns="0" bIns="0" rtlCol="0" anchor="t">
            <a:spAutoFit/>
          </a:bodyPr>
          <a:lstStyle/>
          <a:p>
            <a:pPr algn="ctr">
              <a:lnSpc>
                <a:spcPts val="3326"/>
              </a:lnSpc>
            </a:pPr>
            <a:r>
              <a:rPr lang="en-US" sz="2376" b="1">
                <a:solidFill>
                  <a:srgbClr val="E6C078"/>
                </a:solidFill>
                <a:latin typeface="Anca Coder Bold"/>
                <a:ea typeface="Anca Coder Bold"/>
                <a:cs typeface="Anca Coder Bold"/>
                <a:sym typeface="Anca Coder Bold"/>
              </a:rPr>
              <a:t>Validating</a:t>
            </a:r>
          </a:p>
        </p:txBody>
      </p:sp>
      <p:sp>
        <p:nvSpPr>
          <p:cNvPr id="19" name="TextBox 19"/>
          <p:cNvSpPr txBox="1"/>
          <p:nvPr/>
        </p:nvSpPr>
        <p:spPr>
          <a:xfrm>
            <a:off x="11480571" y="9051973"/>
            <a:ext cx="2516204" cy="419294"/>
          </a:xfrm>
          <a:prstGeom prst="rect">
            <a:avLst/>
          </a:prstGeom>
        </p:spPr>
        <p:txBody>
          <a:bodyPr lIns="0" tIns="0" rIns="0" bIns="0" rtlCol="0" anchor="t">
            <a:spAutoFit/>
          </a:bodyPr>
          <a:lstStyle/>
          <a:p>
            <a:pPr algn="ctr">
              <a:lnSpc>
                <a:spcPts val="3326"/>
              </a:lnSpc>
            </a:pPr>
            <a:r>
              <a:rPr lang="en-US" sz="2376" b="1">
                <a:solidFill>
                  <a:srgbClr val="E6C078"/>
                </a:solidFill>
                <a:latin typeface="Anca Coder Bold"/>
                <a:ea typeface="Anca Coder Bold"/>
                <a:cs typeface="Anca Coder Bold"/>
                <a:sym typeface="Anca Coder Bold"/>
              </a:rPr>
              <a:t>Testing</a:t>
            </a:r>
          </a:p>
        </p:txBody>
      </p:sp>
      <p:grpSp>
        <p:nvGrpSpPr>
          <p:cNvPr id="20" name="Group 20"/>
          <p:cNvGrpSpPr/>
          <p:nvPr/>
        </p:nvGrpSpPr>
        <p:grpSpPr>
          <a:xfrm>
            <a:off x="14541678" y="2024457"/>
            <a:ext cx="2595262" cy="3124354"/>
            <a:chOff x="0" y="0"/>
            <a:chExt cx="3460349" cy="4165805"/>
          </a:xfrm>
        </p:grpSpPr>
        <p:sp>
          <p:nvSpPr>
            <p:cNvPr id="21" name="Freeform 21"/>
            <p:cNvSpPr/>
            <p:nvPr/>
          </p:nvSpPr>
          <p:spPr>
            <a:xfrm>
              <a:off x="429163" y="0"/>
              <a:ext cx="672641" cy="1242754"/>
            </a:xfrm>
            <a:custGeom>
              <a:avLst/>
              <a:gdLst/>
              <a:ahLst/>
              <a:cxnLst/>
              <a:rect l="l" t="t" r="r" b="b"/>
              <a:pathLst>
                <a:path w="672641" h="1242754">
                  <a:moveTo>
                    <a:pt x="0" y="0"/>
                  </a:moveTo>
                  <a:lnTo>
                    <a:pt x="672640" y="0"/>
                  </a:lnTo>
                  <a:lnTo>
                    <a:pt x="672640" y="1242754"/>
                  </a:lnTo>
                  <a:lnTo>
                    <a:pt x="0" y="124275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22" name="Freeform 22"/>
            <p:cNvSpPr/>
            <p:nvPr/>
          </p:nvSpPr>
          <p:spPr>
            <a:xfrm>
              <a:off x="1393854" y="0"/>
              <a:ext cx="672641" cy="1242754"/>
            </a:xfrm>
            <a:custGeom>
              <a:avLst/>
              <a:gdLst/>
              <a:ahLst/>
              <a:cxnLst/>
              <a:rect l="l" t="t" r="r" b="b"/>
              <a:pathLst>
                <a:path w="672641" h="1242754">
                  <a:moveTo>
                    <a:pt x="0" y="0"/>
                  </a:moveTo>
                  <a:lnTo>
                    <a:pt x="672641" y="0"/>
                  </a:lnTo>
                  <a:lnTo>
                    <a:pt x="672641" y="1242754"/>
                  </a:lnTo>
                  <a:lnTo>
                    <a:pt x="0" y="124275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23" name="Freeform 23"/>
            <p:cNvSpPr/>
            <p:nvPr/>
          </p:nvSpPr>
          <p:spPr>
            <a:xfrm>
              <a:off x="2358595" y="0"/>
              <a:ext cx="672641" cy="1242754"/>
            </a:xfrm>
            <a:custGeom>
              <a:avLst/>
              <a:gdLst/>
              <a:ahLst/>
              <a:cxnLst/>
              <a:rect l="l" t="t" r="r" b="b"/>
              <a:pathLst>
                <a:path w="672641" h="1242754">
                  <a:moveTo>
                    <a:pt x="0" y="0"/>
                  </a:moveTo>
                  <a:lnTo>
                    <a:pt x="672641" y="0"/>
                  </a:lnTo>
                  <a:lnTo>
                    <a:pt x="672641" y="1242754"/>
                  </a:lnTo>
                  <a:lnTo>
                    <a:pt x="0" y="124275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24" name="Freeform 24"/>
            <p:cNvSpPr/>
            <p:nvPr/>
          </p:nvSpPr>
          <p:spPr>
            <a:xfrm>
              <a:off x="429163" y="1464397"/>
              <a:ext cx="672641" cy="1242754"/>
            </a:xfrm>
            <a:custGeom>
              <a:avLst/>
              <a:gdLst/>
              <a:ahLst/>
              <a:cxnLst/>
              <a:rect l="l" t="t" r="r" b="b"/>
              <a:pathLst>
                <a:path w="672641" h="1242754">
                  <a:moveTo>
                    <a:pt x="0" y="0"/>
                  </a:moveTo>
                  <a:lnTo>
                    <a:pt x="672640" y="0"/>
                  </a:lnTo>
                  <a:lnTo>
                    <a:pt x="672640" y="1242754"/>
                  </a:lnTo>
                  <a:lnTo>
                    <a:pt x="0" y="124275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25" name="Freeform 25"/>
            <p:cNvSpPr/>
            <p:nvPr/>
          </p:nvSpPr>
          <p:spPr>
            <a:xfrm>
              <a:off x="1393854" y="1464397"/>
              <a:ext cx="672641" cy="1242754"/>
            </a:xfrm>
            <a:custGeom>
              <a:avLst/>
              <a:gdLst/>
              <a:ahLst/>
              <a:cxnLst/>
              <a:rect l="l" t="t" r="r" b="b"/>
              <a:pathLst>
                <a:path w="672641" h="1242754">
                  <a:moveTo>
                    <a:pt x="0" y="0"/>
                  </a:moveTo>
                  <a:lnTo>
                    <a:pt x="672641" y="0"/>
                  </a:lnTo>
                  <a:lnTo>
                    <a:pt x="672641" y="1242754"/>
                  </a:lnTo>
                  <a:lnTo>
                    <a:pt x="0" y="124275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26" name="Freeform 26"/>
            <p:cNvSpPr/>
            <p:nvPr/>
          </p:nvSpPr>
          <p:spPr>
            <a:xfrm>
              <a:off x="2358595" y="1464397"/>
              <a:ext cx="672641" cy="1242754"/>
            </a:xfrm>
            <a:custGeom>
              <a:avLst/>
              <a:gdLst/>
              <a:ahLst/>
              <a:cxnLst/>
              <a:rect l="l" t="t" r="r" b="b"/>
              <a:pathLst>
                <a:path w="672641" h="1242754">
                  <a:moveTo>
                    <a:pt x="0" y="0"/>
                  </a:moveTo>
                  <a:lnTo>
                    <a:pt x="672641" y="0"/>
                  </a:lnTo>
                  <a:lnTo>
                    <a:pt x="672641" y="1242754"/>
                  </a:lnTo>
                  <a:lnTo>
                    <a:pt x="0" y="124275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27" name="Freeform 27"/>
            <p:cNvSpPr/>
            <p:nvPr/>
          </p:nvSpPr>
          <p:spPr>
            <a:xfrm>
              <a:off x="429163" y="2923051"/>
              <a:ext cx="672641" cy="1242754"/>
            </a:xfrm>
            <a:custGeom>
              <a:avLst/>
              <a:gdLst/>
              <a:ahLst/>
              <a:cxnLst/>
              <a:rect l="l" t="t" r="r" b="b"/>
              <a:pathLst>
                <a:path w="672641" h="1242754">
                  <a:moveTo>
                    <a:pt x="0" y="0"/>
                  </a:moveTo>
                  <a:lnTo>
                    <a:pt x="672640" y="0"/>
                  </a:lnTo>
                  <a:lnTo>
                    <a:pt x="672640" y="1242754"/>
                  </a:lnTo>
                  <a:lnTo>
                    <a:pt x="0" y="124275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28" name="Freeform 28"/>
            <p:cNvSpPr/>
            <p:nvPr/>
          </p:nvSpPr>
          <p:spPr>
            <a:xfrm>
              <a:off x="1393854" y="2923051"/>
              <a:ext cx="672641" cy="1242754"/>
            </a:xfrm>
            <a:custGeom>
              <a:avLst/>
              <a:gdLst/>
              <a:ahLst/>
              <a:cxnLst/>
              <a:rect l="l" t="t" r="r" b="b"/>
              <a:pathLst>
                <a:path w="672641" h="1242754">
                  <a:moveTo>
                    <a:pt x="0" y="0"/>
                  </a:moveTo>
                  <a:lnTo>
                    <a:pt x="672641" y="0"/>
                  </a:lnTo>
                  <a:lnTo>
                    <a:pt x="672641" y="1242754"/>
                  </a:lnTo>
                  <a:lnTo>
                    <a:pt x="0" y="124275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29" name="Freeform 29"/>
            <p:cNvSpPr/>
            <p:nvPr/>
          </p:nvSpPr>
          <p:spPr>
            <a:xfrm>
              <a:off x="2358595" y="2923051"/>
              <a:ext cx="672641" cy="1242754"/>
            </a:xfrm>
            <a:custGeom>
              <a:avLst/>
              <a:gdLst/>
              <a:ahLst/>
              <a:cxnLst/>
              <a:rect l="l" t="t" r="r" b="b"/>
              <a:pathLst>
                <a:path w="672641" h="1242754">
                  <a:moveTo>
                    <a:pt x="0" y="0"/>
                  </a:moveTo>
                  <a:lnTo>
                    <a:pt x="672641" y="0"/>
                  </a:lnTo>
                  <a:lnTo>
                    <a:pt x="672641" y="1242754"/>
                  </a:lnTo>
                  <a:lnTo>
                    <a:pt x="0" y="124275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30" name="AutoShape 30"/>
            <p:cNvSpPr/>
            <p:nvPr/>
          </p:nvSpPr>
          <p:spPr>
            <a:xfrm>
              <a:off x="0" y="1353576"/>
              <a:ext cx="3460349" cy="0"/>
            </a:xfrm>
            <a:prstGeom prst="line">
              <a:avLst/>
            </a:prstGeom>
            <a:ln w="50800" cap="flat">
              <a:solidFill>
                <a:srgbClr val="76BBD1"/>
              </a:solidFill>
              <a:prstDash val="sysDash"/>
              <a:headEnd type="none" w="sm" len="sm"/>
              <a:tailEnd type="none" w="sm" len="sm"/>
            </a:ln>
          </p:spPr>
        </p:sp>
        <p:sp>
          <p:nvSpPr>
            <p:cNvPr id="31" name="AutoShape 31"/>
            <p:cNvSpPr/>
            <p:nvPr/>
          </p:nvSpPr>
          <p:spPr>
            <a:xfrm>
              <a:off x="0" y="2821451"/>
              <a:ext cx="3460349" cy="0"/>
            </a:xfrm>
            <a:prstGeom prst="line">
              <a:avLst/>
            </a:prstGeom>
            <a:ln w="50800" cap="flat">
              <a:solidFill>
                <a:srgbClr val="76BBD1"/>
              </a:solidFill>
              <a:prstDash val="sysDash"/>
              <a:headEnd type="none" w="sm" len="sm"/>
              <a:tailEnd type="none" w="sm" len="sm"/>
            </a:ln>
          </p:spPr>
        </p:sp>
      </p:grpSp>
      <p:sp>
        <p:nvSpPr>
          <p:cNvPr id="32" name="TextBox 32"/>
          <p:cNvSpPr txBox="1"/>
          <p:nvPr/>
        </p:nvSpPr>
        <p:spPr>
          <a:xfrm>
            <a:off x="5138223" y="2971869"/>
            <a:ext cx="2436784" cy="1215336"/>
          </a:xfrm>
          <a:prstGeom prst="rect">
            <a:avLst/>
          </a:prstGeom>
        </p:spPr>
        <p:txBody>
          <a:bodyPr lIns="0" tIns="0" rIns="0" bIns="0" rtlCol="0" anchor="t">
            <a:spAutoFit/>
          </a:bodyPr>
          <a:lstStyle/>
          <a:p>
            <a:pPr algn="ctr">
              <a:lnSpc>
                <a:spcPts val="3326"/>
              </a:lnSpc>
            </a:pPr>
            <a:r>
              <a:rPr lang="en-US" sz="2376" b="1" dirty="0">
                <a:solidFill>
                  <a:srgbClr val="E6C078"/>
                </a:solidFill>
                <a:latin typeface="Anca Coder Bold"/>
                <a:ea typeface="Anca Coder Bold"/>
                <a:cs typeface="Anca Coder Bold"/>
                <a:sym typeface="Anca Coder Bold"/>
              </a:rPr>
              <a:t>random stratified</a:t>
            </a:r>
          </a:p>
        </p:txBody>
      </p:sp>
      <p:sp>
        <p:nvSpPr>
          <p:cNvPr id="33" name="TextBox 33"/>
          <p:cNvSpPr txBox="1"/>
          <p:nvPr/>
        </p:nvSpPr>
        <p:spPr>
          <a:xfrm>
            <a:off x="8357300" y="2919925"/>
            <a:ext cx="2355695" cy="1067040"/>
          </a:xfrm>
          <a:prstGeom prst="rect">
            <a:avLst/>
          </a:prstGeom>
        </p:spPr>
        <p:txBody>
          <a:bodyPr lIns="0" tIns="0" rIns="0" bIns="0" rtlCol="0" anchor="t">
            <a:spAutoFit/>
          </a:bodyPr>
          <a:lstStyle/>
          <a:p>
            <a:pPr algn="ctr">
              <a:lnSpc>
                <a:spcPts val="3326"/>
              </a:lnSpc>
            </a:pPr>
            <a:r>
              <a:rPr lang="en-US" sz="2376" b="1">
                <a:solidFill>
                  <a:srgbClr val="E6C078"/>
                </a:solidFill>
                <a:latin typeface="Anca Coder Bold"/>
                <a:ea typeface="Anca Coder Bold"/>
                <a:cs typeface="Anca Coder Bold"/>
                <a:sym typeface="Anca Coder Bold"/>
              </a:rPr>
              <a:t>time stratified</a:t>
            </a:r>
          </a:p>
        </p:txBody>
      </p:sp>
      <p:sp>
        <p:nvSpPr>
          <p:cNvPr id="34" name="TextBox 34"/>
          <p:cNvSpPr txBox="1"/>
          <p:nvPr/>
        </p:nvSpPr>
        <p:spPr>
          <a:xfrm>
            <a:off x="11475741" y="2919925"/>
            <a:ext cx="2444262" cy="1574224"/>
          </a:xfrm>
          <a:prstGeom prst="rect">
            <a:avLst/>
          </a:prstGeom>
        </p:spPr>
        <p:txBody>
          <a:bodyPr lIns="0" tIns="0" rIns="0" bIns="0" rtlCol="0" anchor="t">
            <a:spAutoFit/>
          </a:bodyPr>
          <a:lstStyle/>
          <a:p>
            <a:pPr algn="ctr">
              <a:lnSpc>
                <a:spcPts val="3326"/>
              </a:lnSpc>
            </a:pPr>
            <a:r>
              <a:rPr lang="en-US" sz="2376" b="1" dirty="0">
                <a:solidFill>
                  <a:srgbClr val="E6C078"/>
                </a:solidFill>
                <a:latin typeface="Anca Coder Bold"/>
                <a:ea typeface="Anca Coder Bold"/>
                <a:cs typeface="Anca Coder Bold"/>
                <a:sym typeface="Anca Coder Bold"/>
              </a:rPr>
              <a:t>individual stratified</a:t>
            </a:r>
          </a:p>
        </p:txBody>
      </p:sp>
      <p:grpSp>
        <p:nvGrpSpPr>
          <p:cNvPr id="36" name="Group 36"/>
          <p:cNvGrpSpPr/>
          <p:nvPr/>
        </p:nvGrpSpPr>
        <p:grpSpPr>
          <a:xfrm>
            <a:off x="5574589" y="610224"/>
            <a:ext cx="7450664" cy="1250863"/>
            <a:chOff x="0" y="0"/>
            <a:chExt cx="9934219" cy="1667817"/>
          </a:xfrm>
        </p:grpSpPr>
        <p:sp>
          <p:nvSpPr>
            <p:cNvPr id="37" name="Freeform 37"/>
            <p:cNvSpPr/>
            <p:nvPr/>
          </p:nvSpPr>
          <p:spPr>
            <a:xfrm>
              <a:off x="0" y="0"/>
              <a:ext cx="3462733" cy="1441363"/>
            </a:xfrm>
            <a:custGeom>
              <a:avLst/>
              <a:gdLst/>
              <a:ahLst/>
              <a:cxnLst/>
              <a:rect l="l" t="t" r="r" b="b"/>
              <a:pathLst>
                <a:path w="3462733" h="1441363">
                  <a:moveTo>
                    <a:pt x="0" y="0"/>
                  </a:moveTo>
                  <a:lnTo>
                    <a:pt x="3462733" y="0"/>
                  </a:lnTo>
                  <a:lnTo>
                    <a:pt x="3462733" y="1441363"/>
                  </a:lnTo>
                  <a:lnTo>
                    <a:pt x="0" y="144136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8" name="Freeform 38"/>
            <p:cNvSpPr/>
            <p:nvPr/>
          </p:nvSpPr>
          <p:spPr>
            <a:xfrm flipH="1">
              <a:off x="3227415" y="0"/>
              <a:ext cx="3462733" cy="1441363"/>
            </a:xfrm>
            <a:custGeom>
              <a:avLst/>
              <a:gdLst/>
              <a:ahLst/>
              <a:cxnLst/>
              <a:rect l="l" t="t" r="r" b="b"/>
              <a:pathLst>
                <a:path w="3462733" h="1441363">
                  <a:moveTo>
                    <a:pt x="3462733" y="0"/>
                  </a:moveTo>
                  <a:lnTo>
                    <a:pt x="0" y="0"/>
                  </a:lnTo>
                  <a:lnTo>
                    <a:pt x="0" y="1441363"/>
                  </a:lnTo>
                  <a:lnTo>
                    <a:pt x="3462733" y="1441363"/>
                  </a:lnTo>
                  <a:lnTo>
                    <a:pt x="346273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9" name="Freeform 39"/>
            <p:cNvSpPr/>
            <p:nvPr/>
          </p:nvSpPr>
          <p:spPr>
            <a:xfrm flipH="1" flipV="1">
              <a:off x="6471486" y="226455"/>
              <a:ext cx="3462733" cy="1441363"/>
            </a:xfrm>
            <a:custGeom>
              <a:avLst/>
              <a:gdLst/>
              <a:ahLst/>
              <a:cxnLst/>
              <a:rect l="l" t="t" r="r" b="b"/>
              <a:pathLst>
                <a:path w="3462733" h="1441363">
                  <a:moveTo>
                    <a:pt x="3462733" y="1441362"/>
                  </a:moveTo>
                  <a:lnTo>
                    <a:pt x="0" y="1441362"/>
                  </a:lnTo>
                  <a:lnTo>
                    <a:pt x="0" y="0"/>
                  </a:lnTo>
                  <a:lnTo>
                    <a:pt x="3462733" y="0"/>
                  </a:lnTo>
                  <a:lnTo>
                    <a:pt x="3462733" y="1441362"/>
                  </a:lnTo>
                  <a:close/>
                </a:path>
              </a:pathLst>
            </a:custGeom>
            <a:blipFill>
              <a:blip r:embed="rId3">
                <a:extLst>
                  <a:ext uri="{96DAC541-7B7A-43D3-8B79-37D633B846F1}">
                    <asvg:svgBlip xmlns:asvg="http://schemas.microsoft.com/office/drawing/2016/SVG/main" r:embed="rId4"/>
                  </a:ext>
                </a:extLst>
              </a:blip>
              <a:stretch>
                <a:fillRect/>
              </a:stretch>
            </a:blipFill>
          </p:spPr>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421226" y="3847592"/>
            <a:ext cx="1820806" cy="1820806"/>
          </a:xfrm>
          <a:custGeom>
            <a:avLst/>
            <a:gdLst/>
            <a:ahLst/>
            <a:cxnLst/>
            <a:rect l="l" t="t" r="r" b="b"/>
            <a:pathLst>
              <a:path w="1820806" h="1820806">
                <a:moveTo>
                  <a:pt x="0" y="0"/>
                </a:moveTo>
                <a:lnTo>
                  <a:pt x="1820806" y="0"/>
                </a:lnTo>
                <a:lnTo>
                  <a:pt x="1820806" y="1820806"/>
                </a:lnTo>
                <a:lnTo>
                  <a:pt x="0" y="18208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2" name="Group 42"/>
          <p:cNvGrpSpPr/>
          <p:nvPr/>
        </p:nvGrpSpPr>
        <p:grpSpPr>
          <a:xfrm>
            <a:off x="13387141" y="3508648"/>
            <a:ext cx="1557025" cy="2976701"/>
            <a:chOff x="0" y="0"/>
            <a:chExt cx="2076033" cy="3968935"/>
          </a:xfrm>
        </p:grpSpPr>
        <p:grpSp>
          <p:nvGrpSpPr>
            <p:cNvPr id="43" name="Group 43"/>
            <p:cNvGrpSpPr/>
            <p:nvPr/>
          </p:nvGrpSpPr>
          <p:grpSpPr>
            <a:xfrm rot="5400000">
              <a:off x="109988" y="1253706"/>
              <a:ext cx="658417" cy="878392"/>
              <a:chOff x="0" y="0"/>
              <a:chExt cx="130058" cy="173509"/>
            </a:xfrm>
          </p:grpSpPr>
          <p:sp>
            <p:nvSpPr>
              <p:cNvPr id="44" name="Freeform 44"/>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0CC0DF"/>
              </a:solidFill>
            </p:spPr>
          </p:sp>
          <p:sp>
            <p:nvSpPr>
              <p:cNvPr id="45" name="TextBox 45"/>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46" name="Group 46"/>
            <p:cNvGrpSpPr/>
            <p:nvPr/>
          </p:nvGrpSpPr>
          <p:grpSpPr>
            <a:xfrm rot="5400000">
              <a:off x="109988" y="2224615"/>
              <a:ext cx="658417" cy="878392"/>
              <a:chOff x="0" y="0"/>
              <a:chExt cx="130058" cy="173509"/>
            </a:xfrm>
          </p:grpSpPr>
          <p:sp>
            <p:nvSpPr>
              <p:cNvPr id="47" name="Freeform 47"/>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3EC6C3"/>
              </a:solidFill>
            </p:spPr>
          </p:sp>
          <p:sp>
            <p:nvSpPr>
              <p:cNvPr id="48" name="TextBox 48"/>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49" name="Group 49"/>
            <p:cNvGrpSpPr/>
            <p:nvPr/>
          </p:nvGrpSpPr>
          <p:grpSpPr>
            <a:xfrm rot="5400000">
              <a:off x="109988" y="3200531"/>
              <a:ext cx="658417" cy="878392"/>
              <a:chOff x="0" y="0"/>
              <a:chExt cx="130058" cy="173509"/>
            </a:xfrm>
          </p:grpSpPr>
          <p:sp>
            <p:nvSpPr>
              <p:cNvPr id="50" name="Freeform 50"/>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6ACBAB"/>
              </a:solidFill>
            </p:spPr>
          </p:sp>
          <p:sp>
            <p:nvSpPr>
              <p:cNvPr id="51" name="TextBox 51"/>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52" name="Group 52"/>
            <p:cNvGrpSpPr/>
            <p:nvPr/>
          </p:nvGrpSpPr>
          <p:grpSpPr>
            <a:xfrm rot="5400000">
              <a:off x="1307629" y="1253706"/>
              <a:ext cx="658417" cy="878392"/>
              <a:chOff x="0" y="0"/>
              <a:chExt cx="130058" cy="173509"/>
            </a:xfrm>
          </p:grpSpPr>
          <p:sp>
            <p:nvSpPr>
              <p:cNvPr id="53" name="Freeform 53"/>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95D193"/>
              </a:solidFill>
            </p:spPr>
          </p:sp>
          <p:sp>
            <p:nvSpPr>
              <p:cNvPr id="54" name="TextBox 54"/>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55" name="Group 55"/>
            <p:cNvGrpSpPr/>
            <p:nvPr/>
          </p:nvGrpSpPr>
          <p:grpSpPr>
            <a:xfrm rot="5400000">
              <a:off x="1307629" y="2224615"/>
              <a:ext cx="658417" cy="878392"/>
              <a:chOff x="0" y="0"/>
              <a:chExt cx="130058" cy="173509"/>
            </a:xfrm>
          </p:grpSpPr>
          <p:sp>
            <p:nvSpPr>
              <p:cNvPr id="56" name="Freeform 56"/>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BED67E"/>
              </a:solidFill>
            </p:spPr>
          </p:sp>
          <p:sp>
            <p:nvSpPr>
              <p:cNvPr id="57" name="TextBox 57"/>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58" name="Group 58"/>
            <p:cNvGrpSpPr/>
            <p:nvPr/>
          </p:nvGrpSpPr>
          <p:grpSpPr>
            <a:xfrm rot="5400000">
              <a:off x="1307629" y="3198850"/>
              <a:ext cx="658417" cy="878392"/>
              <a:chOff x="0" y="0"/>
              <a:chExt cx="130058" cy="173509"/>
            </a:xfrm>
          </p:grpSpPr>
          <p:sp>
            <p:nvSpPr>
              <p:cNvPr id="59" name="Freeform 59"/>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E4DA67"/>
              </a:solidFill>
            </p:spPr>
          </p:sp>
          <p:sp>
            <p:nvSpPr>
              <p:cNvPr id="60" name="TextBox 60"/>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sp>
          <p:nvSpPr>
            <p:cNvPr id="61" name="TextBox 61"/>
            <p:cNvSpPr txBox="1"/>
            <p:nvPr/>
          </p:nvSpPr>
          <p:spPr>
            <a:xfrm>
              <a:off x="36700" y="-57150"/>
              <a:ext cx="2039334" cy="1103343"/>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training data</a:t>
              </a:r>
            </a:p>
          </p:txBody>
        </p:sp>
      </p:grpSp>
      <p:grpSp>
        <p:nvGrpSpPr>
          <p:cNvPr id="62" name="Group 62"/>
          <p:cNvGrpSpPr/>
          <p:nvPr/>
        </p:nvGrpSpPr>
        <p:grpSpPr>
          <a:xfrm>
            <a:off x="15558582" y="3508648"/>
            <a:ext cx="1529500" cy="2953598"/>
            <a:chOff x="0" y="0"/>
            <a:chExt cx="2039334" cy="3938131"/>
          </a:xfrm>
        </p:grpSpPr>
        <p:grpSp>
          <p:nvGrpSpPr>
            <p:cNvPr id="63" name="Group 63"/>
            <p:cNvGrpSpPr/>
            <p:nvPr/>
          </p:nvGrpSpPr>
          <p:grpSpPr>
            <a:xfrm rot="-5400000">
              <a:off x="109988" y="1249356"/>
              <a:ext cx="658417" cy="878392"/>
              <a:chOff x="0" y="0"/>
              <a:chExt cx="130058" cy="173509"/>
            </a:xfrm>
          </p:grpSpPr>
          <p:sp>
            <p:nvSpPr>
              <p:cNvPr id="64" name="Freeform 64"/>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2DC4CD"/>
              </a:solidFill>
            </p:spPr>
          </p:sp>
          <p:sp>
            <p:nvSpPr>
              <p:cNvPr id="65" name="TextBox 65"/>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66" name="Group 66"/>
            <p:cNvGrpSpPr/>
            <p:nvPr/>
          </p:nvGrpSpPr>
          <p:grpSpPr>
            <a:xfrm rot="-5400000">
              <a:off x="109988" y="2223591"/>
              <a:ext cx="658417" cy="878392"/>
              <a:chOff x="0" y="0"/>
              <a:chExt cx="130058" cy="173509"/>
            </a:xfrm>
          </p:grpSpPr>
          <p:sp>
            <p:nvSpPr>
              <p:cNvPr id="67" name="Freeform 67"/>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55C9B8"/>
              </a:solidFill>
            </p:spPr>
          </p:sp>
          <p:sp>
            <p:nvSpPr>
              <p:cNvPr id="68" name="TextBox 68"/>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69" name="Group 69"/>
            <p:cNvGrpSpPr/>
            <p:nvPr/>
          </p:nvGrpSpPr>
          <p:grpSpPr>
            <a:xfrm rot="-5400000">
              <a:off x="109988" y="3169727"/>
              <a:ext cx="658417" cy="878392"/>
              <a:chOff x="0" y="0"/>
              <a:chExt cx="130058" cy="173509"/>
            </a:xfrm>
          </p:grpSpPr>
          <p:sp>
            <p:nvSpPr>
              <p:cNvPr id="70" name="Freeform 70"/>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DCEA1"/>
              </a:solidFill>
            </p:spPr>
          </p:sp>
          <p:sp>
            <p:nvSpPr>
              <p:cNvPr id="71" name="TextBox 71"/>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72" name="Group 72"/>
            <p:cNvGrpSpPr/>
            <p:nvPr/>
          </p:nvGrpSpPr>
          <p:grpSpPr>
            <a:xfrm rot="-5400000">
              <a:off x="1201008" y="1273074"/>
              <a:ext cx="658417" cy="878392"/>
              <a:chOff x="0" y="0"/>
              <a:chExt cx="130058" cy="173509"/>
            </a:xfrm>
          </p:grpSpPr>
          <p:sp>
            <p:nvSpPr>
              <p:cNvPr id="73" name="Freeform 73"/>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A8D389"/>
              </a:solidFill>
            </p:spPr>
          </p:sp>
          <p:sp>
            <p:nvSpPr>
              <p:cNvPr id="74" name="TextBox 74"/>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75" name="Group 75"/>
            <p:cNvGrpSpPr/>
            <p:nvPr/>
          </p:nvGrpSpPr>
          <p:grpSpPr>
            <a:xfrm rot="-5400000">
              <a:off x="1201008" y="2223591"/>
              <a:ext cx="658417" cy="878392"/>
              <a:chOff x="0" y="0"/>
              <a:chExt cx="130058" cy="173509"/>
            </a:xfrm>
          </p:grpSpPr>
          <p:sp>
            <p:nvSpPr>
              <p:cNvPr id="76" name="Freeform 76"/>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CED875"/>
              </a:solidFill>
            </p:spPr>
          </p:sp>
          <p:sp>
            <p:nvSpPr>
              <p:cNvPr id="77" name="TextBox 77"/>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78" name="Group 78"/>
            <p:cNvGrpSpPr/>
            <p:nvPr/>
          </p:nvGrpSpPr>
          <p:grpSpPr>
            <a:xfrm rot="-5400000">
              <a:off x="1201008" y="3169727"/>
              <a:ext cx="658417" cy="878392"/>
              <a:chOff x="0" y="0"/>
              <a:chExt cx="130058" cy="173509"/>
            </a:xfrm>
          </p:grpSpPr>
          <p:sp>
            <p:nvSpPr>
              <p:cNvPr id="79" name="Freeform 79"/>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FCDE5B"/>
              </a:solidFill>
            </p:spPr>
          </p:sp>
          <p:sp>
            <p:nvSpPr>
              <p:cNvPr id="80" name="TextBox 80"/>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sp>
          <p:nvSpPr>
            <p:cNvPr id="81" name="TextBox 81"/>
            <p:cNvSpPr txBox="1"/>
            <p:nvPr/>
          </p:nvSpPr>
          <p:spPr>
            <a:xfrm>
              <a:off x="0" y="-57150"/>
              <a:ext cx="2039334" cy="1103343"/>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testing data</a:t>
              </a:r>
            </a:p>
          </p:txBody>
        </p:sp>
      </p:grpSp>
      <p:sp>
        <p:nvSpPr>
          <p:cNvPr id="82" name="TextBox 82"/>
          <p:cNvSpPr txBox="1"/>
          <p:nvPr/>
        </p:nvSpPr>
        <p:spPr>
          <a:xfrm>
            <a:off x="5121299" y="2890961"/>
            <a:ext cx="2436784" cy="1215336"/>
          </a:xfrm>
          <a:prstGeom prst="rect">
            <a:avLst/>
          </a:prstGeom>
        </p:spPr>
        <p:txBody>
          <a:bodyPr lIns="0" tIns="0" rIns="0" bIns="0" rtlCol="0" anchor="t">
            <a:spAutoFit/>
          </a:bodyPr>
          <a:lstStyle/>
          <a:p>
            <a:pPr algn="ctr">
              <a:lnSpc>
                <a:spcPts val="3326"/>
              </a:lnSpc>
            </a:pPr>
            <a:r>
              <a:rPr lang="en-US" sz="2376" b="1" dirty="0">
                <a:solidFill>
                  <a:srgbClr val="E6C078"/>
                </a:solidFill>
                <a:latin typeface="Anca Coder Bold"/>
                <a:ea typeface="Anca Coder Bold"/>
                <a:cs typeface="Anca Coder Bold"/>
                <a:sym typeface="Anca Coder Bold"/>
              </a:rPr>
              <a:t>random stratified</a:t>
            </a:r>
          </a:p>
        </p:txBody>
      </p:sp>
      <p:grpSp>
        <p:nvGrpSpPr>
          <p:cNvPr id="168" name="Group 167">
            <a:extLst>
              <a:ext uri="{FF2B5EF4-FFF2-40B4-BE49-F238E27FC236}">
                <a16:creationId xmlns:a16="http://schemas.microsoft.com/office/drawing/2014/main" id="{D3C72842-BAA2-415E-AC69-FF310314582B}"/>
              </a:ext>
            </a:extLst>
          </p:cNvPr>
          <p:cNvGrpSpPr/>
          <p:nvPr/>
        </p:nvGrpSpPr>
        <p:grpSpPr>
          <a:xfrm>
            <a:off x="9341641" y="338561"/>
            <a:ext cx="3240056" cy="9473509"/>
            <a:chOff x="9341641" y="338561"/>
            <a:chExt cx="3240056" cy="9473509"/>
          </a:xfrm>
        </p:grpSpPr>
        <p:grpSp>
          <p:nvGrpSpPr>
            <p:cNvPr id="3" name="Group 3"/>
            <p:cNvGrpSpPr/>
            <p:nvPr/>
          </p:nvGrpSpPr>
          <p:grpSpPr>
            <a:xfrm rot="5400000">
              <a:off x="5909596" y="5285879"/>
              <a:ext cx="8393589" cy="658794"/>
              <a:chOff x="0" y="0"/>
              <a:chExt cx="2210657" cy="173509"/>
            </a:xfrm>
          </p:grpSpPr>
          <p:sp>
            <p:nvSpPr>
              <p:cNvPr id="4" name="Freeform 4"/>
              <p:cNvSpPr/>
              <p:nvPr/>
            </p:nvSpPr>
            <p:spPr>
              <a:xfrm>
                <a:off x="0" y="0"/>
                <a:ext cx="2210657" cy="173509"/>
              </a:xfrm>
              <a:custGeom>
                <a:avLst/>
                <a:gdLst/>
                <a:ahLst/>
                <a:cxnLst/>
                <a:rect l="l" t="t" r="r" b="b"/>
                <a:pathLst>
                  <a:path w="2210657" h="173509">
                    <a:moveTo>
                      <a:pt x="0" y="0"/>
                    </a:moveTo>
                    <a:lnTo>
                      <a:pt x="2210657" y="0"/>
                    </a:lnTo>
                    <a:lnTo>
                      <a:pt x="2210657" y="173509"/>
                    </a:lnTo>
                    <a:lnTo>
                      <a:pt x="0" y="173509"/>
                    </a:lnTo>
                    <a:close/>
                  </a:path>
                </a:pathLst>
              </a:custGeom>
              <a:gradFill rotWithShape="1">
                <a:gsLst>
                  <a:gs pos="0">
                    <a:srgbClr val="35ABBF">
                      <a:alpha val="100000"/>
                    </a:srgbClr>
                  </a:gs>
                  <a:gs pos="100000">
                    <a:srgbClr val="FFDE59">
                      <a:alpha val="100000"/>
                    </a:srgbClr>
                  </a:gs>
                </a:gsLst>
                <a:lin ang="0"/>
              </a:gradFill>
            </p:spPr>
          </p:sp>
          <p:sp>
            <p:nvSpPr>
              <p:cNvPr id="5" name="TextBox 5"/>
              <p:cNvSpPr txBox="1"/>
              <p:nvPr/>
            </p:nvSpPr>
            <p:spPr>
              <a:xfrm>
                <a:off x="0" y="-57150"/>
                <a:ext cx="2210657" cy="230659"/>
              </a:xfrm>
              <a:prstGeom prst="rect">
                <a:avLst/>
              </a:prstGeom>
            </p:spPr>
            <p:txBody>
              <a:bodyPr lIns="50800" tIns="50800" rIns="50800" bIns="50800" rtlCol="0" anchor="ctr"/>
              <a:lstStyle/>
              <a:p>
                <a:pPr algn="ctr">
                  <a:lnSpc>
                    <a:spcPts val="3326"/>
                  </a:lnSpc>
                </a:pPr>
                <a:endParaRPr/>
              </a:p>
            </p:txBody>
          </p:sp>
        </p:grpSp>
        <p:grpSp>
          <p:nvGrpSpPr>
            <p:cNvPr id="6" name="Group 6"/>
            <p:cNvGrpSpPr/>
            <p:nvPr/>
          </p:nvGrpSpPr>
          <p:grpSpPr>
            <a:xfrm rot="5400000">
              <a:off x="11570041" y="1335991"/>
              <a:ext cx="493812" cy="658794"/>
              <a:chOff x="0" y="0"/>
              <a:chExt cx="130058" cy="173509"/>
            </a:xfrm>
          </p:grpSpPr>
          <p:sp>
            <p:nvSpPr>
              <p:cNvPr id="7" name="Freeform 7"/>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0CC0DF"/>
              </a:solidFill>
            </p:spPr>
          </p:sp>
          <p:sp>
            <p:nvSpPr>
              <p:cNvPr id="8" name="TextBox 8"/>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9" name="Group 9"/>
            <p:cNvGrpSpPr/>
            <p:nvPr/>
          </p:nvGrpSpPr>
          <p:grpSpPr>
            <a:xfrm rot="5400000">
              <a:off x="11570041" y="2045593"/>
              <a:ext cx="493812" cy="658794"/>
              <a:chOff x="0" y="0"/>
              <a:chExt cx="130058" cy="173509"/>
            </a:xfrm>
          </p:grpSpPr>
          <p:sp>
            <p:nvSpPr>
              <p:cNvPr id="10" name="Freeform 10"/>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2DC4CD"/>
              </a:solidFill>
            </p:spPr>
          </p:sp>
          <p:sp>
            <p:nvSpPr>
              <p:cNvPr id="11" name="TextBox 11"/>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2" name="Group 12"/>
            <p:cNvGrpSpPr/>
            <p:nvPr/>
          </p:nvGrpSpPr>
          <p:grpSpPr>
            <a:xfrm rot="5400000">
              <a:off x="11570041" y="2776269"/>
              <a:ext cx="493812" cy="658794"/>
              <a:chOff x="0" y="0"/>
              <a:chExt cx="130058" cy="173509"/>
            </a:xfrm>
          </p:grpSpPr>
          <p:sp>
            <p:nvSpPr>
              <p:cNvPr id="13" name="Freeform 13"/>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3EC6C3"/>
              </a:solidFill>
            </p:spPr>
          </p:sp>
          <p:sp>
            <p:nvSpPr>
              <p:cNvPr id="14" name="TextBox 14"/>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5" name="Group 15"/>
            <p:cNvGrpSpPr/>
            <p:nvPr/>
          </p:nvGrpSpPr>
          <p:grpSpPr>
            <a:xfrm rot="5400000">
              <a:off x="11570041" y="3489156"/>
              <a:ext cx="493812" cy="658794"/>
              <a:chOff x="0" y="0"/>
              <a:chExt cx="130058" cy="173509"/>
            </a:xfrm>
          </p:grpSpPr>
          <p:sp>
            <p:nvSpPr>
              <p:cNvPr id="16" name="Freeform 16"/>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55C9B8"/>
              </a:solidFill>
            </p:spPr>
          </p:sp>
          <p:sp>
            <p:nvSpPr>
              <p:cNvPr id="17" name="TextBox 17"/>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8" name="Group 18"/>
            <p:cNvGrpSpPr/>
            <p:nvPr/>
          </p:nvGrpSpPr>
          <p:grpSpPr>
            <a:xfrm rot="5400000">
              <a:off x="11570041" y="4198759"/>
              <a:ext cx="493812" cy="658794"/>
              <a:chOff x="0" y="0"/>
              <a:chExt cx="130058" cy="173509"/>
            </a:xfrm>
          </p:grpSpPr>
          <p:sp>
            <p:nvSpPr>
              <p:cNvPr id="19" name="Freeform 19"/>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6ACBAB"/>
              </a:solidFill>
            </p:spPr>
          </p:sp>
          <p:sp>
            <p:nvSpPr>
              <p:cNvPr id="20" name="TextBox 20"/>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21" name="Group 21"/>
            <p:cNvGrpSpPr/>
            <p:nvPr/>
          </p:nvGrpSpPr>
          <p:grpSpPr>
            <a:xfrm rot="5400000">
              <a:off x="11570041" y="4929435"/>
              <a:ext cx="493812" cy="658794"/>
              <a:chOff x="0" y="0"/>
              <a:chExt cx="130058" cy="173509"/>
            </a:xfrm>
          </p:grpSpPr>
          <p:sp>
            <p:nvSpPr>
              <p:cNvPr id="22" name="Freeform 22"/>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DCEA1"/>
              </a:solidFill>
            </p:spPr>
          </p:sp>
          <p:sp>
            <p:nvSpPr>
              <p:cNvPr id="23" name="TextBox 23"/>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24" name="Group 24"/>
            <p:cNvGrpSpPr/>
            <p:nvPr/>
          </p:nvGrpSpPr>
          <p:grpSpPr>
            <a:xfrm rot="5400000">
              <a:off x="11570041" y="5642322"/>
              <a:ext cx="493812" cy="658794"/>
              <a:chOff x="0" y="0"/>
              <a:chExt cx="130058" cy="173509"/>
            </a:xfrm>
          </p:grpSpPr>
          <p:sp>
            <p:nvSpPr>
              <p:cNvPr id="25" name="Freeform 25"/>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95D193"/>
              </a:solidFill>
            </p:spPr>
          </p:sp>
          <p:sp>
            <p:nvSpPr>
              <p:cNvPr id="26" name="TextBox 26"/>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27" name="Group 27"/>
            <p:cNvGrpSpPr/>
            <p:nvPr/>
          </p:nvGrpSpPr>
          <p:grpSpPr>
            <a:xfrm rot="5400000">
              <a:off x="11570041" y="6351925"/>
              <a:ext cx="493812" cy="658794"/>
              <a:chOff x="0" y="0"/>
              <a:chExt cx="130058" cy="173509"/>
            </a:xfrm>
          </p:grpSpPr>
          <p:sp>
            <p:nvSpPr>
              <p:cNvPr id="28" name="Freeform 28"/>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A8D389"/>
              </a:solidFill>
            </p:spPr>
          </p:sp>
          <p:sp>
            <p:nvSpPr>
              <p:cNvPr id="29" name="TextBox 29"/>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30" name="Group 30"/>
            <p:cNvGrpSpPr/>
            <p:nvPr/>
          </p:nvGrpSpPr>
          <p:grpSpPr>
            <a:xfrm rot="5400000">
              <a:off x="11570041" y="7082601"/>
              <a:ext cx="493812" cy="658794"/>
              <a:chOff x="0" y="0"/>
              <a:chExt cx="130058" cy="173509"/>
            </a:xfrm>
          </p:grpSpPr>
          <p:sp>
            <p:nvSpPr>
              <p:cNvPr id="31" name="Freeform 31"/>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BED67E"/>
              </a:solidFill>
            </p:spPr>
          </p:sp>
          <p:sp>
            <p:nvSpPr>
              <p:cNvPr id="32" name="TextBox 32"/>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33" name="Group 33"/>
            <p:cNvGrpSpPr/>
            <p:nvPr/>
          </p:nvGrpSpPr>
          <p:grpSpPr>
            <a:xfrm rot="5400000">
              <a:off x="11570041" y="7795488"/>
              <a:ext cx="493812" cy="658794"/>
              <a:chOff x="0" y="0"/>
              <a:chExt cx="130058" cy="173509"/>
            </a:xfrm>
          </p:grpSpPr>
          <p:sp>
            <p:nvSpPr>
              <p:cNvPr id="34" name="Freeform 34"/>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CED875"/>
              </a:solidFill>
            </p:spPr>
          </p:sp>
          <p:sp>
            <p:nvSpPr>
              <p:cNvPr id="35" name="TextBox 35"/>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36" name="Group 36"/>
            <p:cNvGrpSpPr/>
            <p:nvPr/>
          </p:nvGrpSpPr>
          <p:grpSpPr>
            <a:xfrm rot="5400000">
              <a:off x="11570041" y="8505091"/>
              <a:ext cx="493812" cy="658794"/>
              <a:chOff x="0" y="0"/>
              <a:chExt cx="130058" cy="173509"/>
            </a:xfrm>
          </p:grpSpPr>
          <p:sp>
            <p:nvSpPr>
              <p:cNvPr id="37" name="Freeform 37"/>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E4DA67"/>
              </a:solidFill>
            </p:spPr>
          </p:sp>
          <p:sp>
            <p:nvSpPr>
              <p:cNvPr id="38" name="TextBox 38"/>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39" name="Group 39"/>
            <p:cNvGrpSpPr/>
            <p:nvPr/>
          </p:nvGrpSpPr>
          <p:grpSpPr>
            <a:xfrm rot="5400000">
              <a:off x="11570041" y="9235767"/>
              <a:ext cx="493812" cy="658794"/>
              <a:chOff x="0" y="0"/>
              <a:chExt cx="130058" cy="173509"/>
            </a:xfrm>
          </p:grpSpPr>
          <p:sp>
            <p:nvSpPr>
              <p:cNvPr id="40" name="Freeform 40"/>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FCDE5B"/>
              </a:solidFill>
            </p:spPr>
          </p:sp>
          <p:sp>
            <p:nvSpPr>
              <p:cNvPr id="41" name="TextBox 41"/>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sp>
          <p:nvSpPr>
            <p:cNvPr id="83" name="TextBox 83"/>
            <p:cNvSpPr txBox="1"/>
            <p:nvPr/>
          </p:nvSpPr>
          <p:spPr>
            <a:xfrm>
              <a:off x="9341641" y="339032"/>
              <a:ext cx="1529500" cy="841795"/>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original data</a:t>
              </a:r>
            </a:p>
          </p:txBody>
        </p:sp>
        <p:sp>
          <p:nvSpPr>
            <p:cNvPr id="84" name="TextBox 84"/>
            <p:cNvSpPr txBox="1"/>
            <p:nvPr/>
          </p:nvSpPr>
          <p:spPr>
            <a:xfrm>
              <a:off x="11052197" y="338561"/>
              <a:ext cx="1529500" cy="841795"/>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windowed data</a:t>
              </a:r>
            </a:p>
          </p:txBody>
        </p:sp>
      </p:grpSp>
      <p:sp>
        <p:nvSpPr>
          <p:cNvPr id="85" name="Freeform 85"/>
          <p:cNvSpPr/>
          <p:nvPr/>
        </p:nvSpPr>
        <p:spPr>
          <a:xfrm rot="-5400000">
            <a:off x="14900827" y="5446619"/>
            <a:ext cx="661936" cy="3268821"/>
          </a:xfrm>
          <a:custGeom>
            <a:avLst/>
            <a:gdLst/>
            <a:ahLst/>
            <a:cxnLst/>
            <a:rect l="l" t="t" r="r" b="b"/>
            <a:pathLst>
              <a:path w="661936" h="3268821">
                <a:moveTo>
                  <a:pt x="0" y="0"/>
                </a:moveTo>
                <a:lnTo>
                  <a:pt x="661936" y="0"/>
                </a:lnTo>
                <a:lnTo>
                  <a:pt x="661936" y="3268821"/>
                </a:lnTo>
                <a:lnTo>
                  <a:pt x="0" y="32688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6" name="TextBox 86"/>
          <p:cNvSpPr txBox="1"/>
          <p:nvPr/>
        </p:nvSpPr>
        <p:spPr>
          <a:xfrm>
            <a:off x="13387141" y="7735104"/>
            <a:ext cx="3735665" cy="1416974"/>
          </a:xfrm>
          <a:prstGeom prst="rect">
            <a:avLst/>
          </a:prstGeom>
        </p:spPr>
        <p:txBody>
          <a:bodyPr lIns="0" tIns="0" rIns="0" bIns="0" rtlCol="0" anchor="t">
            <a:spAutoFit/>
          </a:bodyPr>
          <a:lstStyle/>
          <a:p>
            <a:pPr algn="ctr">
              <a:lnSpc>
                <a:spcPts val="5422"/>
              </a:lnSpc>
            </a:pPr>
            <a:r>
              <a:rPr lang="en-US" sz="3873" b="1">
                <a:solidFill>
                  <a:srgbClr val="FFFFFF"/>
                </a:solidFill>
                <a:latin typeface="Codec Pro Bold"/>
                <a:ea typeface="Codec Pro Bold"/>
                <a:cs typeface="Codec Pro Bold"/>
                <a:sym typeface="Codec Pro Bold"/>
              </a:rPr>
              <a:t>Unnaturally similar</a:t>
            </a:r>
          </a:p>
        </p:txBody>
      </p:sp>
      <p:grpSp>
        <p:nvGrpSpPr>
          <p:cNvPr id="123" name="Group 123"/>
          <p:cNvGrpSpPr/>
          <p:nvPr/>
        </p:nvGrpSpPr>
        <p:grpSpPr>
          <a:xfrm>
            <a:off x="1977395" y="7230926"/>
            <a:ext cx="2400072" cy="1992472"/>
            <a:chOff x="0" y="0"/>
            <a:chExt cx="3200096" cy="2656629"/>
          </a:xfrm>
        </p:grpSpPr>
        <p:grpSp>
          <p:nvGrpSpPr>
            <p:cNvPr id="124" name="Group 124"/>
            <p:cNvGrpSpPr/>
            <p:nvPr/>
          </p:nvGrpSpPr>
          <p:grpSpPr>
            <a:xfrm rot="-10800000">
              <a:off x="2240002" y="1778237"/>
              <a:ext cx="658417" cy="878392"/>
              <a:chOff x="0" y="0"/>
              <a:chExt cx="130058" cy="173509"/>
            </a:xfrm>
          </p:grpSpPr>
          <p:sp>
            <p:nvSpPr>
              <p:cNvPr id="125" name="Freeform 125"/>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E6C078"/>
              </a:solidFill>
            </p:spPr>
          </p:sp>
          <p:sp>
            <p:nvSpPr>
              <p:cNvPr id="126" name="TextBox 126"/>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27" name="Group 127"/>
            <p:cNvGrpSpPr/>
            <p:nvPr/>
          </p:nvGrpSpPr>
          <p:grpSpPr>
            <a:xfrm rot="-10800000">
              <a:off x="301678" y="1778237"/>
              <a:ext cx="658417" cy="878392"/>
              <a:chOff x="0" y="0"/>
              <a:chExt cx="130058" cy="173509"/>
            </a:xfrm>
          </p:grpSpPr>
          <p:sp>
            <p:nvSpPr>
              <p:cNvPr id="128" name="Freeform 128"/>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A63B3B"/>
              </a:solidFill>
            </p:spPr>
          </p:sp>
          <p:sp>
            <p:nvSpPr>
              <p:cNvPr id="129" name="TextBox 129"/>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30" name="Group 130"/>
            <p:cNvGrpSpPr/>
            <p:nvPr/>
          </p:nvGrpSpPr>
          <p:grpSpPr>
            <a:xfrm rot="-10800000">
              <a:off x="2240002" y="570637"/>
              <a:ext cx="658417" cy="878392"/>
              <a:chOff x="0" y="0"/>
              <a:chExt cx="130058" cy="173509"/>
            </a:xfrm>
          </p:grpSpPr>
          <p:sp>
            <p:nvSpPr>
              <p:cNvPr id="131" name="Freeform 131"/>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A792D1"/>
              </a:solidFill>
            </p:spPr>
          </p:sp>
          <p:sp>
            <p:nvSpPr>
              <p:cNvPr id="132" name="TextBox 132"/>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33" name="Group 133"/>
            <p:cNvGrpSpPr/>
            <p:nvPr/>
          </p:nvGrpSpPr>
          <p:grpSpPr>
            <a:xfrm rot="-10800000">
              <a:off x="1270840" y="1778237"/>
              <a:ext cx="658417" cy="878392"/>
              <a:chOff x="0" y="0"/>
              <a:chExt cx="130058" cy="173509"/>
            </a:xfrm>
          </p:grpSpPr>
          <p:sp>
            <p:nvSpPr>
              <p:cNvPr id="134" name="Freeform 134"/>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A8D389"/>
              </a:solidFill>
            </p:spPr>
          </p:sp>
          <p:sp>
            <p:nvSpPr>
              <p:cNvPr id="135" name="TextBox 135"/>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36" name="Group 136"/>
            <p:cNvGrpSpPr/>
            <p:nvPr/>
          </p:nvGrpSpPr>
          <p:grpSpPr>
            <a:xfrm rot="-10800000">
              <a:off x="1264085" y="570637"/>
              <a:ext cx="658417" cy="878392"/>
              <a:chOff x="0" y="0"/>
              <a:chExt cx="130058" cy="173509"/>
            </a:xfrm>
          </p:grpSpPr>
          <p:sp>
            <p:nvSpPr>
              <p:cNvPr id="137" name="Freeform 137"/>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E7191F"/>
              </a:solidFill>
            </p:spPr>
          </p:sp>
          <p:sp>
            <p:nvSpPr>
              <p:cNvPr id="138" name="TextBox 138"/>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39" name="Group 139"/>
            <p:cNvGrpSpPr/>
            <p:nvPr/>
          </p:nvGrpSpPr>
          <p:grpSpPr>
            <a:xfrm rot="-10800000">
              <a:off x="289850" y="570637"/>
              <a:ext cx="658417" cy="878392"/>
              <a:chOff x="0" y="0"/>
              <a:chExt cx="130058" cy="173509"/>
            </a:xfrm>
          </p:grpSpPr>
          <p:sp>
            <p:nvSpPr>
              <p:cNvPr id="140" name="Freeform 140"/>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8FBC8F"/>
              </a:solidFill>
            </p:spPr>
          </p:sp>
          <p:sp>
            <p:nvSpPr>
              <p:cNvPr id="141" name="TextBox 141"/>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sp>
          <p:nvSpPr>
            <p:cNvPr id="142" name="TextBox 142"/>
            <p:cNvSpPr txBox="1"/>
            <p:nvPr/>
          </p:nvSpPr>
          <p:spPr>
            <a:xfrm>
              <a:off x="0" y="-57150"/>
              <a:ext cx="3200096" cy="540008"/>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training data</a:t>
              </a:r>
            </a:p>
          </p:txBody>
        </p:sp>
      </p:grpSp>
      <p:grpSp>
        <p:nvGrpSpPr>
          <p:cNvPr id="143" name="Group 143"/>
          <p:cNvGrpSpPr/>
          <p:nvPr/>
        </p:nvGrpSpPr>
        <p:grpSpPr>
          <a:xfrm>
            <a:off x="5122758" y="7230926"/>
            <a:ext cx="1878375" cy="1992472"/>
            <a:chOff x="0" y="0"/>
            <a:chExt cx="2504500" cy="2656629"/>
          </a:xfrm>
        </p:grpSpPr>
        <p:grpSp>
          <p:nvGrpSpPr>
            <p:cNvPr id="144" name="Group 144"/>
            <p:cNvGrpSpPr/>
            <p:nvPr/>
          </p:nvGrpSpPr>
          <p:grpSpPr>
            <a:xfrm rot="-10800000">
              <a:off x="1846083" y="608500"/>
              <a:ext cx="658417" cy="878392"/>
              <a:chOff x="0" y="0"/>
              <a:chExt cx="130058" cy="173509"/>
            </a:xfrm>
          </p:grpSpPr>
          <p:sp>
            <p:nvSpPr>
              <p:cNvPr id="145" name="Freeform 145"/>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4C4A99"/>
              </a:solidFill>
            </p:spPr>
          </p:sp>
          <p:sp>
            <p:nvSpPr>
              <p:cNvPr id="146" name="TextBox 146"/>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47" name="Group 147"/>
            <p:cNvGrpSpPr/>
            <p:nvPr/>
          </p:nvGrpSpPr>
          <p:grpSpPr>
            <a:xfrm rot="-10800000">
              <a:off x="916231" y="608500"/>
              <a:ext cx="658417" cy="878392"/>
              <a:chOff x="0" y="0"/>
              <a:chExt cx="130058" cy="173509"/>
            </a:xfrm>
          </p:grpSpPr>
          <p:sp>
            <p:nvSpPr>
              <p:cNvPr id="148" name="Freeform 148"/>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3EC6C3"/>
              </a:solidFill>
            </p:spPr>
          </p:sp>
          <p:sp>
            <p:nvSpPr>
              <p:cNvPr id="149" name="TextBox 149"/>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50" name="Group 150"/>
            <p:cNvGrpSpPr/>
            <p:nvPr/>
          </p:nvGrpSpPr>
          <p:grpSpPr>
            <a:xfrm rot="-10800000">
              <a:off x="1846083" y="1778237"/>
              <a:ext cx="658417" cy="878392"/>
              <a:chOff x="0" y="0"/>
              <a:chExt cx="130058" cy="173509"/>
            </a:xfrm>
          </p:grpSpPr>
          <p:sp>
            <p:nvSpPr>
              <p:cNvPr id="151" name="Freeform 151"/>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6ACBAB"/>
              </a:solidFill>
            </p:spPr>
          </p:sp>
          <p:sp>
            <p:nvSpPr>
              <p:cNvPr id="152" name="TextBox 152"/>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53" name="Group 153"/>
            <p:cNvGrpSpPr/>
            <p:nvPr/>
          </p:nvGrpSpPr>
          <p:grpSpPr>
            <a:xfrm rot="-10800000">
              <a:off x="0" y="1778237"/>
              <a:ext cx="658417" cy="878392"/>
              <a:chOff x="0" y="0"/>
              <a:chExt cx="130058" cy="173509"/>
            </a:xfrm>
          </p:grpSpPr>
          <p:sp>
            <p:nvSpPr>
              <p:cNvPr id="154" name="Freeform 154"/>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843E49"/>
              </a:solidFill>
            </p:spPr>
          </p:sp>
          <p:sp>
            <p:nvSpPr>
              <p:cNvPr id="155" name="TextBox 155"/>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56" name="Group 156"/>
            <p:cNvGrpSpPr/>
            <p:nvPr/>
          </p:nvGrpSpPr>
          <p:grpSpPr>
            <a:xfrm rot="-10800000">
              <a:off x="0" y="608500"/>
              <a:ext cx="658417" cy="878392"/>
              <a:chOff x="0" y="0"/>
              <a:chExt cx="130058" cy="173509"/>
            </a:xfrm>
          </p:grpSpPr>
          <p:sp>
            <p:nvSpPr>
              <p:cNvPr id="157" name="Freeform 157"/>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DBACC8"/>
              </a:solidFill>
            </p:spPr>
          </p:sp>
          <p:sp>
            <p:nvSpPr>
              <p:cNvPr id="158" name="TextBox 158"/>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59" name="Group 159"/>
            <p:cNvGrpSpPr/>
            <p:nvPr/>
          </p:nvGrpSpPr>
          <p:grpSpPr>
            <a:xfrm rot="-10800000">
              <a:off x="916231" y="1778237"/>
              <a:ext cx="658417" cy="878392"/>
              <a:chOff x="0" y="0"/>
              <a:chExt cx="130058" cy="173509"/>
            </a:xfrm>
          </p:grpSpPr>
          <p:sp>
            <p:nvSpPr>
              <p:cNvPr id="160" name="Freeform 160"/>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E4DA67"/>
              </a:solidFill>
            </p:spPr>
          </p:sp>
          <p:sp>
            <p:nvSpPr>
              <p:cNvPr id="161" name="TextBox 161"/>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sp>
          <p:nvSpPr>
            <p:cNvPr id="162" name="TextBox 162"/>
            <p:cNvSpPr txBox="1"/>
            <p:nvPr/>
          </p:nvSpPr>
          <p:spPr>
            <a:xfrm>
              <a:off x="0" y="-57150"/>
              <a:ext cx="2504500" cy="540008"/>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test data</a:t>
              </a:r>
            </a:p>
          </p:txBody>
        </p:sp>
      </p:grpSp>
      <p:grpSp>
        <p:nvGrpSpPr>
          <p:cNvPr id="167" name="Group 166">
            <a:extLst>
              <a:ext uri="{FF2B5EF4-FFF2-40B4-BE49-F238E27FC236}">
                <a16:creationId xmlns:a16="http://schemas.microsoft.com/office/drawing/2014/main" id="{5168757B-D75F-481B-A017-25B3CC38AC9D}"/>
              </a:ext>
            </a:extLst>
          </p:cNvPr>
          <p:cNvGrpSpPr/>
          <p:nvPr/>
        </p:nvGrpSpPr>
        <p:grpSpPr>
          <a:xfrm>
            <a:off x="526017" y="5611248"/>
            <a:ext cx="8393588" cy="1180396"/>
            <a:chOff x="526017" y="5611248"/>
            <a:chExt cx="8393588" cy="1180396"/>
          </a:xfrm>
        </p:grpSpPr>
        <p:grpSp>
          <p:nvGrpSpPr>
            <p:cNvPr id="87" name="Group 87"/>
            <p:cNvGrpSpPr/>
            <p:nvPr/>
          </p:nvGrpSpPr>
          <p:grpSpPr>
            <a:xfrm rot="-10800000">
              <a:off x="8425793" y="6132850"/>
              <a:ext cx="493812" cy="658794"/>
              <a:chOff x="0" y="0"/>
              <a:chExt cx="130058" cy="173509"/>
            </a:xfrm>
          </p:grpSpPr>
          <p:sp>
            <p:nvSpPr>
              <p:cNvPr id="88" name="Freeform 88"/>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E6C078"/>
              </a:solidFill>
            </p:spPr>
          </p:sp>
          <p:sp>
            <p:nvSpPr>
              <p:cNvPr id="89" name="TextBox 89"/>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90" name="Group 90"/>
            <p:cNvGrpSpPr/>
            <p:nvPr/>
          </p:nvGrpSpPr>
          <p:grpSpPr>
            <a:xfrm rot="-10800000">
              <a:off x="7716191" y="6132850"/>
              <a:ext cx="493812" cy="658794"/>
              <a:chOff x="0" y="0"/>
              <a:chExt cx="130058" cy="173509"/>
            </a:xfrm>
          </p:grpSpPr>
          <p:sp>
            <p:nvSpPr>
              <p:cNvPr id="91" name="Freeform 91"/>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4C4A99"/>
              </a:solidFill>
            </p:spPr>
          </p:sp>
          <p:sp>
            <p:nvSpPr>
              <p:cNvPr id="92" name="TextBox 92"/>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93" name="Group 93"/>
            <p:cNvGrpSpPr/>
            <p:nvPr/>
          </p:nvGrpSpPr>
          <p:grpSpPr>
            <a:xfrm rot="-10800000">
              <a:off x="6985515" y="6132850"/>
              <a:ext cx="493812" cy="658794"/>
              <a:chOff x="0" y="0"/>
              <a:chExt cx="130058" cy="173509"/>
            </a:xfrm>
          </p:grpSpPr>
          <p:sp>
            <p:nvSpPr>
              <p:cNvPr id="94" name="Freeform 94"/>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3EC6C3"/>
              </a:solidFill>
            </p:spPr>
          </p:sp>
          <p:sp>
            <p:nvSpPr>
              <p:cNvPr id="95" name="TextBox 95"/>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96" name="Group 96"/>
            <p:cNvGrpSpPr/>
            <p:nvPr/>
          </p:nvGrpSpPr>
          <p:grpSpPr>
            <a:xfrm rot="-10800000">
              <a:off x="6272628" y="6132850"/>
              <a:ext cx="493812" cy="658794"/>
              <a:chOff x="0" y="0"/>
              <a:chExt cx="130058" cy="173509"/>
            </a:xfrm>
          </p:grpSpPr>
          <p:sp>
            <p:nvSpPr>
              <p:cNvPr id="97" name="Freeform 97"/>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A63B3B"/>
              </a:solidFill>
            </p:spPr>
          </p:sp>
          <p:sp>
            <p:nvSpPr>
              <p:cNvPr id="98" name="TextBox 98"/>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99" name="Group 99"/>
            <p:cNvGrpSpPr/>
            <p:nvPr/>
          </p:nvGrpSpPr>
          <p:grpSpPr>
            <a:xfrm rot="-10800000">
              <a:off x="5563025" y="6132850"/>
              <a:ext cx="493812" cy="658794"/>
              <a:chOff x="0" y="0"/>
              <a:chExt cx="130058" cy="173509"/>
            </a:xfrm>
          </p:grpSpPr>
          <p:sp>
            <p:nvSpPr>
              <p:cNvPr id="100" name="Freeform 100"/>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6ACBAB"/>
              </a:solidFill>
            </p:spPr>
          </p:sp>
          <p:sp>
            <p:nvSpPr>
              <p:cNvPr id="101" name="TextBox 101"/>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02" name="Group 102"/>
            <p:cNvGrpSpPr/>
            <p:nvPr/>
          </p:nvGrpSpPr>
          <p:grpSpPr>
            <a:xfrm rot="-10800000">
              <a:off x="4832349" y="6132850"/>
              <a:ext cx="493812" cy="658794"/>
              <a:chOff x="0" y="0"/>
              <a:chExt cx="130058" cy="173509"/>
            </a:xfrm>
          </p:grpSpPr>
          <p:sp>
            <p:nvSpPr>
              <p:cNvPr id="103" name="Freeform 103"/>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A792D1"/>
              </a:solidFill>
            </p:spPr>
          </p:sp>
          <p:sp>
            <p:nvSpPr>
              <p:cNvPr id="104" name="TextBox 104"/>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05" name="Group 105"/>
            <p:cNvGrpSpPr/>
            <p:nvPr/>
          </p:nvGrpSpPr>
          <p:grpSpPr>
            <a:xfrm rot="-10800000">
              <a:off x="4119462" y="6132850"/>
              <a:ext cx="493812" cy="658794"/>
              <a:chOff x="0" y="0"/>
              <a:chExt cx="130058" cy="173509"/>
            </a:xfrm>
          </p:grpSpPr>
          <p:sp>
            <p:nvSpPr>
              <p:cNvPr id="106" name="Freeform 106"/>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843E49"/>
              </a:solidFill>
            </p:spPr>
          </p:sp>
          <p:sp>
            <p:nvSpPr>
              <p:cNvPr id="107" name="TextBox 107"/>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08" name="Group 108"/>
            <p:cNvGrpSpPr/>
            <p:nvPr/>
          </p:nvGrpSpPr>
          <p:grpSpPr>
            <a:xfrm rot="-10800000">
              <a:off x="3409859" y="6132850"/>
              <a:ext cx="493812" cy="658794"/>
              <a:chOff x="0" y="0"/>
              <a:chExt cx="130058" cy="173509"/>
            </a:xfrm>
          </p:grpSpPr>
          <p:sp>
            <p:nvSpPr>
              <p:cNvPr id="109" name="Freeform 109"/>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A8D389"/>
              </a:solidFill>
            </p:spPr>
          </p:sp>
          <p:sp>
            <p:nvSpPr>
              <p:cNvPr id="110" name="TextBox 110"/>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11" name="Group 111"/>
            <p:cNvGrpSpPr/>
            <p:nvPr/>
          </p:nvGrpSpPr>
          <p:grpSpPr>
            <a:xfrm rot="-10800000">
              <a:off x="2679183" y="6132850"/>
              <a:ext cx="493812" cy="658794"/>
              <a:chOff x="0" y="0"/>
              <a:chExt cx="130058" cy="173509"/>
            </a:xfrm>
          </p:grpSpPr>
          <p:sp>
            <p:nvSpPr>
              <p:cNvPr id="112" name="Freeform 112"/>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DBACC8"/>
              </a:solidFill>
            </p:spPr>
          </p:sp>
          <p:sp>
            <p:nvSpPr>
              <p:cNvPr id="113" name="TextBox 113"/>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14" name="Group 114"/>
            <p:cNvGrpSpPr/>
            <p:nvPr/>
          </p:nvGrpSpPr>
          <p:grpSpPr>
            <a:xfrm rot="-10800000">
              <a:off x="1966296" y="6132850"/>
              <a:ext cx="493812" cy="658794"/>
              <a:chOff x="0" y="0"/>
              <a:chExt cx="130058" cy="173509"/>
            </a:xfrm>
          </p:grpSpPr>
          <p:sp>
            <p:nvSpPr>
              <p:cNvPr id="115" name="Freeform 115"/>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E7191F"/>
              </a:solidFill>
            </p:spPr>
          </p:sp>
          <p:sp>
            <p:nvSpPr>
              <p:cNvPr id="116" name="TextBox 116"/>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17" name="Group 117"/>
            <p:cNvGrpSpPr/>
            <p:nvPr/>
          </p:nvGrpSpPr>
          <p:grpSpPr>
            <a:xfrm rot="-10800000">
              <a:off x="1256693" y="6132850"/>
              <a:ext cx="493812" cy="658794"/>
              <a:chOff x="0" y="0"/>
              <a:chExt cx="130058" cy="173509"/>
            </a:xfrm>
          </p:grpSpPr>
          <p:sp>
            <p:nvSpPr>
              <p:cNvPr id="118" name="Freeform 118"/>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E4DA67"/>
              </a:solidFill>
            </p:spPr>
          </p:sp>
          <p:sp>
            <p:nvSpPr>
              <p:cNvPr id="119" name="TextBox 119"/>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20" name="Group 120"/>
            <p:cNvGrpSpPr/>
            <p:nvPr/>
          </p:nvGrpSpPr>
          <p:grpSpPr>
            <a:xfrm rot="-10800000">
              <a:off x="526017" y="6132850"/>
              <a:ext cx="493812" cy="658794"/>
              <a:chOff x="0" y="0"/>
              <a:chExt cx="130058" cy="173509"/>
            </a:xfrm>
          </p:grpSpPr>
          <p:sp>
            <p:nvSpPr>
              <p:cNvPr id="121" name="Freeform 121"/>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8FBC8F"/>
              </a:solidFill>
            </p:spPr>
          </p:sp>
          <p:sp>
            <p:nvSpPr>
              <p:cNvPr id="122" name="TextBox 122"/>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sp>
          <p:nvSpPr>
            <p:cNvPr id="163" name="TextBox 163"/>
            <p:cNvSpPr txBox="1"/>
            <p:nvPr/>
          </p:nvSpPr>
          <p:spPr>
            <a:xfrm>
              <a:off x="537744" y="5611248"/>
              <a:ext cx="2879301" cy="415893"/>
            </a:xfrm>
            <a:prstGeom prst="rect">
              <a:avLst/>
            </a:prstGeom>
          </p:spPr>
          <p:txBody>
            <a:bodyPr lIns="0" tIns="0" rIns="0" bIns="0" rtlCol="0" anchor="t">
              <a:spAutoFit/>
            </a:bodyPr>
            <a:lstStyle/>
            <a:p>
              <a:pPr algn="l">
                <a:lnSpc>
                  <a:spcPts val="3326"/>
                </a:lnSpc>
              </a:pPr>
              <a:r>
                <a:rPr lang="en-US" sz="2376" b="1">
                  <a:solidFill>
                    <a:srgbClr val="FFFFFF"/>
                  </a:solidFill>
                  <a:latin typeface="Anca Coder Bold"/>
                  <a:ea typeface="Anca Coder Bold"/>
                  <a:cs typeface="Anca Coder Bold"/>
                  <a:sym typeface="Anca Coder Bold"/>
                </a:rPr>
                <a:t>original data</a:t>
              </a:r>
            </a:p>
          </p:txBody>
        </p:sp>
      </p:grpSp>
      <p:sp>
        <p:nvSpPr>
          <p:cNvPr id="165" name="Freeform 165"/>
          <p:cNvSpPr/>
          <p:nvPr/>
        </p:nvSpPr>
        <p:spPr>
          <a:xfrm>
            <a:off x="957128" y="1822987"/>
            <a:ext cx="3204680" cy="2423904"/>
          </a:xfrm>
          <a:custGeom>
            <a:avLst/>
            <a:gdLst/>
            <a:ahLst/>
            <a:cxnLst/>
            <a:rect l="l" t="t" r="r" b="b"/>
            <a:pathLst>
              <a:path w="3204680" h="2423904">
                <a:moveTo>
                  <a:pt x="0" y="0"/>
                </a:moveTo>
                <a:lnTo>
                  <a:pt x="3204680" y="0"/>
                </a:lnTo>
                <a:lnTo>
                  <a:pt x="3204680" y="2423904"/>
                </a:lnTo>
                <a:lnTo>
                  <a:pt x="0" y="24239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66" name="Freeform 166"/>
          <p:cNvSpPr/>
          <p:nvPr/>
        </p:nvSpPr>
        <p:spPr>
          <a:xfrm rot="-8383682" flipV="1">
            <a:off x="4216500" y="3117363"/>
            <a:ext cx="1208303" cy="431968"/>
          </a:xfrm>
          <a:custGeom>
            <a:avLst/>
            <a:gdLst/>
            <a:ahLst/>
            <a:cxnLst/>
            <a:rect l="l" t="t" r="r" b="b"/>
            <a:pathLst>
              <a:path w="1208303" h="431968">
                <a:moveTo>
                  <a:pt x="0" y="431968"/>
                </a:moveTo>
                <a:lnTo>
                  <a:pt x="1208303" y="431968"/>
                </a:lnTo>
                <a:lnTo>
                  <a:pt x="1208303" y="0"/>
                </a:lnTo>
                <a:lnTo>
                  <a:pt x="0" y="0"/>
                </a:lnTo>
                <a:lnTo>
                  <a:pt x="0" y="431968"/>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11570041" y="1335991"/>
            <a:ext cx="493812" cy="658794"/>
            <a:chOff x="0" y="0"/>
            <a:chExt cx="130058" cy="173509"/>
          </a:xfrm>
        </p:grpSpPr>
        <p:sp>
          <p:nvSpPr>
            <p:cNvPr id="3" name="Freeform 3"/>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0CC0DF"/>
            </a:solidFill>
          </p:spPr>
        </p:sp>
        <p:sp>
          <p:nvSpPr>
            <p:cNvPr id="4" name="TextBox 4"/>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5" name="Group 5"/>
          <p:cNvGrpSpPr/>
          <p:nvPr/>
        </p:nvGrpSpPr>
        <p:grpSpPr>
          <a:xfrm rot="5400000">
            <a:off x="11570041" y="2045593"/>
            <a:ext cx="493812" cy="658794"/>
            <a:chOff x="0" y="0"/>
            <a:chExt cx="130058" cy="173509"/>
          </a:xfrm>
        </p:grpSpPr>
        <p:sp>
          <p:nvSpPr>
            <p:cNvPr id="6" name="Freeform 6"/>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2DC4CD"/>
            </a:solidFill>
          </p:spPr>
        </p:sp>
        <p:sp>
          <p:nvSpPr>
            <p:cNvPr id="7" name="TextBox 7"/>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8" name="Group 8"/>
          <p:cNvGrpSpPr/>
          <p:nvPr/>
        </p:nvGrpSpPr>
        <p:grpSpPr>
          <a:xfrm rot="5400000">
            <a:off x="11570041" y="2776269"/>
            <a:ext cx="493812" cy="658794"/>
            <a:chOff x="0" y="0"/>
            <a:chExt cx="130058" cy="173509"/>
          </a:xfrm>
        </p:grpSpPr>
        <p:sp>
          <p:nvSpPr>
            <p:cNvPr id="9" name="Freeform 9"/>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3EC6C3"/>
            </a:solidFill>
          </p:spPr>
        </p:sp>
        <p:sp>
          <p:nvSpPr>
            <p:cNvPr id="10" name="TextBox 10"/>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1" name="Group 11"/>
          <p:cNvGrpSpPr/>
          <p:nvPr/>
        </p:nvGrpSpPr>
        <p:grpSpPr>
          <a:xfrm rot="5400000">
            <a:off x="11570041" y="3489156"/>
            <a:ext cx="493812" cy="658794"/>
            <a:chOff x="0" y="0"/>
            <a:chExt cx="130058" cy="173509"/>
          </a:xfrm>
        </p:grpSpPr>
        <p:sp>
          <p:nvSpPr>
            <p:cNvPr id="12" name="Freeform 12"/>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55C9B8"/>
            </a:solidFill>
          </p:spPr>
        </p:sp>
        <p:sp>
          <p:nvSpPr>
            <p:cNvPr id="13" name="TextBox 13"/>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4" name="Group 14"/>
          <p:cNvGrpSpPr/>
          <p:nvPr/>
        </p:nvGrpSpPr>
        <p:grpSpPr>
          <a:xfrm rot="5400000">
            <a:off x="11570041" y="4198759"/>
            <a:ext cx="493812" cy="658794"/>
            <a:chOff x="0" y="0"/>
            <a:chExt cx="130058" cy="173509"/>
          </a:xfrm>
        </p:grpSpPr>
        <p:sp>
          <p:nvSpPr>
            <p:cNvPr id="15" name="Freeform 15"/>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6ACBAB"/>
            </a:solidFill>
          </p:spPr>
        </p:sp>
        <p:sp>
          <p:nvSpPr>
            <p:cNvPr id="16" name="TextBox 16"/>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17" name="Group 17"/>
          <p:cNvGrpSpPr/>
          <p:nvPr/>
        </p:nvGrpSpPr>
        <p:grpSpPr>
          <a:xfrm rot="5400000">
            <a:off x="11570041" y="4929435"/>
            <a:ext cx="493812" cy="658794"/>
            <a:chOff x="0" y="0"/>
            <a:chExt cx="130058" cy="173509"/>
          </a:xfrm>
        </p:grpSpPr>
        <p:sp>
          <p:nvSpPr>
            <p:cNvPr id="18" name="Freeform 18"/>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DCEA1"/>
            </a:solidFill>
          </p:spPr>
        </p:sp>
        <p:sp>
          <p:nvSpPr>
            <p:cNvPr id="19" name="TextBox 19"/>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20" name="Group 20"/>
          <p:cNvGrpSpPr/>
          <p:nvPr/>
        </p:nvGrpSpPr>
        <p:grpSpPr>
          <a:xfrm rot="5400000">
            <a:off x="11570041" y="5642322"/>
            <a:ext cx="493812" cy="658794"/>
            <a:chOff x="0" y="0"/>
            <a:chExt cx="130058" cy="173509"/>
          </a:xfrm>
        </p:grpSpPr>
        <p:sp>
          <p:nvSpPr>
            <p:cNvPr id="21" name="Freeform 21"/>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95D193"/>
            </a:solidFill>
          </p:spPr>
        </p:sp>
        <p:sp>
          <p:nvSpPr>
            <p:cNvPr id="22" name="TextBox 22"/>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23" name="Group 23"/>
          <p:cNvGrpSpPr/>
          <p:nvPr/>
        </p:nvGrpSpPr>
        <p:grpSpPr>
          <a:xfrm rot="5400000">
            <a:off x="11570041" y="6351925"/>
            <a:ext cx="493812" cy="658794"/>
            <a:chOff x="0" y="0"/>
            <a:chExt cx="130058" cy="173509"/>
          </a:xfrm>
        </p:grpSpPr>
        <p:sp>
          <p:nvSpPr>
            <p:cNvPr id="24" name="Freeform 24"/>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A8D389"/>
            </a:solidFill>
          </p:spPr>
        </p:sp>
        <p:sp>
          <p:nvSpPr>
            <p:cNvPr id="25" name="TextBox 25"/>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26" name="Group 26"/>
          <p:cNvGrpSpPr/>
          <p:nvPr/>
        </p:nvGrpSpPr>
        <p:grpSpPr>
          <a:xfrm rot="5400000">
            <a:off x="11570041" y="7082601"/>
            <a:ext cx="493812" cy="658794"/>
            <a:chOff x="0" y="0"/>
            <a:chExt cx="130058" cy="173509"/>
          </a:xfrm>
        </p:grpSpPr>
        <p:sp>
          <p:nvSpPr>
            <p:cNvPr id="27" name="Freeform 27"/>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BED67E"/>
            </a:solidFill>
          </p:spPr>
        </p:sp>
        <p:sp>
          <p:nvSpPr>
            <p:cNvPr id="28" name="TextBox 28"/>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29" name="Group 29"/>
          <p:cNvGrpSpPr/>
          <p:nvPr/>
        </p:nvGrpSpPr>
        <p:grpSpPr>
          <a:xfrm rot="5400000">
            <a:off x="11570041" y="7795488"/>
            <a:ext cx="493812" cy="658794"/>
            <a:chOff x="0" y="0"/>
            <a:chExt cx="130058" cy="173509"/>
          </a:xfrm>
        </p:grpSpPr>
        <p:sp>
          <p:nvSpPr>
            <p:cNvPr id="30" name="Freeform 30"/>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CED875"/>
            </a:solidFill>
          </p:spPr>
        </p:sp>
        <p:sp>
          <p:nvSpPr>
            <p:cNvPr id="31" name="TextBox 31"/>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32" name="Group 32"/>
          <p:cNvGrpSpPr/>
          <p:nvPr/>
        </p:nvGrpSpPr>
        <p:grpSpPr>
          <a:xfrm rot="5400000">
            <a:off x="11570041" y="8505091"/>
            <a:ext cx="493812" cy="658794"/>
            <a:chOff x="0" y="0"/>
            <a:chExt cx="130058" cy="173509"/>
          </a:xfrm>
        </p:grpSpPr>
        <p:sp>
          <p:nvSpPr>
            <p:cNvPr id="33" name="Freeform 33"/>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E4DA67"/>
            </a:solidFill>
          </p:spPr>
        </p:sp>
        <p:sp>
          <p:nvSpPr>
            <p:cNvPr id="34" name="TextBox 34"/>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35" name="Group 35"/>
          <p:cNvGrpSpPr/>
          <p:nvPr/>
        </p:nvGrpSpPr>
        <p:grpSpPr>
          <a:xfrm rot="5400000">
            <a:off x="11570041" y="9235767"/>
            <a:ext cx="493812" cy="658794"/>
            <a:chOff x="0" y="0"/>
            <a:chExt cx="130058" cy="173509"/>
          </a:xfrm>
        </p:grpSpPr>
        <p:sp>
          <p:nvSpPr>
            <p:cNvPr id="36" name="Freeform 36"/>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FCDE5B"/>
            </a:solidFill>
          </p:spPr>
        </p:sp>
        <p:sp>
          <p:nvSpPr>
            <p:cNvPr id="37" name="TextBox 37"/>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sp>
        <p:nvSpPr>
          <p:cNvPr id="38" name="TextBox 38"/>
          <p:cNvSpPr txBox="1"/>
          <p:nvPr/>
        </p:nvSpPr>
        <p:spPr>
          <a:xfrm>
            <a:off x="11052197" y="338561"/>
            <a:ext cx="1529500" cy="841795"/>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windowed data</a:t>
            </a:r>
          </a:p>
        </p:txBody>
      </p:sp>
      <p:sp>
        <p:nvSpPr>
          <p:cNvPr id="39" name="Freeform 39"/>
          <p:cNvSpPr/>
          <p:nvPr/>
        </p:nvSpPr>
        <p:spPr>
          <a:xfrm>
            <a:off x="8652744" y="3847592"/>
            <a:ext cx="1823085" cy="1820806"/>
          </a:xfrm>
          <a:custGeom>
            <a:avLst/>
            <a:gdLst/>
            <a:ahLst/>
            <a:cxnLst/>
            <a:rect l="l" t="t" r="r" b="b"/>
            <a:pathLst>
              <a:path w="1823085" h="1820806">
                <a:moveTo>
                  <a:pt x="0" y="0"/>
                </a:moveTo>
                <a:lnTo>
                  <a:pt x="1823084" y="0"/>
                </a:lnTo>
                <a:lnTo>
                  <a:pt x="1823084" y="1820806"/>
                </a:lnTo>
                <a:lnTo>
                  <a:pt x="0" y="18208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0" name="Freeform 40"/>
          <p:cNvSpPr/>
          <p:nvPr/>
        </p:nvSpPr>
        <p:spPr>
          <a:xfrm rot="5400000">
            <a:off x="10138098" y="5777681"/>
            <a:ext cx="1051301" cy="375840"/>
          </a:xfrm>
          <a:custGeom>
            <a:avLst/>
            <a:gdLst/>
            <a:ahLst/>
            <a:cxnLst/>
            <a:rect l="l" t="t" r="r" b="b"/>
            <a:pathLst>
              <a:path w="1051301" h="375840">
                <a:moveTo>
                  <a:pt x="0" y="0"/>
                </a:moveTo>
                <a:lnTo>
                  <a:pt x="1051301" y="0"/>
                </a:lnTo>
                <a:lnTo>
                  <a:pt x="1051301" y="375840"/>
                </a:lnTo>
                <a:lnTo>
                  <a:pt x="0" y="3758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1" name="Group 41"/>
          <p:cNvGrpSpPr/>
          <p:nvPr/>
        </p:nvGrpSpPr>
        <p:grpSpPr>
          <a:xfrm>
            <a:off x="2559468" y="6173223"/>
            <a:ext cx="7660862" cy="1275537"/>
            <a:chOff x="0" y="0"/>
            <a:chExt cx="10214483" cy="1700716"/>
          </a:xfrm>
        </p:grpSpPr>
        <p:sp>
          <p:nvSpPr>
            <p:cNvPr id="42" name="TextBox 42"/>
            <p:cNvSpPr txBox="1"/>
            <p:nvPr/>
          </p:nvSpPr>
          <p:spPr>
            <a:xfrm>
              <a:off x="0" y="540147"/>
              <a:ext cx="10085729" cy="1160568"/>
            </a:xfrm>
            <a:prstGeom prst="rect">
              <a:avLst/>
            </a:prstGeom>
          </p:spPr>
          <p:txBody>
            <a:bodyPr lIns="0" tIns="0" rIns="0" bIns="0" rtlCol="0" anchor="t">
              <a:spAutoFit/>
            </a:bodyPr>
            <a:lstStyle/>
            <a:p>
              <a:pPr algn="ctr">
                <a:lnSpc>
                  <a:spcPts val="7279"/>
                </a:lnSpc>
              </a:pPr>
              <a:r>
                <a:rPr lang="en-US" sz="5199" b="1" spc="296">
                  <a:solidFill>
                    <a:srgbClr val="8FBC8F"/>
                  </a:solidFill>
                  <a:latin typeface="Anca Coder Bold"/>
                  <a:ea typeface="Anca Coder Bold"/>
                  <a:cs typeface="Anca Coder Bold"/>
                  <a:sym typeface="Anca Coder Bold"/>
                </a:rPr>
                <a:t>1 2 3 4 5 6 7 8 9</a:t>
              </a:r>
            </a:p>
          </p:txBody>
        </p:sp>
        <p:sp>
          <p:nvSpPr>
            <p:cNvPr id="43" name="Freeform 43"/>
            <p:cNvSpPr/>
            <p:nvPr/>
          </p:nvSpPr>
          <p:spPr>
            <a:xfrm rot="5400000">
              <a:off x="1314278" y="-1314278"/>
              <a:ext cx="667439" cy="3295995"/>
            </a:xfrm>
            <a:custGeom>
              <a:avLst/>
              <a:gdLst/>
              <a:ahLst/>
              <a:cxnLst/>
              <a:rect l="l" t="t" r="r" b="b"/>
              <a:pathLst>
                <a:path w="667439" h="3295995">
                  <a:moveTo>
                    <a:pt x="0" y="0"/>
                  </a:moveTo>
                  <a:lnTo>
                    <a:pt x="667439" y="0"/>
                  </a:lnTo>
                  <a:lnTo>
                    <a:pt x="667439" y="3295995"/>
                  </a:lnTo>
                  <a:lnTo>
                    <a:pt x="0" y="329599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44" name="Freeform 44"/>
            <p:cNvSpPr/>
            <p:nvPr/>
          </p:nvSpPr>
          <p:spPr>
            <a:xfrm rot="5400000">
              <a:off x="4771670" y="-1288769"/>
              <a:ext cx="667439" cy="3295995"/>
            </a:xfrm>
            <a:custGeom>
              <a:avLst/>
              <a:gdLst/>
              <a:ahLst/>
              <a:cxnLst/>
              <a:rect l="l" t="t" r="r" b="b"/>
              <a:pathLst>
                <a:path w="667439" h="3295995">
                  <a:moveTo>
                    <a:pt x="0" y="0"/>
                  </a:moveTo>
                  <a:lnTo>
                    <a:pt x="667439" y="0"/>
                  </a:lnTo>
                  <a:lnTo>
                    <a:pt x="667439" y="3295996"/>
                  </a:lnTo>
                  <a:lnTo>
                    <a:pt x="0" y="329599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45" name="Freeform 45"/>
            <p:cNvSpPr/>
            <p:nvPr/>
          </p:nvSpPr>
          <p:spPr>
            <a:xfrm rot="5400000">
              <a:off x="8232766" y="-1288769"/>
              <a:ext cx="667439" cy="3295995"/>
            </a:xfrm>
            <a:custGeom>
              <a:avLst/>
              <a:gdLst/>
              <a:ahLst/>
              <a:cxnLst/>
              <a:rect l="l" t="t" r="r" b="b"/>
              <a:pathLst>
                <a:path w="667439" h="3295995">
                  <a:moveTo>
                    <a:pt x="0" y="0"/>
                  </a:moveTo>
                  <a:lnTo>
                    <a:pt x="667439" y="0"/>
                  </a:lnTo>
                  <a:lnTo>
                    <a:pt x="667439" y="3295996"/>
                  </a:lnTo>
                  <a:lnTo>
                    <a:pt x="0" y="329599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sp>
        <p:nvSpPr>
          <p:cNvPr id="46" name="TextBox 46"/>
          <p:cNvSpPr txBox="1"/>
          <p:nvPr/>
        </p:nvSpPr>
        <p:spPr>
          <a:xfrm>
            <a:off x="8386438" y="2868285"/>
            <a:ext cx="2355695" cy="1067040"/>
          </a:xfrm>
          <a:prstGeom prst="rect">
            <a:avLst/>
          </a:prstGeom>
        </p:spPr>
        <p:txBody>
          <a:bodyPr lIns="0" tIns="0" rIns="0" bIns="0" rtlCol="0" anchor="t">
            <a:spAutoFit/>
          </a:bodyPr>
          <a:lstStyle/>
          <a:p>
            <a:pPr algn="ctr">
              <a:lnSpc>
                <a:spcPts val="3326"/>
              </a:lnSpc>
            </a:pPr>
            <a:r>
              <a:rPr lang="en-US" sz="2376" b="1" dirty="0">
                <a:solidFill>
                  <a:srgbClr val="E6C078"/>
                </a:solidFill>
                <a:latin typeface="Anca Coder Bold"/>
                <a:ea typeface="Anca Coder Bold"/>
                <a:cs typeface="Anca Coder Bold"/>
                <a:sym typeface="Anca Coder Bold"/>
              </a:rPr>
              <a:t>time stratified</a:t>
            </a:r>
          </a:p>
        </p:txBody>
      </p:sp>
      <p:grpSp>
        <p:nvGrpSpPr>
          <p:cNvPr id="89" name="Group 88">
            <a:extLst>
              <a:ext uri="{FF2B5EF4-FFF2-40B4-BE49-F238E27FC236}">
                <a16:creationId xmlns:a16="http://schemas.microsoft.com/office/drawing/2014/main" id="{33D1FE11-D000-4882-BBA9-E6DDA205F361}"/>
              </a:ext>
            </a:extLst>
          </p:cNvPr>
          <p:cNvGrpSpPr/>
          <p:nvPr/>
        </p:nvGrpSpPr>
        <p:grpSpPr>
          <a:xfrm>
            <a:off x="13387140" y="3561394"/>
            <a:ext cx="3735666" cy="5590684"/>
            <a:chOff x="13387140" y="3561394"/>
            <a:chExt cx="3735666" cy="5590684"/>
          </a:xfrm>
        </p:grpSpPr>
        <p:grpSp>
          <p:nvGrpSpPr>
            <p:cNvPr id="47" name="Group 47"/>
            <p:cNvGrpSpPr/>
            <p:nvPr/>
          </p:nvGrpSpPr>
          <p:grpSpPr>
            <a:xfrm rot="5400000">
              <a:off x="13469631" y="4509556"/>
              <a:ext cx="493812" cy="658794"/>
              <a:chOff x="0" y="0"/>
              <a:chExt cx="130058" cy="173509"/>
            </a:xfrm>
          </p:grpSpPr>
          <p:sp>
            <p:nvSpPr>
              <p:cNvPr id="48" name="Freeform 48"/>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0CC0DF"/>
              </a:solidFill>
            </p:spPr>
          </p:sp>
          <p:sp>
            <p:nvSpPr>
              <p:cNvPr id="49" name="TextBox 49"/>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50" name="Group 50"/>
            <p:cNvGrpSpPr/>
            <p:nvPr/>
          </p:nvGrpSpPr>
          <p:grpSpPr>
            <a:xfrm rot="5400000">
              <a:off x="13469631" y="5219158"/>
              <a:ext cx="493812" cy="658794"/>
              <a:chOff x="0" y="0"/>
              <a:chExt cx="130058" cy="173509"/>
            </a:xfrm>
          </p:grpSpPr>
          <p:sp>
            <p:nvSpPr>
              <p:cNvPr id="51" name="Freeform 51"/>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2DC4CD"/>
              </a:solidFill>
            </p:spPr>
          </p:sp>
          <p:sp>
            <p:nvSpPr>
              <p:cNvPr id="52" name="TextBox 52"/>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53" name="Group 53"/>
            <p:cNvGrpSpPr/>
            <p:nvPr/>
          </p:nvGrpSpPr>
          <p:grpSpPr>
            <a:xfrm rot="5400000">
              <a:off x="13469631" y="5949834"/>
              <a:ext cx="493812" cy="658794"/>
              <a:chOff x="0" y="0"/>
              <a:chExt cx="130058" cy="173509"/>
            </a:xfrm>
          </p:grpSpPr>
          <p:sp>
            <p:nvSpPr>
              <p:cNvPr id="54" name="Freeform 54"/>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3EC6C3"/>
              </a:solidFill>
            </p:spPr>
          </p:sp>
          <p:sp>
            <p:nvSpPr>
              <p:cNvPr id="55" name="TextBox 55"/>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56" name="Group 56"/>
            <p:cNvGrpSpPr/>
            <p:nvPr/>
          </p:nvGrpSpPr>
          <p:grpSpPr>
            <a:xfrm rot="5400000">
              <a:off x="14358212" y="4509556"/>
              <a:ext cx="493812" cy="658794"/>
              <a:chOff x="0" y="0"/>
              <a:chExt cx="130058" cy="173509"/>
            </a:xfrm>
          </p:grpSpPr>
          <p:sp>
            <p:nvSpPr>
              <p:cNvPr id="57" name="Freeform 57"/>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55C9B8"/>
              </a:solidFill>
            </p:spPr>
          </p:sp>
          <p:sp>
            <p:nvSpPr>
              <p:cNvPr id="58" name="TextBox 58"/>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59" name="Group 59"/>
            <p:cNvGrpSpPr/>
            <p:nvPr/>
          </p:nvGrpSpPr>
          <p:grpSpPr>
            <a:xfrm rot="5400000">
              <a:off x="14358212" y="5219158"/>
              <a:ext cx="493812" cy="658794"/>
              <a:chOff x="0" y="0"/>
              <a:chExt cx="130058" cy="173509"/>
            </a:xfrm>
          </p:grpSpPr>
          <p:sp>
            <p:nvSpPr>
              <p:cNvPr id="60" name="Freeform 60"/>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6ACBAB"/>
              </a:solidFill>
            </p:spPr>
          </p:sp>
          <p:sp>
            <p:nvSpPr>
              <p:cNvPr id="61" name="TextBox 61"/>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62" name="Group 62"/>
            <p:cNvGrpSpPr/>
            <p:nvPr/>
          </p:nvGrpSpPr>
          <p:grpSpPr>
            <a:xfrm rot="5400000">
              <a:off x="14358212" y="5949834"/>
              <a:ext cx="493812" cy="658794"/>
              <a:chOff x="0" y="0"/>
              <a:chExt cx="130058" cy="173509"/>
            </a:xfrm>
          </p:grpSpPr>
          <p:sp>
            <p:nvSpPr>
              <p:cNvPr id="63" name="Freeform 63"/>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DCEA1"/>
              </a:solidFill>
            </p:spPr>
          </p:sp>
          <p:sp>
            <p:nvSpPr>
              <p:cNvPr id="64" name="TextBox 64"/>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sp>
          <p:nvSpPr>
            <p:cNvPr id="65" name="TextBox 65"/>
            <p:cNvSpPr txBox="1"/>
            <p:nvPr/>
          </p:nvSpPr>
          <p:spPr>
            <a:xfrm>
              <a:off x="13387141" y="3613430"/>
              <a:ext cx="1529500" cy="841795"/>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training data</a:t>
              </a:r>
            </a:p>
          </p:txBody>
        </p:sp>
        <p:grpSp>
          <p:nvGrpSpPr>
            <p:cNvPr id="66" name="Group 66"/>
            <p:cNvGrpSpPr/>
            <p:nvPr/>
          </p:nvGrpSpPr>
          <p:grpSpPr>
            <a:xfrm rot="5400000">
              <a:off x="15630534" y="4468768"/>
              <a:ext cx="493812" cy="658794"/>
              <a:chOff x="0" y="0"/>
              <a:chExt cx="130058" cy="173509"/>
            </a:xfrm>
          </p:grpSpPr>
          <p:sp>
            <p:nvSpPr>
              <p:cNvPr id="67" name="Freeform 67"/>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95D193"/>
              </a:solidFill>
            </p:spPr>
          </p:sp>
          <p:sp>
            <p:nvSpPr>
              <p:cNvPr id="68" name="TextBox 68"/>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69" name="Group 69"/>
            <p:cNvGrpSpPr/>
            <p:nvPr/>
          </p:nvGrpSpPr>
          <p:grpSpPr>
            <a:xfrm rot="5400000">
              <a:off x="15630534" y="5178370"/>
              <a:ext cx="493812" cy="658794"/>
              <a:chOff x="0" y="0"/>
              <a:chExt cx="130058" cy="173509"/>
            </a:xfrm>
          </p:grpSpPr>
          <p:sp>
            <p:nvSpPr>
              <p:cNvPr id="70" name="Freeform 70"/>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A8D389"/>
              </a:solidFill>
            </p:spPr>
          </p:sp>
          <p:sp>
            <p:nvSpPr>
              <p:cNvPr id="71" name="TextBox 71"/>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72" name="Group 72"/>
            <p:cNvGrpSpPr/>
            <p:nvPr/>
          </p:nvGrpSpPr>
          <p:grpSpPr>
            <a:xfrm rot="5400000">
              <a:off x="15630534" y="5909047"/>
              <a:ext cx="493812" cy="658794"/>
              <a:chOff x="0" y="0"/>
              <a:chExt cx="130058" cy="173509"/>
            </a:xfrm>
          </p:grpSpPr>
          <p:sp>
            <p:nvSpPr>
              <p:cNvPr id="73" name="Freeform 73"/>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BED67E"/>
              </a:solidFill>
            </p:spPr>
          </p:sp>
          <p:sp>
            <p:nvSpPr>
              <p:cNvPr id="74" name="TextBox 74"/>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75" name="Group 75"/>
            <p:cNvGrpSpPr/>
            <p:nvPr/>
          </p:nvGrpSpPr>
          <p:grpSpPr>
            <a:xfrm rot="5400000">
              <a:off x="16546503" y="4468768"/>
              <a:ext cx="493812" cy="658794"/>
              <a:chOff x="0" y="0"/>
              <a:chExt cx="130058" cy="173509"/>
            </a:xfrm>
          </p:grpSpPr>
          <p:sp>
            <p:nvSpPr>
              <p:cNvPr id="76" name="Freeform 76"/>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CED875"/>
              </a:solidFill>
            </p:spPr>
          </p:sp>
          <p:sp>
            <p:nvSpPr>
              <p:cNvPr id="77" name="TextBox 77"/>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78" name="Group 78"/>
            <p:cNvGrpSpPr/>
            <p:nvPr/>
          </p:nvGrpSpPr>
          <p:grpSpPr>
            <a:xfrm rot="5400000">
              <a:off x="16546503" y="5178370"/>
              <a:ext cx="493812" cy="658794"/>
              <a:chOff x="0" y="0"/>
              <a:chExt cx="130058" cy="173509"/>
            </a:xfrm>
          </p:grpSpPr>
          <p:sp>
            <p:nvSpPr>
              <p:cNvPr id="79" name="Freeform 79"/>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E4DA67"/>
              </a:solidFill>
            </p:spPr>
          </p:sp>
          <p:sp>
            <p:nvSpPr>
              <p:cNvPr id="80" name="TextBox 80"/>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81" name="Group 81"/>
            <p:cNvGrpSpPr/>
            <p:nvPr/>
          </p:nvGrpSpPr>
          <p:grpSpPr>
            <a:xfrm rot="5400000">
              <a:off x="16546503" y="5909047"/>
              <a:ext cx="493812" cy="658794"/>
              <a:chOff x="0" y="0"/>
              <a:chExt cx="130058" cy="173509"/>
            </a:xfrm>
          </p:grpSpPr>
          <p:sp>
            <p:nvSpPr>
              <p:cNvPr id="82" name="Freeform 82"/>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FCDE5B"/>
              </a:solidFill>
            </p:spPr>
          </p:sp>
          <p:sp>
            <p:nvSpPr>
              <p:cNvPr id="83" name="TextBox 83"/>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sp>
          <p:nvSpPr>
            <p:cNvPr id="84" name="TextBox 84"/>
            <p:cNvSpPr txBox="1"/>
            <p:nvPr/>
          </p:nvSpPr>
          <p:spPr>
            <a:xfrm>
              <a:off x="15565918" y="3561394"/>
              <a:ext cx="1529500" cy="841795"/>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testing data</a:t>
              </a:r>
            </a:p>
          </p:txBody>
        </p:sp>
        <p:sp>
          <p:nvSpPr>
            <p:cNvPr id="85" name="Freeform 85"/>
            <p:cNvSpPr/>
            <p:nvPr/>
          </p:nvSpPr>
          <p:spPr>
            <a:xfrm rot="-5400000">
              <a:off x="14900827" y="5446619"/>
              <a:ext cx="661936" cy="3268821"/>
            </a:xfrm>
            <a:custGeom>
              <a:avLst/>
              <a:gdLst/>
              <a:ahLst/>
              <a:cxnLst/>
              <a:rect l="l" t="t" r="r" b="b"/>
              <a:pathLst>
                <a:path w="661936" h="3268821">
                  <a:moveTo>
                    <a:pt x="0" y="0"/>
                  </a:moveTo>
                  <a:lnTo>
                    <a:pt x="661936" y="0"/>
                  </a:lnTo>
                  <a:lnTo>
                    <a:pt x="661936" y="3268821"/>
                  </a:lnTo>
                  <a:lnTo>
                    <a:pt x="0" y="326882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6" name="TextBox 86"/>
            <p:cNvSpPr txBox="1"/>
            <p:nvPr/>
          </p:nvSpPr>
          <p:spPr>
            <a:xfrm>
              <a:off x="13387141" y="7735104"/>
              <a:ext cx="3735665" cy="1416974"/>
            </a:xfrm>
            <a:prstGeom prst="rect">
              <a:avLst/>
            </a:prstGeom>
          </p:spPr>
          <p:txBody>
            <a:bodyPr lIns="0" tIns="0" rIns="0" bIns="0" rtlCol="0" anchor="t">
              <a:spAutoFit/>
            </a:bodyPr>
            <a:lstStyle/>
            <a:p>
              <a:pPr algn="ctr">
                <a:lnSpc>
                  <a:spcPts val="5422"/>
                </a:lnSpc>
              </a:pPr>
              <a:r>
                <a:rPr lang="en-US" sz="3873" b="1">
                  <a:solidFill>
                    <a:srgbClr val="FFFFFF"/>
                  </a:solidFill>
                  <a:latin typeface="Codec Pro Bold"/>
                  <a:ea typeface="Codec Pro Bold"/>
                  <a:cs typeface="Codec Pro Bold"/>
                  <a:sym typeface="Codec Pro Bold"/>
                </a:rPr>
                <a:t>Appropriately different</a:t>
              </a:r>
            </a:p>
          </p:txBody>
        </p:sp>
      </p:grpSp>
      <p:sp>
        <p:nvSpPr>
          <p:cNvPr id="88" name="AutoShape 45">
            <a:extLst>
              <a:ext uri="{FF2B5EF4-FFF2-40B4-BE49-F238E27FC236}">
                <a16:creationId xmlns:a16="http://schemas.microsoft.com/office/drawing/2014/main" id="{CD142932-52CF-4A21-8C80-F661B5D75334}"/>
              </a:ext>
            </a:extLst>
          </p:cNvPr>
          <p:cNvSpPr/>
          <p:nvPr/>
        </p:nvSpPr>
        <p:spPr>
          <a:xfrm flipV="1">
            <a:off x="11107167" y="5600700"/>
            <a:ext cx="1465833" cy="0"/>
          </a:xfrm>
          <a:prstGeom prst="line">
            <a:avLst/>
          </a:prstGeom>
          <a:ln w="38100" cap="flat">
            <a:solidFill>
              <a:srgbClr val="CD7481"/>
            </a:solidFill>
            <a:prstDash val="sysDash"/>
            <a:headEnd type="none" w="sm" len="sm"/>
            <a:tailEnd type="none"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59308" y="3847592"/>
            <a:ext cx="1477129" cy="1820806"/>
          </a:xfrm>
          <a:custGeom>
            <a:avLst/>
            <a:gdLst/>
            <a:ahLst/>
            <a:cxnLst/>
            <a:rect l="l" t="t" r="r" b="b"/>
            <a:pathLst>
              <a:path w="1477129" h="1820806">
                <a:moveTo>
                  <a:pt x="0" y="0"/>
                </a:moveTo>
                <a:lnTo>
                  <a:pt x="1477129" y="0"/>
                </a:lnTo>
                <a:lnTo>
                  <a:pt x="1477129" y="1820806"/>
                </a:lnTo>
                <a:lnTo>
                  <a:pt x="0" y="18208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329461">
            <a:off x="12848960" y="2139615"/>
            <a:ext cx="1220419" cy="436300"/>
          </a:xfrm>
          <a:custGeom>
            <a:avLst/>
            <a:gdLst/>
            <a:ahLst/>
            <a:cxnLst/>
            <a:rect l="l" t="t" r="r" b="b"/>
            <a:pathLst>
              <a:path w="1220419" h="436300">
                <a:moveTo>
                  <a:pt x="0" y="0"/>
                </a:moveTo>
                <a:lnTo>
                  <a:pt x="1220419" y="0"/>
                </a:lnTo>
                <a:lnTo>
                  <a:pt x="1220419" y="436300"/>
                </a:lnTo>
                <a:lnTo>
                  <a:pt x="0" y="4363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4541678" y="2024457"/>
            <a:ext cx="2595262" cy="3124354"/>
            <a:chOff x="0" y="0"/>
            <a:chExt cx="3460349" cy="4165805"/>
          </a:xfrm>
        </p:grpSpPr>
        <p:sp>
          <p:nvSpPr>
            <p:cNvPr id="5" name="Freeform 5"/>
            <p:cNvSpPr/>
            <p:nvPr/>
          </p:nvSpPr>
          <p:spPr>
            <a:xfrm>
              <a:off x="429163" y="0"/>
              <a:ext cx="672641" cy="1242754"/>
            </a:xfrm>
            <a:custGeom>
              <a:avLst/>
              <a:gdLst/>
              <a:ahLst/>
              <a:cxnLst/>
              <a:rect l="l" t="t" r="r" b="b"/>
              <a:pathLst>
                <a:path w="672641" h="1242754">
                  <a:moveTo>
                    <a:pt x="0" y="0"/>
                  </a:moveTo>
                  <a:lnTo>
                    <a:pt x="672640" y="0"/>
                  </a:lnTo>
                  <a:lnTo>
                    <a:pt x="672640" y="1242754"/>
                  </a:lnTo>
                  <a:lnTo>
                    <a:pt x="0" y="12427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393854" y="0"/>
              <a:ext cx="672641" cy="1242754"/>
            </a:xfrm>
            <a:custGeom>
              <a:avLst/>
              <a:gdLst/>
              <a:ahLst/>
              <a:cxnLst/>
              <a:rect l="l" t="t" r="r" b="b"/>
              <a:pathLst>
                <a:path w="672641" h="1242754">
                  <a:moveTo>
                    <a:pt x="0" y="0"/>
                  </a:moveTo>
                  <a:lnTo>
                    <a:pt x="672641" y="0"/>
                  </a:lnTo>
                  <a:lnTo>
                    <a:pt x="672641" y="1242754"/>
                  </a:lnTo>
                  <a:lnTo>
                    <a:pt x="0" y="12427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2358595" y="0"/>
              <a:ext cx="672641" cy="1242754"/>
            </a:xfrm>
            <a:custGeom>
              <a:avLst/>
              <a:gdLst/>
              <a:ahLst/>
              <a:cxnLst/>
              <a:rect l="l" t="t" r="r" b="b"/>
              <a:pathLst>
                <a:path w="672641" h="1242754">
                  <a:moveTo>
                    <a:pt x="0" y="0"/>
                  </a:moveTo>
                  <a:lnTo>
                    <a:pt x="672641" y="0"/>
                  </a:lnTo>
                  <a:lnTo>
                    <a:pt x="672641" y="1242754"/>
                  </a:lnTo>
                  <a:lnTo>
                    <a:pt x="0" y="12427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429163" y="1464397"/>
              <a:ext cx="672641" cy="1242754"/>
            </a:xfrm>
            <a:custGeom>
              <a:avLst/>
              <a:gdLst/>
              <a:ahLst/>
              <a:cxnLst/>
              <a:rect l="l" t="t" r="r" b="b"/>
              <a:pathLst>
                <a:path w="672641" h="1242754">
                  <a:moveTo>
                    <a:pt x="0" y="0"/>
                  </a:moveTo>
                  <a:lnTo>
                    <a:pt x="672640" y="0"/>
                  </a:lnTo>
                  <a:lnTo>
                    <a:pt x="672640" y="1242754"/>
                  </a:lnTo>
                  <a:lnTo>
                    <a:pt x="0" y="12427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393854" y="1464397"/>
              <a:ext cx="672641" cy="1242754"/>
            </a:xfrm>
            <a:custGeom>
              <a:avLst/>
              <a:gdLst/>
              <a:ahLst/>
              <a:cxnLst/>
              <a:rect l="l" t="t" r="r" b="b"/>
              <a:pathLst>
                <a:path w="672641" h="1242754">
                  <a:moveTo>
                    <a:pt x="0" y="0"/>
                  </a:moveTo>
                  <a:lnTo>
                    <a:pt x="672641" y="0"/>
                  </a:lnTo>
                  <a:lnTo>
                    <a:pt x="672641" y="1242754"/>
                  </a:lnTo>
                  <a:lnTo>
                    <a:pt x="0" y="12427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2358595" y="1464397"/>
              <a:ext cx="672641" cy="1242754"/>
            </a:xfrm>
            <a:custGeom>
              <a:avLst/>
              <a:gdLst/>
              <a:ahLst/>
              <a:cxnLst/>
              <a:rect l="l" t="t" r="r" b="b"/>
              <a:pathLst>
                <a:path w="672641" h="1242754">
                  <a:moveTo>
                    <a:pt x="0" y="0"/>
                  </a:moveTo>
                  <a:lnTo>
                    <a:pt x="672641" y="0"/>
                  </a:lnTo>
                  <a:lnTo>
                    <a:pt x="672641" y="1242754"/>
                  </a:lnTo>
                  <a:lnTo>
                    <a:pt x="0" y="12427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429163" y="2923051"/>
              <a:ext cx="672641" cy="1242754"/>
            </a:xfrm>
            <a:custGeom>
              <a:avLst/>
              <a:gdLst/>
              <a:ahLst/>
              <a:cxnLst/>
              <a:rect l="l" t="t" r="r" b="b"/>
              <a:pathLst>
                <a:path w="672641" h="1242754">
                  <a:moveTo>
                    <a:pt x="0" y="0"/>
                  </a:moveTo>
                  <a:lnTo>
                    <a:pt x="672640" y="0"/>
                  </a:lnTo>
                  <a:lnTo>
                    <a:pt x="672640" y="1242754"/>
                  </a:lnTo>
                  <a:lnTo>
                    <a:pt x="0" y="12427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1393854" y="2923051"/>
              <a:ext cx="672641" cy="1242754"/>
            </a:xfrm>
            <a:custGeom>
              <a:avLst/>
              <a:gdLst/>
              <a:ahLst/>
              <a:cxnLst/>
              <a:rect l="l" t="t" r="r" b="b"/>
              <a:pathLst>
                <a:path w="672641" h="1242754">
                  <a:moveTo>
                    <a:pt x="0" y="0"/>
                  </a:moveTo>
                  <a:lnTo>
                    <a:pt x="672641" y="0"/>
                  </a:lnTo>
                  <a:lnTo>
                    <a:pt x="672641" y="1242754"/>
                  </a:lnTo>
                  <a:lnTo>
                    <a:pt x="0" y="12427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2358595" y="2923051"/>
              <a:ext cx="672641" cy="1242754"/>
            </a:xfrm>
            <a:custGeom>
              <a:avLst/>
              <a:gdLst/>
              <a:ahLst/>
              <a:cxnLst/>
              <a:rect l="l" t="t" r="r" b="b"/>
              <a:pathLst>
                <a:path w="672641" h="1242754">
                  <a:moveTo>
                    <a:pt x="0" y="0"/>
                  </a:moveTo>
                  <a:lnTo>
                    <a:pt x="672641" y="0"/>
                  </a:lnTo>
                  <a:lnTo>
                    <a:pt x="672641" y="1242754"/>
                  </a:lnTo>
                  <a:lnTo>
                    <a:pt x="0" y="12427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AutoShape 14"/>
            <p:cNvSpPr/>
            <p:nvPr/>
          </p:nvSpPr>
          <p:spPr>
            <a:xfrm>
              <a:off x="0" y="1353576"/>
              <a:ext cx="3460349" cy="0"/>
            </a:xfrm>
            <a:prstGeom prst="line">
              <a:avLst/>
            </a:prstGeom>
            <a:ln w="50800" cap="flat">
              <a:solidFill>
                <a:srgbClr val="76BBD1"/>
              </a:solidFill>
              <a:prstDash val="sysDash"/>
              <a:headEnd type="none" w="sm" len="sm"/>
              <a:tailEnd type="none" w="sm" len="sm"/>
            </a:ln>
          </p:spPr>
        </p:sp>
        <p:sp>
          <p:nvSpPr>
            <p:cNvPr id="15" name="AutoShape 15"/>
            <p:cNvSpPr/>
            <p:nvPr/>
          </p:nvSpPr>
          <p:spPr>
            <a:xfrm>
              <a:off x="0" y="2821451"/>
              <a:ext cx="3460349" cy="0"/>
            </a:xfrm>
            <a:prstGeom prst="line">
              <a:avLst/>
            </a:prstGeom>
            <a:ln w="50800" cap="flat">
              <a:solidFill>
                <a:srgbClr val="76BBD1"/>
              </a:solidFill>
              <a:prstDash val="sysDash"/>
              <a:headEnd type="none" w="sm" len="sm"/>
              <a:tailEnd type="none" w="sm" len="sm"/>
            </a:ln>
          </p:spPr>
        </p:sp>
      </p:grpSp>
      <p:sp>
        <p:nvSpPr>
          <p:cNvPr id="16" name="TextBox 16"/>
          <p:cNvSpPr txBox="1"/>
          <p:nvPr/>
        </p:nvSpPr>
        <p:spPr>
          <a:xfrm>
            <a:off x="11530849" y="2854374"/>
            <a:ext cx="2444262" cy="1574224"/>
          </a:xfrm>
          <a:prstGeom prst="rect">
            <a:avLst/>
          </a:prstGeom>
        </p:spPr>
        <p:txBody>
          <a:bodyPr lIns="0" tIns="0" rIns="0" bIns="0" rtlCol="0" anchor="t">
            <a:spAutoFit/>
          </a:bodyPr>
          <a:lstStyle/>
          <a:p>
            <a:pPr algn="ctr">
              <a:lnSpc>
                <a:spcPts val="3326"/>
              </a:lnSpc>
            </a:pPr>
            <a:r>
              <a:rPr lang="en-US" sz="2376" b="1">
                <a:solidFill>
                  <a:srgbClr val="E6C078"/>
                </a:solidFill>
                <a:latin typeface="Anca Coder Bold"/>
                <a:ea typeface="Anca Coder Bold"/>
                <a:cs typeface="Anca Coder Bold"/>
                <a:sym typeface="Anca Coder Bold"/>
              </a:rPr>
              <a:t>individual stratified</a:t>
            </a:r>
          </a:p>
        </p:txBody>
      </p:sp>
      <p:grpSp>
        <p:nvGrpSpPr>
          <p:cNvPr id="17" name="Group 17"/>
          <p:cNvGrpSpPr/>
          <p:nvPr/>
        </p:nvGrpSpPr>
        <p:grpSpPr>
          <a:xfrm rot="5400000">
            <a:off x="5800963" y="4370541"/>
            <a:ext cx="7610257" cy="658794"/>
            <a:chOff x="0" y="0"/>
            <a:chExt cx="2004347" cy="173509"/>
          </a:xfrm>
        </p:grpSpPr>
        <p:sp>
          <p:nvSpPr>
            <p:cNvPr id="18" name="Freeform 18"/>
            <p:cNvSpPr/>
            <p:nvPr/>
          </p:nvSpPr>
          <p:spPr>
            <a:xfrm>
              <a:off x="0" y="0"/>
              <a:ext cx="2004347" cy="173509"/>
            </a:xfrm>
            <a:custGeom>
              <a:avLst/>
              <a:gdLst/>
              <a:ahLst/>
              <a:cxnLst/>
              <a:rect l="l" t="t" r="r" b="b"/>
              <a:pathLst>
                <a:path w="2004347" h="173509">
                  <a:moveTo>
                    <a:pt x="0" y="0"/>
                  </a:moveTo>
                  <a:lnTo>
                    <a:pt x="2004347" y="0"/>
                  </a:lnTo>
                  <a:lnTo>
                    <a:pt x="2004347" y="173509"/>
                  </a:lnTo>
                  <a:lnTo>
                    <a:pt x="0" y="173509"/>
                  </a:lnTo>
                  <a:close/>
                </a:path>
              </a:pathLst>
            </a:custGeom>
            <a:gradFill rotWithShape="1">
              <a:gsLst>
                <a:gs pos="0">
                  <a:srgbClr val="35ABBF">
                    <a:alpha val="100000"/>
                  </a:srgbClr>
                </a:gs>
                <a:gs pos="100000">
                  <a:srgbClr val="FFDE59">
                    <a:alpha val="100000"/>
                  </a:srgbClr>
                </a:gs>
              </a:gsLst>
              <a:lin ang="0"/>
            </a:gradFill>
          </p:spPr>
        </p:sp>
        <p:sp>
          <p:nvSpPr>
            <p:cNvPr id="19" name="TextBox 19"/>
            <p:cNvSpPr txBox="1"/>
            <p:nvPr/>
          </p:nvSpPr>
          <p:spPr>
            <a:xfrm>
              <a:off x="0" y="-57150"/>
              <a:ext cx="2004347" cy="230659"/>
            </a:xfrm>
            <a:prstGeom prst="rect">
              <a:avLst/>
            </a:prstGeom>
          </p:spPr>
          <p:txBody>
            <a:bodyPr lIns="50800" tIns="50800" rIns="50800" bIns="50800" rtlCol="0" anchor="ctr"/>
            <a:lstStyle/>
            <a:p>
              <a:pPr algn="ctr">
                <a:lnSpc>
                  <a:spcPts val="3326"/>
                </a:lnSpc>
              </a:pPr>
              <a:endParaRPr/>
            </a:p>
          </p:txBody>
        </p:sp>
      </p:grpSp>
      <p:sp>
        <p:nvSpPr>
          <p:cNvPr id="20" name="TextBox 20"/>
          <p:cNvSpPr txBox="1"/>
          <p:nvPr/>
        </p:nvSpPr>
        <p:spPr>
          <a:xfrm>
            <a:off x="8841342" y="225532"/>
            <a:ext cx="1529500" cy="419294"/>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ind 5</a:t>
            </a:r>
          </a:p>
        </p:txBody>
      </p:sp>
      <p:sp>
        <p:nvSpPr>
          <p:cNvPr id="21" name="TextBox 21"/>
          <p:cNvSpPr txBox="1"/>
          <p:nvPr/>
        </p:nvSpPr>
        <p:spPr>
          <a:xfrm>
            <a:off x="3404269" y="9296400"/>
            <a:ext cx="1529500" cy="841795"/>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training data</a:t>
            </a:r>
          </a:p>
        </p:txBody>
      </p:sp>
      <p:sp>
        <p:nvSpPr>
          <p:cNvPr id="22" name="TextBox 22"/>
          <p:cNvSpPr txBox="1"/>
          <p:nvPr/>
        </p:nvSpPr>
        <p:spPr>
          <a:xfrm>
            <a:off x="7971681" y="9296400"/>
            <a:ext cx="1529500" cy="841795"/>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testing data</a:t>
            </a:r>
          </a:p>
        </p:txBody>
      </p:sp>
      <p:sp>
        <p:nvSpPr>
          <p:cNvPr id="23" name="Freeform 23"/>
          <p:cNvSpPr/>
          <p:nvPr/>
        </p:nvSpPr>
        <p:spPr>
          <a:xfrm rot="-5400000">
            <a:off x="3790426" y="7105361"/>
            <a:ext cx="757186" cy="3739191"/>
          </a:xfrm>
          <a:custGeom>
            <a:avLst/>
            <a:gdLst/>
            <a:ahLst/>
            <a:cxnLst/>
            <a:rect l="l" t="t" r="r" b="b"/>
            <a:pathLst>
              <a:path w="757186" h="3739191">
                <a:moveTo>
                  <a:pt x="0" y="0"/>
                </a:moveTo>
                <a:lnTo>
                  <a:pt x="757186" y="0"/>
                </a:lnTo>
                <a:lnTo>
                  <a:pt x="757186" y="3739191"/>
                </a:lnTo>
                <a:lnTo>
                  <a:pt x="0" y="373919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TextBox 24"/>
          <p:cNvSpPr txBox="1"/>
          <p:nvPr/>
        </p:nvSpPr>
        <p:spPr>
          <a:xfrm>
            <a:off x="11959308" y="6564091"/>
            <a:ext cx="5445650" cy="2789459"/>
          </a:xfrm>
          <a:prstGeom prst="rect">
            <a:avLst/>
          </a:prstGeom>
        </p:spPr>
        <p:txBody>
          <a:bodyPr lIns="0" tIns="0" rIns="0" bIns="0" rtlCol="0" anchor="t">
            <a:spAutoFit/>
          </a:bodyPr>
          <a:lstStyle/>
          <a:p>
            <a:pPr algn="ctr">
              <a:lnSpc>
                <a:spcPts val="5422"/>
              </a:lnSpc>
            </a:pPr>
            <a:r>
              <a:rPr lang="en-US" sz="3873" b="1">
                <a:solidFill>
                  <a:srgbClr val="FFFFFF"/>
                </a:solidFill>
                <a:latin typeface="Codec Pro Bold"/>
                <a:ea typeface="Codec Pro Bold"/>
                <a:cs typeface="Codec Pro Bold"/>
                <a:sym typeface="Codec Pro Bold"/>
              </a:rPr>
              <a:t>Independent provided there is no close relation between the individuals</a:t>
            </a:r>
          </a:p>
        </p:txBody>
      </p:sp>
      <p:grpSp>
        <p:nvGrpSpPr>
          <p:cNvPr id="25" name="Group 25"/>
          <p:cNvGrpSpPr/>
          <p:nvPr/>
        </p:nvGrpSpPr>
        <p:grpSpPr>
          <a:xfrm rot="5400000">
            <a:off x="4090761" y="4370541"/>
            <a:ext cx="7610257" cy="658794"/>
            <a:chOff x="0" y="0"/>
            <a:chExt cx="2004347" cy="173509"/>
          </a:xfrm>
        </p:grpSpPr>
        <p:sp>
          <p:nvSpPr>
            <p:cNvPr id="26" name="Freeform 26"/>
            <p:cNvSpPr/>
            <p:nvPr/>
          </p:nvSpPr>
          <p:spPr>
            <a:xfrm>
              <a:off x="0" y="0"/>
              <a:ext cx="2004347" cy="173509"/>
            </a:xfrm>
            <a:custGeom>
              <a:avLst/>
              <a:gdLst/>
              <a:ahLst/>
              <a:cxnLst/>
              <a:rect l="l" t="t" r="r" b="b"/>
              <a:pathLst>
                <a:path w="2004347" h="173509">
                  <a:moveTo>
                    <a:pt x="0" y="0"/>
                  </a:moveTo>
                  <a:lnTo>
                    <a:pt x="2004347" y="0"/>
                  </a:lnTo>
                  <a:lnTo>
                    <a:pt x="2004347" y="173509"/>
                  </a:lnTo>
                  <a:lnTo>
                    <a:pt x="0" y="173509"/>
                  </a:lnTo>
                  <a:close/>
                </a:path>
              </a:pathLst>
            </a:custGeom>
            <a:gradFill rotWithShape="1">
              <a:gsLst>
                <a:gs pos="0">
                  <a:srgbClr val="196B19">
                    <a:alpha val="100000"/>
                  </a:srgbClr>
                </a:gs>
                <a:gs pos="100000">
                  <a:srgbClr val="BDC9F4">
                    <a:alpha val="100000"/>
                  </a:srgbClr>
                </a:gs>
              </a:gsLst>
              <a:lin ang="0"/>
            </a:gradFill>
          </p:spPr>
        </p:sp>
        <p:sp>
          <p:nvSpPr>
            <p:cNvPr id="27" name="TextBox 27"/>
            <p:cNvSpPr txBox="1"/>
            <p:nvPr/>
          </p:nvSpPr>
          <p:spPr>
            <a:xfrm>
              <a:off x="0" y="-57150"/>
              <a:ext cx="2004347" cy="230659"/>
            </a:xfrm>
            <a:prstGeom prst="rect">
              <a:avLst/>
            </a:prstGeom>
          </p:spPr>
          <p:txBody>
            <a:bodyPr lIns="50800" tIns="50800" rIns="50800" bIns="50800" rtlCol="0" anchor="ctr"/>
            <a:lstStyle/>
            <a:p>
              <a:pPr algn="ctr">
                <a:lnSpc>
                  <a:spcPts val="3326"/>
                </a:lnSpc>
              </a:pPr>
              <a:endParaRPr/>
            </a:p>
          </p:txBody>
        </p:sp>
      </p:grpSp>
      <p:sp>
        <p:nvSpPr>
          <p:cNvPr id="28" name="TextBox 28"/>
          <p:cNvSpPr txBox="1"/>
          <p:nvPr/>
        </p:nvSpPr>
        <p:spPr>
          <a:xfrm>
            <a:off x="7131139" y="225532"/>
            <a:ext cx="1529500" cy="419294"/>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ind 4</a:t>
            </a:r>
          </a:p>
        </p:txBody>
      </p:sp>
      <p:grpSp>
        <p:nvGrpSpPr>
          <p:cNvPr id="29" name="Group 29"/>
          <p:cNvGrpSpPr/>
          <p:nvPr/>
        </p:nvGrpSpPr>
        <p:grpSpPr>
          <a:xfrm rot="5400000">
            <a:off x="2226766" y="4370541"/>
            <a:ext cx="7610257" cy="658794"/>
            <a:chOff x="0" y="0"/>
            <a:chExt cx="2004347" cy="173509"/>
          </a:xfrm>
        </p:grpSpPr>
        <p:sp>
          <p:nvSpPr>
            <p:cNvPr id="30" name="Freeform 30"/>
            <p:cNvSpPr/>
            <p:nvPr/>
          </p:nvSpPr>
          <p:spPr>
            <a:xfrm>
              <a:off x="0" y="0"/>
              <a:ext cx="2004347" cy="173509"/>
            </a:xfrm>
            <a:custGeom>
              <a:avLst/>
              <a:gdLst/>
              <a:ahLst/>
              <a:cxnLst/>
              <a:rect l="l" t="t" r="r" b="b"/>
              <a:pathLst>
                <a:path w="2004347" h="173509">
                  <a:moveTo>
                    <a:pt x="0" y="0"/>
                  </a:moveTo>
                  <a:lnTo>
                    <a:pt x="2004347" y="0"/>
                  </a:lnTo>
                  <a:lnTo>
                    <a:pt x="2004347" y="173509"/>
                  </a:lnTo>
                  <a:lnTo>
                    <a:pt x="0" y="173509"/>
                  </a:lnTo>
                  <a:close/>
                </a:path>
              </a:pathLst>
            </a:custGeom>
            <a:gradFill rotWithShape="1">
              <a:gsLst>
                <a:gs pos="0">
                  <a:srgbClr val="841479">
                    <a:alpha val="100000"/>
                  </a:srgbClr>
                </a:gs>
                <a:gs pos="100000">
                  <a:srgbClr val="FFEC9D">
                    <a:alpha val="100000"/>
                  </a:srgbClr>
                </a:gs>
              </a:gsLst>
              <a:lin ang="0"/>
            </a:gradFill>
          </p:spPr>
        </p:sp>
        <p:sp>
          <p:nvSpPr>
            <p:cNvPr id="31" name="TextBox 31"/>
            <p:cNvSpPr txBox="1"/>
            <p:nvPr/>
          </p:nvSpPr>
          <p:spPr>
            <a:xfrm>
              <a:off x="0" y="-57150"/>
              <a:ext cx="2004347" cy="230659"/>
            </a:xfrm>
            <a:prstGeom prst="rect">
              <a:avLst/>
            </a:prstGeom>
          </p:spPr>
          <p:txBody>
            <a:bodyPr lIns="50800" tIns="50800" rIns="50800" bIns="50800" rtlCol="0" anchor="ctr"/>
            <a:lstStyle/>
            <a:p>
              <a:pPr algn="ctr">
                <a:lnSpc>
                  <a:spcPts val="3326"/>
                </a:lnSpc>
              </a:pPr>
              <a:endParaRPr/>
            </a:p>
          </p:txBody>
        </p:sp>
      </p:grpSp>
      <p:sp>
        <p:nvSpPr>
          <p:cNvPr id="32" name="TextBox 32"/>
          <p:cNvSpPr txBox="1"/>
          <p:nvPr/>
        </p:nvSpPr>
        <p:spPr>
          <a:xfrm>
            <a:off x="5267144" y="225532"/>
            <a:ext cx="1529500" cy="419294"/>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ind 3</a:t>
            </a:r>
          </a:p>
        </p:txBody>
      </p:sp>
      <p:grpSp>
        <p:nvGrpSpPr>
          <p:cNvPr id="33" name="Group 33"/>
          <p:cNvGrpSpPr/>
          <p:nvPr/>
        </p:nvGrpSpPr>
        <p:grpSpPr>
          <a:xfrm rot="5400000">
            <a:off x="363891" y="4370541"/>
            <a:ext cx="7610257" cy="658794"/>
            <a:chOff x="0" y="0"/>
            <a:chExt cx="2004347" cy="173509"/>
          </a:xfrm>
        </p:grpSpPr>
        <p:sp>
          <p:nvSpPr>
            <p:cNvPr id="34" name="Freeform 34"/>
            <p:cNvSpPr/>
            <p:nvPr/>
          </p:nvSpPr>
          <p:spPr>
            <a:xfrm>
              <a:off x="0" y="0"/>
              <a:ext cx="2004347" cy="173509"/>
            </a:xfrm>
            <a:custGeom>
              <a:avLst/>
              <a:gdLst/>
              <a:ahLst/>
              <a:cxnLst/>
              <a:rect l="l" t="t" r="r" b="b"/>
              <a:pathLst>
                <a:path w="2004347" h="173509">
                  <a:moveTo>
                    <a:pt x="0" y="0"/>
                  </a:moveTo>
                  <a:lnTo>
                    <a:pt x="2004347" y="0"/>
                  </a:lnTo>
                  <a:lnTo>
                    <a:pt x="2004347" y="173509"/>
                  </a:lnTo>
                  <a:lnTo>
                    <a:pt x="0" y="173509"/>
                  </a:lnTo>
                  <a:close/>
                </a:path>
              </a:pathLst>
            </a:custGeom>
            <a:gradFill rotWithShape="1">
              <a:gsLst>
                <a:gs pos="0">
                  <a:srgbClr val="BF3535">
                    <a:alpha val="100000"/>
                  </a:srgbClr>
                </a:gs>
                <a:gs pos="100000">
                  <a:srgbClr val="FF59C2">
                    <a:alpha val="100000"/>
                  </a:srgbClr>
                </a:gs>
              </a:gsLst>
              <a:lin ang="0"/>
            </a:gradFill>
          </p:spPr>
        </p:sp>
        <p:sp>
          <p:nvSpPr>
            <p:cNvPr id="35" name="TextBox 35"/>
            <p:cNvSpPr txBox="1"/>
            <p:nvPr/>
          </p:nvSpPr>
          <p:spPr>
            <a:xfrm>
              <a:off x="0" y="-57150"/>
              <a:ext cx="2004347" cy="230659"/>
            </a:xfrm>
            <a:prstGeom prst="rect">
              <a:avLst/>
            </a:prstGeom>
          </p:spPr>
          <p:txBody>
            <a:bodyPr lIns="50800" tIns="50800" rIns="50800" bIns="50800" rtlCol="0" anchor="ctr"/>
            <a:lstStyle/>
            <a:p>
              <a:pPr algn="ctr">
                <a:lnSpc>
                  <a:spcPts val="3326"/>
                </a:lnSpc>
              </a:pPr>
              <a:endParaRPr/>
            </a:p>
          </p:txBody>
        </p:sp>
      </p:grpSp>
      <p:sp>
        <p:nvSpPr>
          <p:cNvPr id="36" name="TextBox 36"/>
          <p:cNvSpPr txBox="1"/>
          <p:nvPr/>
        </p:nvSpPr>
        <p:spPr>
          <a:xfrm>
            <a:off x="3404269" y="225532"/>
            <a:ext cx="1529500" cy="419294"/>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ind 2</a:t>
            </a:r>
          </a:p>
        </p:txBody>
      </p:sp>
      <p:grpSp>
        <p:nvGrpSpPr>
          <p:cNvPr id="37" name="Group 37"/>
          <p:cNvGrpSpPr/>
          <p:nvPr/>
        </p:nvGrpSpPr>
        <p:grpSpPr>
          <a:xfrm rot="5400000">
            <a:off x="-1346312" y="4370541"/>
            <a:ext cx="7610257" cy="658794"/>
            <a:chOff x="0" y="0"/>
            <a:chExt cx="2004347" cy="173509"/>
          </a:xfrm>
        </p:grpSpPr>
        <p:sp>
          <p:nvSpPr>
            <p:cNvPr id="38" name="Freeform 38"/>
            <p:cNvSpPr/>
            <p:nvPr/>
          </p:nvSpPr>
          <p:spPr>
            <a:xfrm>
              <a:off x="0" y="0"/>
              <a:ext cx="2004347" cy="173509"/>
            </a:xfrm>
            <a:custGeom>
              <a:avLst/>
              <a:gdLst/>
              <a:ahLst/>
              <a:cxnLst/>
              <a:rect l="l" t="t" r="r" b="b"/>
              <a:pathLst>
                <a:path w="2004347" h="173509">
                  <a:moveTo>
                    <a:pt x="0" y="0"/>
                  </a:moveTo>
                  <a:lnTo>
                    <a:pt x="2004347" y="0"/>
                  </a:lnTo>
                  <a:lnTo>
                    <a:pt x="2004347" y="173509"/>
                  </a:lnTo>
                  <a:lnTo>
                    <a:pt x="0" y="173509"/>
                  </a:lnTo>
                  <a:close/>
                </a:path>
              </a:pathLst>
            </a:custGeom>
            <a:gradFill rotWithShape="1">
              <a:gsLst>
                <a:gs pos="0">
                  <a:srgbClr val="4835BF">
                    <a:alpha val="100000"/>
                  </a:srgbClr>
                </a:gs>
                <a:gs pos="100000">
                  <a:srgbClr val="59FFF0">
                    <a:alpha val="100000"/>
                  </a:srgbClr>
                </a:gs>
              </a:gsLst>
              <a:lin ang="0"/>
            </a:gradFill>
          </p:spPr>
        </p:sp>
        <p:sp>
          <p:nvSpPr>
            <p:cNvPr id="39" name="TextBox 39"/>
            <p:cNvSpPr txBox="1"/>
            <p:nvPr/>
          </p:nvSpPr>
          <p:spPr>
            <a:xfrm>
              <a:off x="0" y="-57150"/>
              <a:ext cx="2004347" cy="230659"/>
            </a:xfrm>
            <a:prstGeom prst="rect">
              <a:avLst/>
            </a:prstGeom>
          </p:spPr>
          <p:txBody>
            <a:bodyPr lIns="50800" tIns="50800" rIns="50800" bIns="50800" rtlCol="0" anchor="ctr"/>
            <a:lstStyle/>
            <a:p>
              <a:pPr algn="ctr">
                <a:lnSpc>
                  <a:spcPts val="3326"/>
                </a:lnSpc>
              </a:pPr>
              <a:endParaRPr/>
            </a:p>
          </p:txBody>
        </p:sp>
      </p:grpSp>
      <p:sp>
        <p:nvSpPr>
          <p:cNvPr id="40" name="TextBox 40"/>
          <p:cNvSpPr txBox="1"/>
          <p:nvPr/>
        </p:nvSpPr>
        <p:spPr>
          <a:xfrm>
            <a:off x="1694066" y="225532"/>
            <a:ext cx="1529500" cy="419294"/>
          </a:xfrm>
          <a:prstGeom prst="rect">
            <a:avLst/>
          </a:prstGeom>
        </p:spPr>
        <p:txBody>
          <a:bodyPr lIns="0" tIns="0" rIns="0" bIns="0" rtlCol="0" anchor="t">
            <a:spAutoFit/>
          </a:bodyPr>
          <a:lstStyle/>
          <a:p>
            <a:pPr algn="ctr">
              <a:lnSpc>
                <a:spcPts val="3326"/>
              </a:lnSpc>
            </a:pPr>
            <a:r>
              <a:rPr lang="en-US" sz="2376" b="1">
                <a:solidFill>
                  <a:srgbClr val="FFFFFF"/>
                </a:solidFill>
                <a:latin typeface="Anca Coder Bold"/>
                <a:ea typeface="Anca Coder Bold"/>
                <a:cs typeface="Anca Coder Bold"/>
                <a:sym typeface="Anca Coder Bold"/>
              </a:rPr>
              <a:t>ind 1</a:t>
            </a:r>
          </a:p>
        </p:txBody>
      </p:sp>
      <p:grpSp>
        <p:nvGrpSpPr>
          <p:cNvPr id="41" name="Group 41"/>
          <p:cNvGrpSpPr/>
          <p:nvPr/>
        </p:nvGrpSpPr>
        <p:grpSpPr>
          <a:xfrm rot="5400000">
            <a:off x="5924137" y="-2419499"/>
            <a:ext cx="215514" cy="7806069"/>
            <a:chOff x="0" y="0"/>
            <a:chExt cx="56761" cy="2055919"/>
          </a:xfrm>
        </p:grpSpPr>
        <p:sp>
          <p:nvSpPr>
            <p:cNvPr id="42" name="Freeform 42"/>
            <p:cNvSpPr/>
            <p:nvPr/>
          </p:nvSpPr>
          <p:spPr>
            <a:xfrm>
              <a:off x="0" y="0"/>
              <a:ext cx="56761" cy="2055919"/>
            </a:xfrm>
            <a:custGeom>
              <a:avLst/>
              <a:gdLst/>
              <a:ahLst/>
              <a:cxnLst/>
              <a:rect l="l" t="t" r="r" b="b"/>
              <a:pathLst>
                <a:path w="56761" h="2055919">
                  <a:moveTo>
                    <a:pt x="0" y="0"/>
                  </a:moveTo>
                  <a:lnTo>
                    <a:pt x="56761" y="0"/>
                  </a:lnTo>
                  <a:lnTo>
                    <a:pt x="56761" y="2055919"/>
                  </a:lnTo>
                  <a:lnTo>
                    <a:pt x="0" y="2055919"/>
                  </a:lnTo>
                  <a:close/>
                </a:path>
              </a:pathLst>
            </a:custGeom>
            <a:solidFill>
              <a:srgbClr val="02003E"/>
            </a:solidFill>
          </p:spPr>
        </p:sp>
        <p:sp>
          <p:nvSpPr>
            <p:cNvPr id="43" name="TextBox 43"/>
            <p:cNvSpPr txBox="1"/>
            <p:nvPr/>
          </p:nvSpPr>
          <p:spPr>
            <a:xfrm>
              <a:off x="0" y="-57150"/>
              <a:ext cx="56761" cy="2113069"/>
            </a:xfrm>
            <a:prstGeom prst="rect">
              <a:avLst/>
            </a:prstGeom>
          </p:spPr>
          <p:txBody>
            <a:bodyPr lIns="50800" tIns="50800" rIns="50800" bIns="50800" rtlCol="0" anchor="ctr"/>
            <a:lstStyle/>
            <a:p>
              <a:pPr algn="ctr">
                <a:lnSpc>
                  <a:spcPts val="3326"/>
                </a:lnSpc>
              </a:pPr>
              <a:endParaRPr/>
            </a:p>
          </p:txBody>
        </p:sp>
      </p:grpSp>
      <p:grpSp>
        <p:nvGrpSpPr>
          <p:cNvPr id="44" name="Group 44"/>
          <p:cNvGrpSpPr/>
          <p:nvPr/>
        </p:nvGrpSpPr>
        <p:grpSpPr>
          <a:xfrm rot="5400000">
            <a:off x="5923577" y="-1710173"/>
            <a:ext cx="215514" cy="7806069"/>
            <a:chOff x="0" y="0"/>
            <a:chExt cx="56761" cy="2055919"/>
          </a:xfrm>
        </p:grpSpPr>
        <p:sp>
          <p:nvSpPr>
            <p:cNvPr id="45" name="Freeform 45"/>
            <p:cNvSpPr/>
            <p:nvPr/>
          </p:nvSpPr>
          <p:spPr>
            <a:xfrm>
              <a:off x="0" y="0"/>
              <a:ext cx="56761" cy="2055919"/>
            </a:xfrm>
            <a:custGeom>
              <a:avLst/>
              <a:gdLst/>
              <a:ahLst/>
              <a:cxnLst/>
              <a:rect l="l" t="t" r="r" b="b"/>
              <a:pathLst>
                <a:path w="56761" h="2055919">
                  <a:moveTo>
                    <a:pt x="0" y="0"/>
                  </a:moveTo>
                  <a:lnTo>
                    <a:pt x="56761" y="0"/>
                  </a:lnTo>
                  <a:lnTo>
                    <a:pt x="56761" y="2055919"/>
                  </a:lnTo>
                  <a:lnTo>
                    <a:pt x="0" y="2055919"/>
                  </a:lnTo>
                  <a:close/>
                </a:path>
              </a:pathLst>
            </a:custGeom>
            <a:solidFill>
              <a:srgbClr val="02003E"/>
            </a:solidFill>
          </p:spPr>
        </p:sp>
        <p:sp>
          <p:nvSpPr>
            <p:cNvPr id="46" name="TextBox 46"/>
            <p:cNvSpPr txBox="1"/>
            <p:nvPr/>
          </p:nvSpPr>
          <p:spPr>
            <a:xfrm>
              <a:off x="0" y="-57150"/>
              <a:ext cx="56761" cy="2113069"/>
            </a:xfrm>
            <a:prstGeom prst="rect">
              <a:avLst/>
            </a:prstGeom>
          </p:spPr>
          <p:txBody>
            <a:bodyPr lIns="50800" tIns="50800" rIns="50800" bIns="50800" rtlCol="0" anchor="ctr"/>
            <a:lstStyle/>
            <a:p>
              <a:pPr algn="ctr">
                <a:lnSpc>
                  <a:spcPts val="3326"/>
                </a:lnSpc>
              </a:pPr>
              <a:endParaRPr/>
            </a:p>
          </p:txBody>
        </p:sp>
      </p:grpSp>
      <p:grpSp>
        <p:nvGrpSpPr>
          <p:cNvPr id="47" name="Group 47"/>
          <p:cNvGrpSpPr/>
          <p:nvPr/>
        </p:nvGrpSpPr>
        <p:grpSpPr>
          <a:xfrm rot="5400000">
            <a:off x="5924697" y="-1000847"/>
            <a:ext cx="215514" cy="7806069"/>
            <a:chOff x="0" y="0"/>
            <a:chExt cx="56761" cy="2055919"/>
          </a:xfrm>
        </p:grpSpPr>
        <p:sp>
          <p:nvSpPr>
            <p:cNvPr id="48" name="Freeform 48"/>
            <p:cNvSpPr/>
            <p:nvPr/>
          </p:nvSpPr>
          <p:spPr>
            <a:xfrm>
              <a:off x="0" y="0"/>
              <a:ext cx="56761" cy="2055919"/>
            </a:xfrm>
            <a:custGeom>
              <a:avLst/>
              <a:gdLst/>
              <a:ahLst/>
              <a:cxnLst/>
              <a:rect l="l" t="t" r="r" b="b"/>
              <a:pathLst>
                <a:path w="56761" h="2055919">
                  <a:moveTo>
                    <a:pt x="0" y="0"/>
                  </a:moveTo>
                  <a:lnTo>
                    <a:pt x="56761" y="0"/>
                  </a:lnTo>
                  <a:lnTo>
                    <a:pt x="56761" y="2055919"/>
                  </a:lnTo>
                  <a:lnTo>
                    <a:pt x="0" y="2055919"/>
                  </a:lnTo>
                  <a:close/>
                </a:path>
              </a:pathLst>
            </a:custGeom>
            <a:solidFill>
              <a:srgbClr val="02003E"/>
            </a:solidFill>
          </p:spPr>
        </p:sp>
        <p:sp>
          <p:nvSpPr>
            <p:cNvPr id="49" name="TextBox 49"/>
            <p:cNvSpPr txBox="1"/>
            <p:nvPr/>
          </p:nvSpPr>
          <p:spPr>
            <a:xfrm>
              <a:off x="0" y="-57150"/>
              <a:ext cx="56761" cy="2113069"/>
            </a:xfrm>
            <a:prstGeom prst="rect">
              <a:avLst/>
            </a:prstGeom>
          </p:spPr>
          <p:txBody>
            <a:bodyPr lIns="50800" tIns="50800" rIns="50800" bIns="50800" rtlCol="0" anchor="ctr"/>
            <a:lstStyle/>
            <a:p>
              <a:pPr algn="ctr">
                <a:lnSpc>
                  <a:spcPts val="3326"/>
                </a:lnSpc>
              </a:pPr>
              <a:endParaRPr/>
            </a:p>
          </p:txBody>
        </p:sp>
      </p:grpSp>
      <p:grpSp>
        <p:nvGrpSpPr>
          <p:cNvPr id="50" name="Group 50"/>
          <p:cNvGrpSpPr/>
          <p:nvPr/>
        </p:nvGrpSpPr>
        <p:grpSpPr>
          <a:xfrm rot="5400000">
            <a:off x="5924697" y="-291521"/>
            <a:ext cx="215514" cy="7806069"/>
            <a:chOff x="0" y="0"/>
            <a:chExt cx="56761" cy="2055919"/>
          </a:xfrm>
        </p:grpSpPr>
        <p:sp>
          <p:nvSpPr>
            <p:cNvPr id="51" name="Freeform 51"/>
            <p:cNvSpPr/>
            <p:nvPr/>
          </p:nvSpPr>
          <p:spPr>
            <a:xfrm>
              <a:off x="0" y="0"/>
              <a:ext cx="56761" cy="2055919"/>
            </a:xfrm>
            <a:custGeom>
              <a:avLst/>
              <a:gdLst/>
              <a:ahLst/>
              <a:cxnLst/>
              <a:rect l="l" t="t" r="r" b="b"/>
              <a:pathLst>
                <a:path w="56761" h="2055919">
                  <a:moveTo>
                    <a:pt x="0" y="0"/>
                  </a:moveTo>
                  <a:lnTo>
                    <a:pt x="56761" y="0"/>
                  </a:lnTo>
                  <a:lnTo>
                    <a:pt x="56761" y="2055919"/>
                  </a:lnTo>
                  <a:lnTo>
                    <a:pt x="0" y="2055919"/>
                  </a:lnTo>
                  <a:close/>
                </a:path>
              </a:pathLst>
            </a:custGeom>
            <a:solidFill>
              <a:srgbClr val="02003E"/>
            </a:solidFill>
          </p:spPr>
        </p:sp>
        <p:sp>
          <p:nvSpPr>
            <p:cNvPr id="52" name="TextBox 52"/>
            <p:cNvSpPr txBox="1"/>
            <p:nvPr/>
          </p:nvSpPr>
          <p:spPr>
            <a:xfrm>
              <a:off x="0" y="-57150"/>
              <a:ext cx="56761" cy="2113069"/>
            </a:xfrm>
            <a:prstGeom prst="rect">
              <a:avLst/>
            </a:prstGeom>
          </p:spPr>
          <p:txBody>
            <a:bodyPr lIns="50800" tIns="50800" rIns="50800" bIns="50800" rtlCol="0" anchor="ctr"/>
            <a:lstStyle/>
            <a:p>
              <a:pPr algn="ctr">
                <a:lnSpc>
                  <a:spcPts val="3326"/>
                </a:lnSpc>
              </a:pPr>
              <a:endParaRPr/>
            </a:p>
          </p:txBody>
        </p:sp>
      </p:grpSp>
      <p:grpSp>
        <p:nvGrpSpPr>
          <p:cNvPr id="53" name="Group 53"/>
          <p:cNvGrpSpPr/>
          <p:nvPr/>
        </p:nvGrpSpPr>
        <p:grpSpPr>
          <a:xfrm rot="5400000">
            <a:off x="5924697" y="417806"/>
            <a:ext cx="215514" cy="7806069"/>
            <a:chOff x="0" y="0"/>
            <a:chExt cx="56761" cy="2055919"/>
          </a:xfrm>
        </p:grpSpPr>
        <p:sp>
          <p:nvSpPr>
            <p:cNvPr id="54" name="Freeform 54"/>
            <p:cNvSpPr/>
            <p:nvPr/>
          </p:nvSpPr>
          <p:spPr>
            <a:xfrm>
              <a:off x="0" y="0"/>
              <a:ext cx="56761" cy="2055919"/>
            </a:xfrm>
            <a:custGeom>
              <a:avLst/>
              <a:gdLst/>
              <a:ahLst/>
              <a:cxnLst/>
              <a:rect l="l" t="t" r="r" b="b"/>
              <a:pathLst>
                <a:path w="56761" h="2055919">
                  <a:moveTo>
                    <a:pt x="0" y="0"/>
                  </a:moveTo>
                  <a:lnTo>
                    <a:pt x="56761" y="0"/>
                  </a:lnTo>
                  <a:lnTo>
                    <a:pt x="56761" y="2055919"/>
                  </a:lnTo>
                  <a:lnTo>
                    <a:pt x="0" y="2055919"/>
                  </a:lnTo>
                  <a:close/>
                </a:path>
              </a:pathLst>
            </a:custGeom>
            <a:solidFill>
              <a:srgbClr val="02003E"/>
            </a:solidFill>
          </p:spPr>
        </p:sp>
        <p:sp>
          <p:nvSpPr>
            <p:cNvPr id="55" name="TextBox 55"/>
            <p:cNvSpPr txBox="1"/>
            <p:nvPr/>
          </p:nvSpPr>
          <p:spPr>
            <a:xfrm>
              <a:off x="0" y="-57150"/>
              <a:ext cx="56761" cy="2113069"/>
            </a:xfrm>
            <a:prstGeom prst="rect">
              <a:avLst/>
            </a:prstGeom>
          </p:spPr>
          <p:txBody>
            <a:bodyPr lIns="50800" tIns="50800" rIns="50800" bIns="50800" rtlCol="0" anchor="ctr"/>
            <a:lstStyle/>
            <a:p>
              <a:pPr algn="ctr">
                <a:lnSpc>
                  <a:spcPts val="3326"/>
                </a:lnSpc>
              </a:pPr>
              <a:endParaRPr/>
            </a:p>
          </p:txBody>
        </p:sp>
      </p:grpSp>
      <p:grpSp>
        <p:nvGrpSpPr>
          <p:cNvPr id="56" name="Group 56"/>
          <p:cNvGrpSpPr/>
          <p:nvPr/>
        </p:nvGrpSpPr>
        <p:grpSpPr>
          <a:xfrm rot="5400000">
            <a:off x="5923577" y="1134583"/>
            <a:ext cx="215514" cy="7806069"/>
            <a:chOff x="0" y="0"/>
            <a:chExt cx="56761" cy="2055919"/>
          </a:xfrm>
        </p:grpSpPr>
        <p:sp>
          <p:nvSpPr>
            <p:cNvPr id="57" name="Freeform 57"/>
            <p:cNvSpPr/>
            <p:nvPr/>
          </p:nvSpPr>
          <p:spPr>
            <a:xfrm>
              <a:off x="0" y="0"/>
              <a:ext cx="56761" cy="2055919"/>
            </a:xfrm>
            <a:custGeom>
              <a:avLst/>
              <a:gdLst/>
              <a:ahLst/>
              <a:cxnLst/>
              <a:rect l="l" t="t" r="r" b="b"/>
              <a:pathLst>
                <a:path w="56761" h="2055919">
                  <a:moveTo>
                    <a:pt x="0" y="0"/>
                  </a:moveTo>
                  <a:lnTo>
                    <a:pt x="56761" y="0"/>
                  </a:lnTo>
                  <a:lnTo>
                    <a:pt x="56761" y="2055919"/>
                  </a:lnTo>
                  <a:lnTo>
                    <a:pt x="0" y="2055919"/>
                  </a:lnTo>
                  <a:close/>
                </a:path>
              </a:pathLst>
            </a:custGeom>
            <a:solidFill>
              <a:srgbClr val="02003E"/>
            </a:solidFill>
          </p:spPr>
        </p:sp>
        <p:sp>
          <p:nvSpPr>
            <p:cNvPr id="58" name="TextBox 58"/>
            <p:cNvSpPr txBox="1"/>
            <p:nvPr/>
          </p:nvSpPr>
          <p:spPr>
            <a:xfrm>
              <a:off x="0" y="-57150"/>
              <a:ext cx="56761" cy="2113069"/>
            </a:xfrm>
            <a:prstGeom prst="rect">
              <a:avLst/>
            </a:prstGeom>
          </p:spPr>
          <p:txBody>
            <a:bodyPr lIns="50800" tIns="50800" rIns="50800" bIns="50800" rtlCol="0" anchor="ctr"/>
            <a:lstStyle/>
            <a:p>
              <a:pPr algn="ctr">
                <a:lnSpc>
                  <a:spcPts val="3326"/>
                </a:lnSpc>
              </a:pPr>
              <a:endParaRPr/>
            </a:p>
          </p:txBody>
        </p:sp>
      </p:grpSp>
      <p:grpSp>
        <p:nvGrpSpPr>
          <p:cNvPr id="59" name="Group 59"/>
          <p:cNvGrpSpPr/>
          <p:nvPr/>
        </p:nvGrpSpPr>
        <p:grpSpPr>
          <a:xfrm rot="5400000">
            <a:off x="5923577" y="1853434"/>
            <a:ext cx="215514" cy="7806069"/>
            <a:chOff x="0" y="0"/>
            <a:chExt cx="56761" cy="2055919"/>
          </a:xfrm>
        </p:grpSpPr>
        <p:sp>
          <p:nvSpPr>
            <p:cNvPr id="60" name="Freeform 60"/>
            <p:cNvSpPr/>
            <p:nvPr/>
          </p:nvSpPr>
          <p:spPr>
            <a:xfrm>
              <a:off x="0" y="0"/>
              <a:ext cx="56761" cy="2055919"/>
            </a:xfrm>
            <a:custGeom>
              <a:avLst/>
              <a:gdLst/>
              <a:ahLst/>
              <a:cxnLst/>
              <a:rect l="l" t="t" r="r" b="b"/>
              <a:pathLst>
                <a:path w="56761" h="2055919">
                  <a:moveTo>
                    <a:pt x="0" y="0"/>
                  </a:moveTo>
                  <a:lnTo>
                    <a:pt x="56761" y="0"/>
                  </a:lnTo>
                  <a:lnTo>
                    <a:pt x="56761" y="2055919"/>
                  </a:lnTo>
                  <a:lnTo>
                    <a:pt x="0" y="2055919"/>
                  </a:lnTo>
                  <a:close/>
                </a:path>
              </a:pathLst>
            </a:custGeom>
            <a:solidFill>
              <a:srgbClr val="02003E"/>
            </a:solidFill>
          </p:spPr>
        </p:sp>
        <p:sp>
          <p:nvSpPr>
            <p:cNvPr id="61" name="TextBox 61"/>
            <p:cNvSpPr txBox="1"/>
            <p:nvPr/>
          </p:nvSpPr>
          <p:spPr>
            <a:xfrm>
              <a:off x="0" y="-57150"/>
              <a:ext cx="56761" cy="2113069"/>
            </a:xfrm>
            <a:prstGeom prst="rect">
              <a:avLst/>
            </a:prstGeom>
          </p:spPr>
          <p:txBody>
            <a:bodyPr lIns="50800" tIns="50800" rIns="50800" bIns="50800" rtlCol="0" anchor="ctr"/>
            <a:lstStyle/>
            <a:p>
              <a:pPr algn="ctr">
                <a:lnSpc>
                  <a:spcPts val="3326"/>
                </a:lnSpc>
              </a:pPr>
              <a:endParaRPr/>
            </a:p>
          </p:txBody>
        </p:sp>
      </p:grpSp>
      <p:grpSp>
        <p:nvGrpSpPr>
          <p:cNvPr id="62" name="Group 62"/>
          <p:cNvGrpSpPr/>
          <p:nvPr/>
        </p:nvGrpSpPr>
        <p:grpSpPr>
          <a:xfrm rot="5400000">
            <a:off x="5924697" y="2562760"/>
            <a:ext cx="215514" cy="7806069"/>
            <a:chOff x="0" y="0"/>
            <a:chExt cx="56761" cy="2055919"/>
          </a:xfrm>
        </p:grpSpPr>
        <p:sp>
          <p:nvSpPr>
            <p:cNvPr id="63" name="Freeform 63"/>
            <p:cNvSpPr/>
            <p:nvPr/>
          </p:nvSpPr>
          <p:spPr>
            <a:xfrm>
              <a:off x="0" y="0"/>
              <a:ext cx="56761" cy="2055919"/>
            </a:xfrm>
            <a:custGeom>
              <a:avLst/>
              <a:gdLst/>
              <a:ahLst/>
              <a:cxnLst/>
              <a:rect l="l" t="t" r="r" b="b"/>
              <a:pathLst>
                <a:path w="56761" h="2055919">
                  <a:moveTo>
                    <a:pt x="0" y="0"/>
                  </a:moveTo>
                  <a:lnTo>
                    <a:pt x="56761" y="0"/>
                  </a:lnTo>
                  <a:lnTo>
                    <a:pt x="56761" y="2055919"/>
                  </a:lnTo>
                  <a:lnTo>
                    <a:pt x="0" y="2055919"/>
                  </a:lnTo>
                  <a:close/>
                </a:path>
              </a:pathLst>
            </a:custGeom>
            <a:solidFill>
              <a:srgbClr val="02003E"/>
            </a:solidFill>
          </p:spPr>
        </p:sp>
        <p:sp>
          <p:nvSpPr>
            <p:cNvPr id="64" name="TextBox 64"/>
            <p:cNvSpPr txBox="1"/>
            <p:nvPr/>
          </p:nvSpPr>
          <p:spPr>
            <a:xfrm>
              <a:off x="0" y="-57150"/>
              <a:ext cx="56761" cy="2113069"/>
            </a:xfrm>
            <a:prstGeom prst="rect">
              <a:avLst/>
            </a:prstGeom>
          </p:spPr>
          <p:txBody>
            <a:bodyPr lIns="50800" tIns="50800" rIns="50800" bIns="50800" rtlCol="0" anchor="ctr"/>
            <a:lstStyle/>
            <a:p>
              <a:pPr algn="ctr">
                <a:lnSpc>
                  <a:spcPts val="3326"/>
                </a:lnSpc>
              </a:pPr>
              <a:endParaRPr/>
            </a:p>
          </p:txBody>
        </p:sp>
      </p:grpSp>
      <p:grpSp>
        <p:nvGrpSpPr>
          <p:cNvPr id="65" name="Group 65"/>
          <p:cNvGrpSpPr/>
          <p:nvPr/>
        </p:nvGrpSpPr>
        <p:grpSpPr>
          <a:xfrm rot="5400000">
            <a:off x="5923577" y="3281612"/>
            <a:ext cx="215514" cy="7806069"/>
            <a:chOff x="0" y="0"/>
            <a:chExt cx="56761" cy="2055919"/>
          </a:xfrm>
        </p:grpSpPr>
        <p:sp>
          <p:nvSpPr>
            <p:cNvPr id="66" name="Freeform 66"/>
            <p:cNvSpPr/>
            <p:nvPr/>
          </p:nvSpPr>
          <p:spPr>
            <a:xfrm>
              <a:off x="0" y="0"/>
              <a:ext cx="56761" cy="2055919"/>
            </a:xfrm>
            <a:custGeom>
              <a:avLst/>
              <a:gdLst/>
              <a:ahLst/>
              <a:cxnLst/>
              <a:rect l="l" t="t" r="r" b="b"/>
              <a:pathLst>
                <a:path w="56761" h="2055919">
                  <a:moveTo>
                    <a:pt x="0" y="0"/>
                  </a:moveTo>
                  <a:lnTo>
                    <a:pt x="56761" y="0"/>
                  </a:lnTo>
                  <a:lnTo>
                    <a:pt x="56761" y="2055919"/>
                  </a:lnTo>
                  <a:lnTo>
                    <a:pt x="0" y="2055919"/>
                  </a:lnTo>
                  <a:close/>
                </a:path>
              </a:pathLst>
            </a:custGeom>
            <a:solidFill>
              <a:srgbClr val="02003E"/>
            </a:solidFill>
          </p:spPr>
        </p:sp>
        <p:sp>
          <p:nvSpPr>
            <p:cNvPr id="67" name="TextBox 67"/>
            <p:cNvSpPr txBox="1"/>
            <p:nvPr/>
          </p:nvSpPr>
          <p:spPr>
            <a:xfrm>
              <a:off x="0" y="-57150"/>
              <a:ext cx="56761" cy="2113069"/>
            </a:xfrm>
            <a:prstGeom prst="rect">
              <a:avLst/>
            </a:prstGeom>
          </p:spPr>
          <p:txBody>
            <a:bodyPr lIns="50800" tIns="50800" rIns="50800" bIns="50800" rtlCol="0" anchor="ctr"/>
            <a:lstStyle/>
            <a:p>
              <a:pPr algn="ctr">
                <a:lnSpc>
                  <a:spcPts val="3326"/>
                </a:lnSpc>
              </a:pPr>
              <a:endParaRPr/>
            </a:p>
          </p:txBody>
        </p:sp>
      </p:grpSp>
      <p:grpSp>
        <p:nvGrpSpPr>
          <p:cNvPr id="68" name="Group 68"/>
          <p:cNvGrpSpPr/>
          <p:nvPr/>
        </p:nvGrpSpPr>
        <p:grpSpPr>
          <a:xfrm rot="5400000">
            <a:off x="5924697" y="4000463"/>
            <a:ext cx="215514" cy="7806069"/>
            <a:chOff x="0" y="0"/>
            <a:chExt cx="56761" cy="2055919"/>
          </a:xfrm>
        </p:grpSpPr>
        <p:sp>
          <p:nvSpPr>
            <p:cNvPr id="69" name="Freeform 69"/>
            <p:cNvSpPr/>
            <p:nvPr/>
          </p:nvSpPr>
          <p:spPr>
            <a:xfrm>
              <a:off x="0" y="0"/>
              <a:ext cx="56761" cy="2055919"/>
            </a:xfrm>
            <a:custGeom>
              <a:avLst/>
              <a:gdLst/>
              <a:ahLst/>
              <a:cxnLst/>
              <a:rect l="l" t="t" r="r" b="b"/>
              <a:pathLst>
                <a:path w="56761" h="2055919">
                  <a:moveTo>
                    <a:pt x="0" y="0"/>
                  </a:moveTo>
                  <a:lnTo>
                    <a:pt x="56761" y="0"/>
                  </a:lnTo>
                  <a:lnTo>
                    <a:pt x="56761" y="2055919"/>
                  </a:lnTo>
                  <a:lnTo>
                    <a:pt x="0" y="2055919"/>
                  </a:lnTo>
                  <a:close/>
                </a:path>
              </a:pathLst>
            </a:custGeom>
            <a:solidFill>
              <a:srgbClr val="02003E"/>
            </a:solidFill>
          </p:spPr>
        </p:sp>
        <p:sp>
          <p:nvSpPr>
            <p:cNvPr id="70" name="TextBox 70"/>
            <p:cNvSpPr txBox="1"/>
            <p:nvPr/>
          </p:nvSpPr>
          <p:spPr>
            <a:xfrm>
              <a:off x="0" y="-57150"/>
              <a:ext cx="56761" cy="2113069"/>
            </a:xfrm>
            <a:prstGeom prst="rect">
              <a:avLst/>
            </a:prstGeom>
          </p:spPr>
          <p:txBody>
            <a:bodyPr lIns="50800" tIns="50800" rIns="50800" bIns="50800" rtlCol="0" anchor="ctr"/>
            <a:lstStyle/>
            <a:p>
              <a:pPr algn="ctr">
                <a:lnSpc>
                  <a:spcPts val="3326"/>
                </a:lnSpc>
              </a:pPr>
              <a:endParaRPr/>
            </a:p>
          </p:txBody>
        </p:sp>
      </p:grpSp>
      <p:sp>
        <p:nvSpPr>
          <p:cNvPr id="71" name="Freeform 71"/>
          <p:cNvSpPr/>
          <p:nvPr/>
        </p:nvSpPr>
        <p:spPr>
          <a:xfrm rot="-5400000">
            <a:off x="8463895" y="7523040"/>
            <a:ext cx="545074" cy="2691722"/>
          </a:xfrm>
          <a:custGeom>
            <a:avLst/>
            <a:gdLst/>
            <a:ahLst/>
            <a:cxnLst/>
            <a:rect l="l" t="t" r="r" b="b"/>
            <a:pathLst>
              <a:path w="545074" h="2691722">
                <a:moveTo>
                  <a:pt x="0" y="0"/>
                </a:moveTo>
                <a:lnTo>
                  <a:pt x="545073" y="0"/>
                </a:lnTo>
                <a:lnTo>
                  <a:pt x="545073" y="2691722"/>
                </a:lnTo>
                <a:lnTo>
                  <a:pt x="0" y="269172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994539"/>
            <a:ext cx="18288000" cy="5143500"/>
            <a:chOff x="0" y="0"/>
            <a:chExt cx="4816593" cy="1354667"/>
          </a:xfrm>
        </p:grpSpPr>
        <p:sp>
          <p:nvSpPr>
            <p:cNvPr id="3" name="Freeform 3"/>
            <p:cNvSpPr/>
            <p:nvPr/>
          </p:nvSpPr>
          <p:spPr>
            <a:xfrm>
              <a:off x="0" y="0"/>
              <a:ext cx="4816592" cy="1354667"/>
            </a:xfrm>
            <a:custGeom>
              <a:avLst/>
              <a:gdLst/>
              <a:ahLst/>
              <a:cxnLst/>
              <a:rect l="l" t="t" r="r" b="b"/>
              <a:pathLst>
                <a:path w="4816592" h="1354667">
                  <a:moveTo>
                    <a:pt x="0" y="0"/>
                  </a:moveTo>
                  <a:lnTo>
                    <a:pt x="4816592" y="0"/>
                  </a:lnTo>
                  <a:lnTo>
                    <a:pt x="4816592" y="1354667"/>
                  </a:lnTo>
                  <a:lnTo>
                    <a:pt x="0" y="1354667"/>
                  </a:lnTo>
                  <a:close/>
                </a:path>
              </a:pathLst>
            </a:custGeom>
            <a:solidFill>
              <a:srgbClr val="FFFFFF"/>
            </a:solidFill>
          </p:spPr>
        </p:sp>
        <p:sp>
          <p:nvSpPr>
            <p:cNvPr id="4" name="TextBox 4"/>
            <p:cNvSpPr txBox="1"/>
            <p:nvPr/>
          </p:nvSpPr>
          <p:spPr>
            <a:xfrm>
              <a:off x="0" y="-57150"/>
              <a:ext cx="4816593" cy="1411817"/>
            </a:xfrm>
            <a:prstGeom prst="rect">
              <a:avLst/>
            </a:prstGeom>
          </p:spPr>
          <p:txBody>
            <a:bodyPr lIns="50800" tIns="50800" rIns="50800" bIns="50800" rtlCol="0" anchor="ctr"/>
            <a:lstStyle/>
            <a:p>
              <a:pPr algn="ctr">
                <a:lnSpc>
                  <a:spcPts val="3326"/>
                </a:lnSpc>
              </a:pPr>
              <a:endParaRPr/>
            </a:p>
          </p:txBody>
        </p:sp>
      </p:grpSp>
      <p:sp>
        <p:nvSpPr>
          <p:cNvPr id="6" name="Freeform 6"/>
          <p:cNvSpPr/>
          <p:nvPr/>
        </p:nvSpPr>
        <p:spPr>
          <a:xfrm>
            <a:off x="2830147" y="768179"/>
            <a:ext cx="745471" cy="571798"/>
          </a:xfrm>
          <a:custGeom>
            <a:avLst/>
            <a:gdLst/>
            <a:ahLst/>
            <a:cxnLst/>
            <a:rect l="l" t="t" r="r" b="b"/>
            <a:pathLst>
              <a:path w="993962" h="762397">
                <a:moveTo>
                  <a:pt x="0" y="0"/>
                </a:moveTo>
                <a:lnTo>
                  <a:pt x="993962" y="0"/>
                </a:lnTo>
                <a:lnTo>
                  <a:pt x="993962" y="762396"/>
                </a:lnTo>
                <a:lnTo>
                  <a:pt x="0" y="762396"/>
                </a:lnTo>
                <a:lnTo>
                  <a:pt x="0" y="0"/>
                </a:lnTo>
                <a:close/>
              </a:path>
            </a:pathLst>
          </a:custGeom>
          <a:blipFill>
            <a:blip r:embed="rId2">
              <a:extLst>
                <a:ext uri="{96DAC541-7B7A-43D3-8B79-37D633B846F1}">
                  <asvg:svgBlip xmlns:asvg="http://schemas.microsoft.com/office/drawing/2016/SVG/main" r:embed="rId3"/>
                </a:ext>
              </a:extLst>
            </a:blip>
            <a:stretch>
              <a:fillRect t="-56369"/>
            </a:stretch>
          </a:blipFill>
        </p:spPr>
      </p:sp>
      <p:sp>
        <p:nvSpPr>
          <p:cNvPr id="7" name="Freeform 7"/>
          <p:cNvSpPr/>
          <p:nvPr/>
        </p:nvSpPr>
        <p:spPr>
          <a:xfrm rot="6164180">
            <a:off x="913859" y="1661338"/>
            <a:ext cx="742243" cy="231325"/>
          </a:xfrm>
          <a:custGeom>
            <a:avLst/>
            <a:gdLst/>
            <a:ahLst/>
            <a:cxnLst/>
            <a:rect l="l" t="t" r="r" b="b"/>
            <a:pathLst>
              <a:path w="989657" h="308433">
                <a:moveTo>
                  <a:pt x="0" y="0"/>
                </a:moveTo>
                <a:lnTo>
                  <a:pt x="989657" y="0"/>
                </a:lnTo>
                <a:lnTo>
                  <a:pt x="989657" y="308433"/>
                </a:lnTo>
                <a:lnTo>
                  <a:pt x="0" y="308433"/>
                </a:lnTo>
                <a:lnTo>
                  <a:pt x="0" y="0"/>
                </a:lnTo>
                <a:close/>
              </a:path>
            </a:pathLst>
          </a:custGeom>
          <a:blipFill>
            <a:blip r:embed="rId2">
              <a:extLst>
                <a:ext uri="{96DAC541-7B7A-43D3-8B79-37D633B846F1}">
                  <asvg:svgBlip xmlns:asvg="http://schemas.microsoft.com/office/drawing/2016/SVG/main" r:embed="rId3"/>
                </a:ext>
              </a:extLst>
            </a:blip>
            <a:stretch>
              <a:fillRect l="-435" t="-136225" b="-150295"/>
            </a:stretch>
          </a:blipFill>
        </p:spPr>
      </p:sp>
      <p:sp>
        <p:nvSpPr>
          <p:cNvPr id="8" name="Freeform 8"/>
          <p:cNvSpPr/>
          <p:nvPr/>
        </p:nvSpPr>
        <p:spPr>
          <a:xfrm>
            <a:off x="797722" y="749026"/>
            <a:ext cx="745471" cy="894119"/>
          </a:xfrm>
          <a:custGeom>
            <a:avLst/>
            <a:gdLst/>
            <a:ahLst/>
            <a:cxnLst/>
            <a:rect l="l" t="t" r="r" b="b"/>
            <a:pathLst>
              <a:path w="993962" h="1192158">
                <a:moveTo>
                  <a:pt x="0" y="0"/>
                </a:moveTo>
                <a:lnTo>
                  <a:pt x="993962" y="0"/>
                </a:lnTo>
                <a:lnTo>
                  <a:pt x="993962"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760605" y="440635"/>
            <a:ext cx="745471" cy="578996"/>
          </a:xfrm>
          <a:custGeom>
            <a:avLst/>
            <a:gdLst/>
            <a:ahLst/>
            <a:cxnLst/>
            <a:rect l="l" t="t" r="r" b="b"/>
            <a:pathLst>
              <a:path w="993962" h="771995">
                <a:moveTo>
                  <a:pt x="0" y="0"/>
                </a:moveTo>
                <a:lnTo>
                  <a:pt x="993962" y="0"/>
                </a:lnTo>
                <a:lnTo>
                  <a:pt x="993962" y="771995"/>
                </a:lnTo>
                <a:lnTo>
                  <a:pt x="0" y="771995"/>
                </a:lnTo>
                <a:lnTo>
                  <a:pt x="0" y="0"/>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10" name="Freeform 10"/>
          <p:cNvSpPr/>
          <p:nvPr/>
        </p:nvSpPr>
        <p:spPr>
          <a:xfrm rot="4182053" flipV="1">
            <a:off x="1946345" y="1405325"/>
            <a:ext cx="745472" cy="578996"/>
          </a:xfrm>
          <a:custGeom>
            <a:avLst/>
            <a:gdLst/>
            <a:ahLst/>
            <a:cxnLst/>
            <a:rect l="l" t="t" r="r" b="b"/>
            <a:pathLst>
              <a:path w="993962" h="771995">
                <a:moveTo>
                  <a:pt x="0" y="771995"/>
                </a:moveTo>
                <a:lnTo>
                  <a:pt x="993962" y="771995"/>
                </a:lnTo>
                <a:lnTo>
                  <a:pt x="993962" y="0"/>
                </a:lnTo>
                <a:lnTo>
                  <a:pt x="0" y="0"/>
                </a:lnTo>
                <a:lnTo>
                  <a:pt x="0" y="771995"/>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11" name="Freeform 11"/>
          <p:cNvSpPr/>
          <p:nvPr/>
        </p:nvSpPr>
        <p:spPr>
          <a:xfrm>
            <a:off x="2251267" y="440635"/>
            <a:ext cx="745471" cy="894119"/>
          </a:xfrm>
          <a:custGeom>
            <a:avLst/>
            <a:gdLst/>
            <a:ahLst/>
            <a:cxnLst/>
            <a:rect l="l" t="t" r="r" b="b"/>
            <a:pathLst>
              <a:path w="993962" h="1192158">
                <a:moveTo>
                  <a:pt x="0" y="0"/>
                </a:moveTo>
                <a:lnTo>
                  <a:pt x="993962" y="0"/>
                </a:lnTo>
                <a:lnTo>
                  <a:pt x="993962"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2567869" y="1087771"/>
            <a:ext cx="745471" cy="894119"/>
          </a:xfrm>
          <a:custGeom>
            <a:avLst/>
            <a:gdLst/>
            <a:ahLst/>
            <a:cxnLst/>
            <a:rect l="l" t="t" r="r" b="b"/>
            <a:pathLst>
              <a:path w="993962" h="1192158">
                <a:moveTo>
                  <a:pt x="0" y="0"/>
                </a:moveTo>
                <a:lnTo>
                  <a:pt x="993962" y="0"/>
                </a:lnTo>
                <a:lnTo>
                  <a:pt x="993962"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284981" y="445858"/>
            <a:ext cx="745471" cy="894119"/>
          </a:xfrm>
          <a:custGeom>
            <a:avLst/>
            <a:gdLst/>
            <a:ahLst/>
            <a:cxnLst/>
            <a:rect l="l" t="t" r="r" b="b"/>
            <a:pathLst>
              <a:path w="993962" h="1192158">
                <a:moveTo>
                  <a:pt x="0" y="0"/>
                </a:moveTo>
                <a:lnTo>
                  <a:pt x="993961" y="0"/>
                </a:lnTo>
                <a:lnTo>
                  <a:pt x="993961"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1360764" y="1369131"/>
            <a:ext cx="745471" cy="539300"/>
          </a:xfrm>
          <a:custGeom>
            <a:avLst/>
            <a:gdLst/>
            <a:ahLst/>
            <a:cxnLst/>
            <a:rect l="l" t="t" r="r" b="b"/>
            <a:pathLst>
              <a:path w="993962" h="719067">
                <a:moveTo>
                  <a:pt x="0" y="0"/>
                </a:moveTo>
                <a:lnTo>
                  <a:pt x="993962" y="0"/>
                </a:lnTo>
                <a:lnTo>
                  <a:pt x="993962" y="719068"/>
                </a:lnTo>
                <a:lnTo>
                  <a:pt x="0" y="719068"/>
                </a:lnTo>
                <a:lnTo>
                  <a:pt x="0" y="0"/>
                </a:lnTo>
                <a:close/>
              </a:path>
            </a:pathLst>
          </a:custGeom>
          <a:blipFill>
            <a:blip r:embed="rId2">
              <a:extLst>
                <a:ext uri="{96DAC541-7B7A-43D3-8B79-37D633B846F1}">
                  <asvg:svgBlip xmlns:asvg="http://schemas.microsoft.com/office/drawing/2016/SVG/main" r:embed="rId3"/>
                </a:ext>
              </a:extLst>
            </a:blip>
            <a:stretch>
              <a:fillRect t="-53662" b="-12129"/>
            </a:stretch>
          </a:blipFill>
        </p:spPr>
      </p:sp>
      <p:sp>
        <p:nvSpPr>
          <p:cNvPr id="15" name="Freeform 15"/>
          <p:cNvSpPr/>
          <p:nvPr/>
        </p:nvSpPr>
        <p:spPr>
          <a:xfrm rot="1825057">
            <a:off x="3306290" y="879497"/>
            <a:ext cx="745471" cy="571798"/>
          </a:xfrm>
          <a:custGeom>
            <a:avLst/>
            <a:gdLst/>
            <a:ahLst/>
            <a:cxnLst/>
            <a:rect l="l" t="t" r="r" b="b"/>
            <a:pathLst>
              <a:path w="993962" h="762397">
                <a:moveTo>
                  <a:pt x="0" y="0"/>
                </a:moveTo>
                <a:lnTo>
                  <a:pt x="993962" y="0"/>
                </a:lnTo>
                <a:lnTo>
                  <a:pt x="993962" y="762397"/>
                </a:lnTo>
                <a:lnTo>
                  <a:pt x="0" y="762397"/>
                </a:lnTo>
                <a:lnTo>
                  <a:pt x="0" y="0"/>
                </a:lnTo>
                <a:close/>
              </a:path>
            </a:pathLst>
          </a:custGeom>
          <a:blipFill>
            <a:blip r:embed="rId2">
              <a:extLst>
                <a:ext uri="{96DAC541-7B7A-43D3-8B79-37D633B846F1}">
                  <asvg:svgBlip xmlns:asvg="http://schemas.microsoft.com/office/drawing/2016/SVG/main" r:embed="rId3"/>
                </a:ext>
              </a:extLst>
            </a:blip>
            <a:stretch>
              <a:fillRect t="-56369"/>
            </a:stretch>
          </a:blipFill>
        </p:spPr>
      </p:sp>
      <p:sp>
        <p:nvSpPr>
          <p:cNvPr id="16" name="Freeform 16"/>
          <p:cNvSpPr/>
          <p:nvPr/>
        </p:nvSpPr>
        <p:spPr>
          <a:xfrm rot="6164180">
            <a:off x="3009861" y="1661338"/>
            <a:ext cx="742243" cy="231325"/>
          </a:xfrm>
          <a:custGeom>
            <a:avLst/>
            <a:gdLst/>
            <a:ahLst/>
            <a:cxnLst/>
            <a:rect l="l" t="t" r="r" b="b"/>
            <a:pathLst>
              <a:path w="989657" h="308433">
                <a:moveTo>
                  <a:pt x="0" y="0"/>
                </a:moveTo>
                <a:lnTo>
                  <a:pt x="989657" y="0"/>
                </a:lnTo>
                <a:lnTo>
                  <a:pt x="989657" y="308433"/>
                </a:lnTo>
                <a:lnTo>
                  <a:pt x="0" y="308433"/>
                </a:lnTo>
                <a:lnTo>
                  <a:pt x="0" y="0"/>
                </a:lnTo>
                <a:close/>
              </a:path>
            </a:pathLst>
          </a:custGeom>
          <a:blipFill>
            <a:blip r:embed="rId2">
              <a:extLst>
                <a:ext uri="{96DAC541-7B7A-43D3-8B79-37D633B846F1}">
                  <asvg:svgBlip xmlns:asvg="http://schemas.microsoft.com/office/drawing/2016/SVG/main" r:embed="rId3"/>
                </a:ext>
              </a:extLst>
            </a:blip>
            <a:stretch>
              <a:fillRect l="-435" t="-136225" b="-150295"/>
            </a:stretch>
          </a:blipFill>
        </p:spPr>
      </p:sp>
      <p:sp>
        <p:nvSpPr>
          <p:cNvPr id="18" name="Freeform 18"/>
          <p:cNvSpPr/>
          <p:nvPr/>
        </p:nvSpPr>
        <p:spPr>
          <a:xfrm>
            <a:off x="3205101" y="3216261"/>
            <a:ext cx="745471" cy="571798"/>
          </a:xfrm>
          <a:custGeom>
            <a:avLst/>
            <a:gdLst/>
            <a:ahLst/>
            <a:cxnLst/>
            <a:rect l="l" t="t" r="r" b="b"/>
            <a:pathLst>
              <a:path w="993962" h="762397">
                <a:moveTo>
                  <a:pt x="0" y="0"/>
                </a:moveTo>
                <a:lnTo>
                  <a:pt x="993962" y="0"/>
                </a:lnTo>
                <a:lnTo>
                  <a:pt x="993962" y="762397"/>
                </a:lnTo>
                <a:lnTo>
                  <a:pt x="0" y="762397"/>
                </a:lnTo>
                <a:lnTo>
                  <a:pt x="0" y="0"/>
                </a:lnTo>
                <a:close/>
              </a:path>
            </a:pathLst>
          </a:custGeom>
          <a:blipFill>
            <a:blip r:embed="rId2">
              <a:extLst>
                <a:ext uri="{96DAC541-7B7A-43D3-8B79-37D633B846F1}">
                  <asvg:svgBlip xmlns:asvg="http://schemas.microsoft.com/office/drawing/2016/SVG/main" r:embed="rId3"/>
                </a:ext>
              </a:extLst>
            </a:blip>
            <a:stretch>
              <a:fillRect t="-56369"/>
            </a:stretch>
          </a:blipFill>
        </p:spPr>
      </p:sp>
      <p:sp>
        <p:nvSpPr>
          <p:cNvPr id="19" name="Freeform 19"/>
          <p:cNvSpPr/>
          <p:nvPr/>
        </p:nvSpPr>
        <p:spPr>
          <a:xfrm rot="6164180">
            <a:off x="1374884" y="2891977"/>
            <a:ext cx="742243" cy="231325"/>
          </a:xfrm>
          <a:custGeom>
            <a:avLst/>
            <a:gdLst/>
            <a:ahLst/>
            <a:cxnLst/>
            <a:rect l="l" t="t" r="r" b="b"/>
            <a:pathLst>
              <a:path w="989657" h="308433">
                <a:moveTo>
                  <a:pt x="0" y="0"/>
                </a:moveTo>
                <a:lnTo>
                  <a:pt x="989657" y="0"/>
                </a:lnTo>
                <a:lnTo>
                  <a:pt x="989657" y="308433"/>
                </a:lnTo>
                <a:lnTo>
                  <a:pt x="0" y="308433"/>
                </a:lnTo>
                <a:lnTo>
                  <a:pt x="0" y="0"/>
                </a:lnTo>
                <a:close/>
              </a:path>
            </a:pathLst>
          </a:custGeom>
          <a:blipFill>
            <a:blip r:embed="rId2">
              <a:extLst>
                <a:ext uri="{96DAC541-7B7A-43D3-8B79-37D633B846F1}">
                  <asvg:svgBlip xmlns:asvg="http://schemas.microsoft.com/office/drawing/2016/SVG/main" r:embed="rId3"/>
                </a:ext>
              </a:extLst>
            </a:blip>
            <a:stretch>
              <a:fillRect l="-435" t="-136225" b="-150295"/>
            </a:stretch>
          </a:blipFill>
        </p:spPr>
      </p:sp>
      <p:sp>
        <p:nvSpPr>
          <p:cNvPr id="20" name="Freeform 20"/>
          <p:cNvSpPr/>
          <p:nvPr/>
        </p:nvSpPr>
        <p:spPr>
          <a:xfrm>
            <a:off x="1172676" y="3197107"/>
            <a:ext cx="745471" cy="894119"/>
          </a:xfrm>
          <a:custGeom>
            <a:avLst/>
            <a:gdLst/>
            <a:ahLst/>
            <a:cxnLst/>
            <a:rect l="l" t="t" r="r" b="b"/>
            <a:pathLst>
              <a:path w="993962" h="1192158">
                <a:moveTo>
                  <a:pt x="0" y="0"/>
                </a:moveTo>
                <a:lnTo>
                  <a:pt x="993962" y="0"/>
                </a:lnTo>
                <a:lnTo>
                  <a:pt x="993962" y="1192159"/>
                </a:lnTo>
                <a:lnTo>
                  <a:pt x="0" y="1192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2225033" y="3625274"/>
            <a:ext cx="745471" cy="578996"/>
          </a:xfrm>
          <a:custGeom>
            <a:avLst/>
            <a:gdLst/>
            <a:ahLst/>
            <a:cxnLst/>
            <a:rect l="l" t="t" r="r" b="b"/>
            <a:pathLst>
              <a:path w="993962" h="771995">
                <a:moveTo>
                  <a:pt x="0" y="0"/>
                </a:moveTo>
                <a:lnTo>
                  <a:pt x="993962" y="0"/>
                </a:lnTo>
                <a:lnTo>
                  <a:pt x="993962" y="771995"/>
                </a:lnTo>
                <a:lnTo>
                  <a:pt x="0" y="771995"/>
                </a:lnTo>
                <a:lnTo>
                  <a:pt x="0" y="0"/>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22" name="Freeform 22"/>
          <p:cNvSpPr/>
          <p:nvPr/>
        </p:nvSpPr>
        <p:spPr>
          <a:xfrm>
            <a:off x="2135559" y="2888717"/>
            <a:ext cx="745471" cy="578996"/>
          </a:xfrm>
          <a:custGeom>
            <a:avLst/>
            <a:gdLst/>
            <a:ahLst/>
            <a:cxnLst/>
            <a:rect l="l" t="t" r="r" b="b"/>
            <a:pathLst>
              <a:path w="993962" h="771995">
                <a:moveTo>
                  <a:pt x="0" y="0"/>
                </a:moveTo>
                <a:lnTo>
                  <a:pt x="993962" y="0"/>
                </a:lnTo>
                <a:lnTo>
                  <a:pt x="993962" y="771995"/>
                </a:lnTo>
                <a:lnTo>
                  <a:pt x="0" y="771995"/>
                </a:lnTo>
                <a:lnTo>
                  <a:pt x="0" y="0"/>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23" name="Freeform 23"/>
          <p:cNvSpPr/>
          <p:nvPr/>
        </p:nvSpPr>
        <p:spPr>
          <a:xfrm rot="8294959" flipV="1">
            <a:off x="2099234" y="3966170"/>
            <a:ext cx="745471" cy="578996"/>
          </a:xfrm>
          <a:custGeom>
            <a:avLst/>
            <a:gdLst/>
            <a:ahLst/>
            <a:cxnLst/>
            <a:rect l="l" t="t" r="r" b="b"/>
            <a:pathLst>
              <a:path w="993962" h="771995">
                <a:moveTo>
                  <a:pt x="0" y="771995"/>
                </a:moveTo>
                <a:lnTo>
                  <a:pt x="993962" y="771995"/>
                </a:lnTo>
                <a:lnTo>
                  <a:pt x="993962" y="0"/>
                </a:lnTo>
                <a:lnTo>
                  <a:pt x="0" y="0"/>
                </a:lnTo>
                <a:lnTo>
                  <a:pt x="0" y="771995"/>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24" name="Freeform 24"/>
          <p:cNvSpPr/>
          <p:nvPr/>
        </p:nvSpPr>
        <p:spPr>
          <a:xfrm>
            <a:off x="2626221" y="2888717"/>
            <a:ext cx="745471" cy="894119"/>
          </a:xfrm>
          <a:custGeom>
            <a:avLst/>
            <a:gdLst/>
            <a:ahLst/>
            <a:cxnLst/>
            <a:rect l="l" t="t" r="r" b="b"/>
            <a:pathLst>
              <a:path w="993962" h="1192158">
                <a:moveTo>
                  <a:pt x="0" y="0"/>
                </a:moveTo>
                <a:lnTo>
                  <a:pt x="993961" y="0"/>
                </a:lnTo>
                <a:lnTo>
                  <a:pt x="993961"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p:cNvSpPr/>
          <p:nvPr/>
        </p:nvSpPr>
        <p:spPr>
          <a:xfrm>
            <a:off x="2942823" y="3535853"/>
            <a:ext cx="745471" cy="894119"/>
          </a:xfrm>
          <a:custGeom>
            <a:avLst/>
            <a:gdLst/>
            <a:ahLst/>
            <a:cxnLst/>
            <a:rect l="l" t="t" r="r" b="b"/>
            <a:pathLst>
              <a:path w="993962" h="1192158">
                <a:moveTo>
                  <a:pt x="0" y="0"/>
                </a:moveTo>
                <a:lnTo>
                  <a:pt x="993962" y="0"/>
                </a:lnTo>
                <a:lnTo>
                  <a:pt x="993962" y="1192159"/>
                </a:lnTo>
                <a:lnTo>
                  <a:pt x="0" y="1192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6" name="Freeform 26"/>
          <p:cNvSpPr/>
          <p:nvPr/>
        </p:nvSpPr>
        <p:spPr>
          <a:xfrm>
            <a:off x="1659934" y="2893939"/>
            <a:ext cx="745471" cy="894119"/>
          </a:xfrm>
          <a:custGeom>
            <a:avLst/>
            <a:gdLst/>
            <a:ahLst/>
            <a:cxnLst/>
            <a:rect l="l" t="t" r="r" b="b"/>
            <a:pathLst>
              <a:path w="993962" h="1192158">
                <a:moveTo>
                  <a:pt x="0" y="0"/>
                </a:moveTo>
                <a:lnTo>
                  <a:pt x="993962" y="0"/>
                </a:lnTo>
                <a:lnTo>
                  <a:pt x="993962" y="1192159"/>
                </a:lnTo>
                <a:lnTo>
                  <a:pt x="0" y="1192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7" name="Freeform 27"/>
          <p:cNvSpPr/>
          <p:nvPr/>
        </p:nvSpPr>
        <p:spPr>
          <a:xfrm rot="20218211">
            <a:off x="669478" y="3592041"/>
            <a:ext cx="745471" cy="539300"/>
          </a:xfrm>
          <a:custGeom>
            <a:avLst/>
            <a:gdLst/>
            <a:ahLst/>
            <a:cxnLst/>
            <a:rect l="l" t="t" r="r" b="b"/>
            <a:pathLst>
              <a:path w="993962" h="719067">
                <a:moveTo>
                  <a:pt x="0" y="0"/>
                </a:moveTo>
                <a:lnTo>
                  <a:pt x="993961" y="0"/>
                </a:lnTo>
                <a:lnTo>
                  <a:pt x="993961" y="719067"/>
                </a:lnTo>
                <a:lnTo>
                  <a:pt x="0" y="719067"/>
                </a:lnTo>
                <a:lnTo>
                  <a:pt x="0" y="0"/>
                </a:lnTo>
                <a:close/>
              </a:path>
            </a:pathLst>
          </a:custGeom>
          <a:blipFill>
            <a:blip r:embed="rId2">
              <a:extLst>
                <a:ext uri="{96DAC541-7B7A-43D3-8B79-37D633B846F1}">
                  <asvg:svgBlip xmlns:asvg="http://schemas.microsoft.com/office/drawing/2016/SVG/main" r:embed="rId3"/>
                </a:ext>
              </a:extLst>
            </a:blip>
            <a:stretch>
              <a:fillRect t="-53662" b="-12129"/>
            </a:stretch>
          </a:blipFill>
        </p:spPr>
      </p:sp>
      <p:sp>
        <p:nvSpPr>
          <p:cNvPr id="28" name="Freeform 28"/>
          <p:cNvSpPr/>
          <p:nvPr/>
        </p:nvSpPr>
        <p:spPr>
          <a:xfrm rot="1825057">
            <a:off x="3092402" y="2619838"/>
            <a:ext cx="745471" cy="571798"/>
          </a:xfrm>
          <a:custGeom>
            <a:avLst/>
            <a:gdLst/>
            <a:ahLst/>
            <a:cxnLst/>
            <a:rect l="l" t="t" r="r" b="b"/>
            <a:pathLst>
              <a:path w="993962" h="762397">
                <a:moveTo>
                  <a:pt x="0" y="0"/>
                </a:moveTo>
                <a:lnTo>
                  <a:pt x="993962" y="0"/>
                </a:lnTo>
                <a:lnTo>
                  <a:pt x="993962" y="762396"/>
                </a:lnTo>
                <a:lnTo>
                  <a:pt x="0" y="762396"/>
                </a:lnTo>
                <a:lnTo>
                  <a:pt x="0" y="0"/>
                </a:lnTo>
                <a:close/>
              </a:path>
            </a:pathLst>
          </a:custGeom>
          <a:blipFill>
            <a:blip r:embed="rId2">
              <a:extLst>
                <a:ext uri="{96DAC541-7B7A-43D3-8B79-37D633B846F1}">
                  <asvg:svgBlip xmlns:asvg="http://schemas.microsoft.com/office/drawing/2016/SVG/main" r:embed="rId3"/>
                </a:ext>
              </a:extLst>
            </a:blip>
            <a:stretch>
              <a:fillRect t="-56369"/>
            </a:stretch>
          </a:blipFill>
        </p:spPr>
      </p:sp>
      <p:sp>
        <p:nvSpPr>
          <p:cNvPr id="29" name="Freeform 29"/>
          <p:cNvSpPr/>
          <p:nvPr/>
        </p:nvSpPr>
        <p:spPr>
          <a:xfrm rot="6164180">
            <a:off x="3579451" y="2891977"/>
            <a:ext cx="742243" cy="231325"/>
          </a:xfrm>
          <a:custGeom>
            <a:avLst/>
            <a:gdLst/>
            <a:ahLst/>
            <a:cxnLst/>
            <a:rect l="l" t="t" r="r" b="b"/>
            <a:pathLst>
              <a:path w="989657" h="308433">
                <a:moveTo>
                  <a:pt x="0" y="0"/>
                </a:moveTo>
                <a:lnTo>
                  <a:pt x="989657" y="0"/>
                </a:lnTo>
                <a:lnTo>
                  <a:pt x="989657" y="308433"/>
                </a:lnTo>
                <a:lnTo>
                  <a:pt x="0" y="308433"/>
                </a:lnTo>
                <a:lnTo>
                  <a:pt x="0" y="0"/>
                </a:lnTo>
                <a:close/>
              </a:path>
            </a:pathLst>
          </a:custGeom>
          <a:blipFill>
            <a:blip r:embed="rId2">
              <a:extLst>
                <a:ext uri="{96DAC541-7B7A-43D3-8B79-37D633B846F1}">
                  <asvg:svgBlip xmlns:asvg="http://schemas.microsoft.com/office/drawing/2016/SVG/main" r:embed="rId3"/>
                </a:ext>
              </a:extLst>
            </a:blip>
            <a:stretch>
              <a:fillRect l="-435" t="-136225" b="-150295"/>
            </a:stretch>
          </a:blipFill>
        </p:spPr>
      </p:sp>
      <p:sp>
        <p:nvSpPr>
          <p:cNvPr id="30" name="Freeform 30"/>
          <p:cNvSpPr/>
          <p:nvPr/>
        </p:nvSpPr>
        <p:spPr>
          <a:xfrm rot="2409951">
            <a:off x="1461709" y="3964885"/>
            <a:ext cx="745471" cy="539300"/>
          </a:xfrm>
          <a:custGeom>
            <a:avLst/>
            <a:gdLst/>
            <a:ahLst/>
            <a:cxnLst/>
            <a:rect l="l" t="t" r="r" b="b"/>
            <a:pathLst>
              <a:path w="993962" h="719067">
                <a:moveTo>
                  <a:pt x="0" y="0"/>
                </a:moveTo>
                <a:lnTo>
                  <a:pt x="993961" y="0"/>
                </a:lnTo>
                <a:lnTo>
                  <a:pt x="993961" y="719068"/>
                </a:lnTo>
                <a:lnTo>
                  <a:pt x="0" y="719068"/>
                </a:lnTo>
                <a:lnTo>
                  <a:pt x="0" y="0"/>
                </a:lnTo>
                <a:close/>
              </a:path>
            </a:pathLst>
          </a:custGeom>
          <a:blipFill>
            <a:blip r:embed="rId2">
              <a:extLst>
                <a:ext uri="{96DAC541-7B7A-43D3-8B79-37D633B846F1}">
                  <asvg:svgBlip xmlns:asvg="http://schemas.microsoft.com/office/drawing/2016/SVG/main" r:embed="rId3"/>
                </a:ext>
              </a:extLst>
            </a:blip>
            <a:stretch>
              <a:fillRect t="-53662" b="-12129"/>
            </a:stretch>
          </a:blipFill>
        </p:spPr>
      </p:sp>
      <p:sp>
        <p:nvSpPr>
          <p:cNvPr id="31" name="Freeform 31"/>
          <p:cNvSpPr/>
          <p:nvPr/>
        </p:nvSpPr>
        <p:spPr>
          <a:xfrm rot="10800000">
            <a:off x="5370021" y="382332"/>
            <a:ext cx="742243" cy="231325"/>
          </a:xfrm>
          <a:custGeom>
            <a:avLst/>
            <a:gdLst/>
            <a:ahLst/>
            <a:cxnLst/>
            <a:rect l="l" t="t" r="r" b="b"/>
            <a:pathLst>
              <a:path w="989657" h="308433">
                <a:moveTo>
                  <a:pt x="0" y="0"/>
                </a:moveTo>
                <a:lnTo>
                  <a:pt x="989657" y="0"/>
                </a:lnTo>
                <a:lnTo>
                  <a:pt x="989657" y="308433"/>
                </a:lnTo>
                <a:lnTo>
                  <a:pt x="0" y="308433"/>
                </a:lnTo>
                <a:lnTo>
                  <a:pt x="0" y="0"/>
                </a:lnTo>
                <a:close/>
              </a:path>
            </a:pathLst>
          </a:custGeom>
          <a:blipFill>
            <a:blip r:embed="rId2">
              <a:extLst>
                <a:ext uri="{96DAC541-7B7A-43D3-8B79-37D633B846F1}">
                  <asvg:svgBlip xmlns:asvg="http://schemas.microsoft.com/office/drawing/2016/SVG/main" r:embed="rId3"/>
                </a:ext>
              </a:extLst>
            </a:blip>
            <a:stretch>
              <a:fillRect l="-435" t="-136225" b="-150295"/>
            </a:stretch>
          </a:blipFill>
        </p:spPr>
      </p:sp>
      <p:sp>
        <p:nvSpPr>
          <p:cNvPr id="32" name="Freeform 32"/>
          <p:cNvSpPr/>
          <p:nvPr/>
        </p:nvSpPr>
        <p:spPr>
          <a:xfrm>
            <a:off x="5560770" y="1387456"/>
            <a:ext cx="745471" cy="578996"/>
          </a:xfrm>
          <a:custGeom>
            <a:avLst/>
            <a:gdLst/>
            <a:ahLst/>
            <a:cxnLst/>
            <a:rect l="l" t="t" r="r" b="b"/>
            <a:pathLst>
              <a:path w="993962" h="771995">
                <a:moveTo>
                  <a:pt x="0" y="0"/>
                </a:moveTo>
                <a:lnTo>
                  <a:pt x="993962" y="0"/>
                </a:lnTo>
                <a:lnTo>
                  <a:pt x="993962" y="771995"/>
                </a:lnTo>
                <a:lnTo>
                  <a:pt x="0" y="771995"/>
                </a:lnTo>
                <a:lnTo>
                  <a:pt x="0" y="0"/>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33" name="Freeform 33"/>
          <p:cNvSpPr/>
          <p:nvPr/>
        </p:nvSpPr>
        <p:spPr>
          <a:xfrm>
            <a:off x="5471295" y="650899"/>
            <a:ext cx="745471" cy="578996"/>
          </a:xfrm>
          <a:custGeom>
            <a:avLst/>
            <a:gdLst/>
            <a:ahLst/>
            <a:cxnLst/>
            <a:rect l="l" t="t" r="r" b="b"/>
            <a:pathLst>
              <a:path w="993962" h="771995">
                <a:moveTo>
                  <a:pt x="0" y="0"/>
                </a:moveTo>
                <a:lnTo>
                  <a:pt x="993962" y="0"/>
                </a:lnTo>
                <a:lnTo>
                  <a:pt x="993962" y="771995"/>
                </a:lnTo>
                <a:lnTo>
                  <a:pt x="0" y="771995"/>
                </a:lnTo>
                <a:lnTo>
                  <a:pt x="0" y="0"/>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34" name="Freeform 34"/>
          <p:cNvSpPr/>
          <p:nvPr/>
        </p:nvSpPr>
        <p:spPr>
          <a:xfrm rot="8294959" flipV="1">
            <a:off x="5434970" y="1728352"/>
            <a:ext cx="745471" cy="578996"/>
          </a:xfrm>
          <a:custGeom>
            <a:avLst/>
            <a:gdLst/>
            <a:ahLst/>
            <a:cxnLst/>
            <a:rect l="l" t="t" r="r" b="b"/>
            <a:pathLst>
              <a:path w="993962" h="771995">
                <a:moveTo>
                  <a:pt x="0" y="771995"/>
                </a:moveTo>
                <a:lnTo>
                  <a:pt x="993962" y="771995"/>
                </a:lnTo>
                <a:lnTo>
                  <a:pt x="993962" y="0"/>
                </a:lnTo>
                <a:lnTo>
                  <a:pt x="0" y="0"/>
                </a:lnTo>
                <a:lnTo>
                  <a:pt x="0" y="771995"/>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35" name="Freeform 35"/>
          <p:cNvSpPr/>
          <p:nvPr/>
        </p:nvSpPr>
        <p:spPr>
          <a:xfrm>
            <a:off x="5961957" y="650899"/>
            <a:ext cx="745471" cy="894119"/>
          </a:xfrm>
          <a:custGeom>
            <a:avLst/>
            <a:gdLst/>
            <a:ahLst/>
            <a:cxnLst/>
            <a:rect l="l" t="t" r="r" b="b"/>
            <a:pathLst>
              <a:path w="993962" h="1192158">
                <a:moveTo>
                  <a:pt x="0" y="0"/>
                </a:moveTo>
                <a:lnTo>
                  <a:pt x="993962" y="0"/>
                </a:lnTo>
                <a:lnTo>
                  <a:pt x="993962"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6" name="Freeform 36"/>
          <p:cNvSpPr/>
          <p:nvPr/>
        </p:nvSpPr>
        <p:spPr>
          <a:xfrm>
            <a:off x="5807706" y="312916"/>
            <a:ext cx="745471" cy="894119"/>
          </a:xfrm>
          <a:custGeom>
            <a:avLst/>
            <a:gdLst/>
            <a:ahLst/>
            <a:cxnLst/>
            <a:rect l="l" t="t" r="r" b="b"/>
            <a:pathLst>
              <a:path w="993962" h="1192158">
                <a:moveTo>
                  <a:pt x="0" y="0"/>
                </a:moveTo>
                <a:lnTo>
                  <a:pt x="993962" y="0"/>
                </a:lnTo>
                <a:lnTo>
                  <a:pt x="993962"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7" name="Freeform 37"/>
          <p:cNvSpPr/>
          <p:nvPr/>
        </p:nvSpPr>
        <p:spPr>
          <a:xfrm>
            <a:off x="4995671" y="656122"/>
            <a:ext cx="745471" cy="894119"/>
          </a:xfrm>
          <a:custGeom>
            <a:avLst/>
            <a:gdLst/>
            <a:ahLst/>
            <a:cxnLst/>
            <a:rect l="l" t="t" r="r" b="b"/>
            <a:pathLst>
              <a:path w="993962" h="1192158">
                <a:moveTo>
                  <a:pt x="0" y="0"/>
                </a:moveTo>
                <a:lnTo>
                  <a:pt x="993962" y="0"/>
                </a:lnTo>
                <a:lnTo>
                  <a:pt x="993962"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8" name="Freeform 38"/>
          <p:cNvSpPr/>
          <p:nvPr/>
        </p:nvSpPr>
        <p:spPr>
          <a:xfrm rot="3903365">
            <a:off x="5098560" y="2091159"/>
            <a:ext cx="745472" cy="539300"/>
          </a:xfrm>
          <a:custGeom>
            <a:avLst/>
            <a:gdLst/>
            <a:ahLst/>
            <a:cxnLst/>
            <a:rect l="l" t="t" r="r" b="b"/>
            <a:pathLst>
              <a:path w="993962" h="719067">
                <a:moveTo>
                  <a:pt x="0" y="0"/>
                </a:moveTo>
                <a:lnTo>
                  <a:pt x="993961" y="0"/>
                </a:lnTo>
                <a:lnTo>
                  <a:pt x="993961" y="719067"/>
                </a:lnTo>
                <a:lnTo>
                  <a:pt x="0" y="719067"/>
                </a:lnTo>
                <a:lnTo>
                  <a:pt x="0" y="0"/>
                </a:lnTo>
                <a:close/>
              </a:path>
            </a:pathLst>
          </a:custGeom>
          <a:blipFill>
            <a:blip r:embed="rId2">
              <a:extLst>
                <a:ext uri="{96DAC541-7B7A-43D3-8B79-37D633B846F1}">
                  <asvg:svgBlip xmlns:asvg="http://schemas.microsoft.com/office/drawing/2016/SVG/main" r:embed="rId3"/>
                </a:ext>
              </a:extLst>
            </a:blip>
            <a:stretch>
              <a:fillRect t="-53662" b="-12129"/>
            </a:stretch>
          </a:blipFill>
        </p:spPr>
      </p:sp>
      <p:sp>
        <p:nvSpPr>
          <p:cNvPr id="39" name="Freeform 39"/>
          <p:cNvSpPr/>
          <p:nvPr/>
        </p:nvSpPr>
        <p:spPr>
          <a:xfrm rot="1825057">
            <a:off x="6428139" y="382019"/>
            <a:ext cx="745471" cy="571798"/>
          </a:xfrm>
          <a:custGeom>
            <a:avLst/>
            <a:gdLst/>
            <a:ahLst/>
            <a:cxnLst/>
            <a:rect l="l" t="t" r="r" b="b"/>
            <a:pathLst>
              <a:path w="993962" h="762397">
                <a:moveTo>
                  <a:pt x="0" y="0"/>
                </a:moveTo>
                <a:lnTo>
                  <a:pt x="993962" y="0"/>
                </a:lnTo>
                <a:lnTo>
                  <a:pt x="993962" y="762397"/>
                </a:lnTo>
                <a:lnTo>
                  <a:pt x="0" y="762397"/>
                </a:lnTo>
                <a:lnTo>
                  <a:pt x="0" y="0"/>
                </a:lnTo>
                <a:close/>
              </a:path>
            </a:pathLst>
          </a:custGeom>
          <a:blipFill>
            <a:blip r:embed="rId2">
              <a:extLst>
                <a:ext uri="{96DAC541-7B7A-43D3-8B79-37D633B846F1}">
                  <asvg:svgBlip xmlns:asvg="http://schemas.microsoft.com/office/drawing/2016/SVG/main" r:embed="rId3"/>
                </a:ext>
              </a:extLst>
            </a:blip>
            <a:stretch>
              <a:fillRect t="-56369"/>
            </a:stretch>
          </a:blipFill>
        </p:spPr>
      </p:sp>
      <p:sp>
        <p:nvSpPr>
          <p:cNvPr id="40" name="Freeform 40"/>
          <p:cNvSpPr/>
          <p:nvPr/>
        </p:nvSpPr>
        <p:spPr>
          <a:xfrm rot="2409951">
            <a:off x="4797445" y="1727067"/>
            <a:ext cx="745471" cy="539300"/>
          </a:xfrm>
          <a:custGeom>
            <a:avLst/>
            <a:gdLst/>
            <a:ahLst/>
            <a:cxnLst/>
            <a:rect l="l" t="t" r="r" b="b"/>
            <a:pathLst>
              <a:path w="993962" h="719067">
                <a:moveTo>
                  <a:pt x="0" y="0"/>
                </a:moveTo>
                <a:lnTo>
                  <a:pt x="993962" y="0"/>
                </a:lnTo>
                <a:lnTo>
                  <a:pt x="993962" y="719067"/>
                </a:lnTo>
                <a:lnTo>
                  <a:pt x="0" y="719067"/>
                </a:lnTo>
                <a:lnTo>
                  <a:pt x="0" y="0"/>
                </a:lnTo>
                <a:close/>
              </a:path>
            </a:pathLst>
          </a:custGeom>
          <a:blipFill>
            <a:blip r:embed="rId2">
              <a:extLst>
                <a:ext uri="{96DAC541-7B7A-43D3-8B79-37D633B846F1}">
                  <asvg:svgBlip xmlns:asvg="http://schemas.microsoft.com/office/drawing/2016/SVG/main" r:embed="rId3"/>
                </a:ext>
              </a:extLst>
            </a:blip>
            <a:stretch>
              <a:fillRect t="-53662" b="-12129"/>
            </a:stretch>
          </a:blipFill>
        </p:spPr>
      </p:sp>
      <p:sp>
        <p:nvSpPr>
          <p:cNvPr id="41" name="Freeform 41"/>
          <p:cNvSpPr/>
          <p:nvPr/>
        </p:nvSpPr>
        <p:spPr>
          <a:xfrm rot="21506317">
            <a:off x="6530034" y="4336279"/>
            <a:ext cx="742243" cy="231325"/>
          </a:xfrm>
          <a:custGeom>
            <a:avLst/>
            <a:gdLst/>
            <a:ahLst/>
            <a:cxnLst/>
            <a:rect l="l" t="t" r="r" b="b"/>
            <a:pathLst>
              <a:path w="989657" h="308433">
                <a:moveTo>
                  <a:pt x="0" y="0"/>
                </a:moveTo>
                <a:lnTo>
                  <a:pt x="989657" y="0"/>
                </a:lnTo>
                <a:lnTo>
                  <a:pt x="989657" y="308433"/>
                </a:lnTo>
                <a:lnTo>
                  <a:pt x="0" y="308433"/>
                </a:lnTo>
                <a:lnTo>
                  <a:pt x="0" y="0"/>
                </a:lnTo>
                <a:close/>
              </a:path>
            </a:pathLst>
          </a:custGeom>
          <a:blipFill>
            <a:blip r:embed="rId2">
              <a:extLst>
                <a:ext uri="{96DAC541-7B7A-43D3-8B79-37D633B846F1}">
                  <asvg:svgBlip xmlns:asvg="http://schemas.microsoft.com/office/drawing/2016/SVG/main" r:embed="rId3"/>
                </a:ext>
              </a:extLst>
            </a:blip>
            <a:stretch>
              <a:fillRect l="-435" t="-136225" b="-150295"/>
            </a:stretch>
          </a:blipFill>
        </p:spPr>
      </p:sp>
      <p:sp>
        <p:nvSpPr>
          <p:cNvPr id="42" name="Freeform 42"/>
          <p:cNvSpPr/>
          <p:nvPr/>
        </p:nvSpPr>
        <p:spPr>
          <a:xfrm rot="3177958">
            <a:off x="5574656" y="3539383"/>
            <a:ext cx="745472" cy="578996"/>
          </a:xfrm>
          <a:custGeom>
            <a:avLst/>
            <a:gdLst/>
            <a:ahLst/>
            <a:cxnLst/>
            <a:rect l="l" t="t" r="r" b="b"/>
            <a:pathLst>
              <a:path w="993962" h="771995">
                <a:moveTo>
                  <a:pt x="0" y="0"/>
                </a:moveTo>
                <a:lnTo>
                  <a:pt x="993962" y="0"/>
                </a:lnTo>
                <a:lnTo>
                  <a:pt x="993962" y="771995"/>
                </a:lnTo>
                <a:lnTo>
                  <a:pt x="0" y="771995"/>
                </a:lnTo>
                <a:lnTo>
                  <a:pt x="0" y="0"/>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43" name="Freeform 43"/>
          <p:cNvSpPr/>
          <p:nvPr/>
        </p:nvSpPr>
        <p:spPr>
          <a:xfrm rot="3177958">
            <a:off x="6108745" y="3024337"/>
            <a:ext cx="745472" cy="578996"/>
          </a:xfrm>
          <a:custGeom>
            <a:avLst/>
            <a:gdLst/>
            <a:ahLst/>
            <a:cxnLst/>
            <a:rect l="l" t="t" r="r" b="b"/>
            <a:pathLst>
              <a:path w="993962" h="771995">
                <a:moveTo>
                  <a:pt x="0" y="0"/>
                </a:moveTo>
                <a:lnTo>
                  <a:pt x="993961" y="0"/>
                </a:lnTo>
                <a:lnTo>
                  <a:pt x="993961" y="771995"/>
                </a:lnTo>
                <a:lnTo>
                  <a:pt x="0" y="771995"/>
                </a:lnTo>
                <a:lnTo>
                  <a:pt x="0" y="0"/>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44" name="Freeform 44"/>
          <p:cNvSpPr/>
          <p:nvPr/>
        </p:nvSpPr>
        <p:spPr>
          <a:xfrm rot="11472918" flipV="1">
            <a:off x="5226759" y="3644278"/>
            <a:ext cx="745471" cy="578996"/>
          </a:xfrm>
          <a:custGeom>
            <a:avLst/>
            <a:gdLst/>
            <a:ahLst/>
            <a:cxnLst/>
            <a:rect l="l" t="t" r="r" b="b"/>
            <a:pathLst>
              <a:path w="993962" h="771995">
                <a:moveTo>
                  <a:pt x="0" y="771995"/>
                </a:moveTo>
                <a:lnTo>
                  <a:pt x="993962" y="771995"/>
                </a:lnTo>
                <a:lnTo>
                  <a:pt x="993962" y="0"/>
                </a:lnTo>
                <a:lnTo>
                  <a:pt x="0" y="0"/>
                </a:lnTo>
                <a:lnTo>
                  <a:pt x="0" y="771995"/>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45" name="Freeform 45"/>
          <p:cNvSpPr/>
          <p:nvPr/>
        </p:nvSpPr>
        <p:spPr>
          <a:xfrm rot="3177958">
            <a:off x="6278487" y="3353358"/>
            <a:ext cx="745472" cy="894118"/>
          </a:xfrm>
          <a:custGeom>
            <a:avLst/>
            <a:gdLst/>
            <a:ahLst/>
            <a:cxnLst/>
            <a:rect l="l" t="t" r="r" b="b"/>
            <a:pathLst>
              <a:path w="993962" h="1192158">
                <a:moveTo>
                  <a:pt x="0" y="0"/>
                </a:moveTo>
                <a:lnTo>
                  <a:pt x="993962" y="0"/>
                </a:lnTo>
                <a:lnTo>
                  <a:pt x="993962"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Freeform 46"/>
          <p:cNvSpPr/>
          <p:nvPr/>
        </p:nvSpPr>
        <p:spPr>
          <a:xfrm rot="3177958">
            <a:off x="6455387" y="3026659"/>
            <a:ext cx="745472" cy="894118"/>
          </a:xfrm>
          <a:custGeom>
            <a:avLst/>
            <a:gdLst/>
            <a:ahLst/>
            <a:cxnLst/>
            <a:rect l="l" t="t" r="r" b="b"/>
            <a:pathLst>
              <a:path w="993962" h="1192158">
                <a:moveTo>
                  <a:pt x="0" y="0"/>
                </a:moveTo>
                <a:lnTo>
                  <a:pt x="993962" y="0"/>
                </a:lnTo>
                <a:lnTo>
                  <a:pt x="993962" y="1192159"/>
                </a:lnTo>
                <a:lnTo>
                  <a:pt x="0" y="1192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Freeform 47"/>
          <p:cNvSpPr/>
          <p:nvPr/>
        </p:nvSpPr>
        <p:spPr>
          <a:xfrm rot="5466048">
            <a:off x="5501698" y="2748997"/>
            <a:ext cx="745472" cy="894118"/>
          </a:xfrm>
          <a:custGeom>
            <a:avLst/>
            <a:gdLst/>
            <a:ahLst/>
            <a:cxnLst/>
            <a:rect l="l" t="t" r="r" b="b"/>
            <a:pathLst>
              <a:path w="993962" h="1192158">
                <a:moveTo>
                  <a:pt x="0" y="0"/>
                </a:moveTo>
                <a:lnTo>
                  <a:pt x="993961" y="0"/>
                </a:lnTo>
                <a:lnTo>
                  <a:pt x="993961"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8" name="Freeform 48"/>
          <p:cNvSpPr/>
          <p:nvPr/>
        </p:nvSpPr>
        <p:spPr>
          <a:xfrm rot="7081324">
            <a:off x="5911747" y="4056559"/>
            <a:ext cx="745472" cy="539300"/>
          </a:xfrm>
          <a:custGeom>
            <a:avLst/>
            <a:gdLst/>
            <a:ahLst/>
            <a:cxnLst/>
            <a:rect l="l" t="t" r="r" b="b"/>
            <a:pathLst>
              <a:path w="993962" h="719067">
                <a:moveTo>
                  <a:pt x="0" y="0"/>
                </a:moveTo>
                <a:lnTo>
                  <a:pt x="993962" y="0"/>
                </a:lnTo>
                <a:lnTo>
                  <a:pt x="993962" y="719067"/>
                </a:lnTo>
                <a:lnTo>
                  <a:pt x="0" y="719067"/>
                </a:lnTo>
                <a:lnTo>
                  <a:pt x="0" y="0"/>
                </a:lnTo>
                <a:close/>
              </a:path>
            </a:pathLst>
          </a:custGeom>
          <a:blipFill>
            <a:blip r:embed="rId2">
              <a:extLst>
                <a:ext uri="{96DAC541-7B7A-43D3-8B79-37D633B846F1}">
                  <asvg:svgBlip xmlns:asvg="http://schemas.microsoft.com/office/drawing/2016/SVG/main" r:embed="rId3"/>
                </a:ext>
              </a:extLst>
            </a:blip>
            <a:stretch>
              <a:fillRect t="-53662" b="-12129"/>
            </a:stretch>
          </a:blipFill>
        </p:spPr>
      </p:sp>
      <p:sp>
        <p:nvSpPr>
          <p:cNvPr id="49" name="Freeform 49"/>
          <p:cNvSpPr/>
          <p:nvPr/>
        </p:nvSpPr>
        <p:spPr>
          <a:xfrm rot="5003015">
            <a:off x="6902555" y="3627653"/>
            <a:ext cx="745472" cy="571798"/>
          </a:xfrm>
          <a:custGeom>
            <a:avLst/>
            <a:gdLst/>
            <a:ahLst/>
            <a:cxnLst/>
            <a:rect l="l" t="t" r="r" b="b"/>
            <a:pathLst>
              <a:path w="993962" h="762397">
                <a:moveTo>
                  <a:pt x="0" y="0"/>
                </a:moveTo>
                <a:lnTo>
                  <a:pt x="993961" y="0"/>
                </a:lnTo>
                <a:lnTo>
                  <a:pt x="993961" y="762396"/>
                </a:lnTo>
                <a:lnTo>
                  <a:pt x="0" y="762396"/>
                </a:lnTo>
                <a:lnTo>
                  <a:pt x="0" y="0"/>
                </a:lnTo>
                <a:close/>
              </a:path>
            </a:pathLst>
          </a:custGeom>
          <a:blipFill>
            <a:blip r:embed="rId2">
              <a:extLst>
                <a:ext uri="{96DAC541-7B7A-43D3-8B79-37D633B846F1}">
                  <asvg:svgBlip xmlns:asvg="http://schemas.microsoft.com/office/drawing/2016/SVG/main" r:embed="rId3"/>
                </a:ext>
              </a:extLst>
            </a:blip>
            <a:stretch>
              <a:fillRect t="-56369"/>
            </a:stretch>
          </a:blipFill>
        </p:spPr>
      </p:sp>
      <p:sp>
        <p:nvSpPr>
          <p:cNvPr id="50" name="Freeform 50"/>
          <p:cNvSpPr/>
          <p:nvPr/>
        </p:nvSpPr>
        <p:spPr>
          <a:xfrm rot="5587910">
            <a:off x="4859654" y="3142475"/>
            <a:ext cx="745472" cy="539300"/>
          </a:xfrm>
          <a:custGeom>
            <a:avLst/>
            <a:gdLst/>
            <a:ahLst/>
            <a:cxnLst/>
            <a:rect l="l" t="t" r="r" b="b"/>
            <a:pathLst>
              <a:path w="993962" h="719067">
                <a:moveTo>
                  <a:pt x="0" y="0"/>
                </a:moveTo>
                <a:lnTo>
                  <a:pt x="993962" y="0"/>
                </a:lnTo>
                <a:lnTo>
                  <a:pt x="993962" y="719068"/>
                </a:lnTo>
                <a:lnTo>
                  <a:pt x="0" y="719068"/>
                </a:lnTo>
                <a:lnTo>
                  <a:pt x="0" y="0"/>
                </a:lnTo>
                <a:close/>
              </a:path>
            </a:pathLst>
          </a:custGeom>
          <a:blipFill>
            <a:blip r:embed="rId2">
              <a:extLst>
                <a:ext uri="{96DAC541-7B7A-43D3-8B79-37D633B846F1}">
                  <asvg:svgBlip xmlns:asvg="http://schemas.microsoft.com/office/drawing/2016/SVG/main" r:embed="rId3"/>
                </a:ext>
              </a:extLst>
            </a:blip>
            <a:stretch>
              <a:fillRect t="-53662" b="-12129"/>
            </a:stretch>
          </a:blipFill>
        </p:spPr>
      </p:sp>
      <p:sp>
        <p:nvSpPr>
          <p:cNvPr id="51" name="Freeform 51"/>
          <p:cNvSpPr/>
          <p:nvPr/>
        </p:nvSpPr>
        <p:spPr>
          <a:xfrm rot="10728777">
            <a:off x="4716924" y="3616491"/>
            <a:ext cx="745471" cy="539300"/>
          </a:xfrm>
          <a:custGeom>
            <a:avLst/>
            <a:gdLst/>
            <a:ahLst/>
            <a:cxnLst/>
            <a:rect l="l" t="t" r="r" b="b"/>
            <a:pathLst>
              <a:path w="993962" h="719067">
                <a:moveTo>
                  <a:pt x="0" y="0"/>
                </a:moveTo>
                <a:lnTo>
                  <a:pt x="993962" y="0"/>
                </a:lnTo>
                <a:lnTo>
                  <a:pt x="993962" y="719067"/>
                </a:lnTo>
                <a:lnTo>
                  <a:pt x="0" y="719067"/>
                </a:lnTo>
                <a:lnTo>
                  <a:pt x="0" y="0"/>
                </a:lnTo>
                <a:close/>
              </a:path>
            </a:pathLst>
          </a:custGeom>
          <a:blipFill>
            <a:blip r:embed="rId2">
              <a:extLst>
                <a:ext uri="{96DAC541-7B7A-43D3-8B79-37D633B846F1}">
                  <asvg:svgBlip xmlns:asvg="http://schemas.microsoft.com/office/drawing/2016/SVG/main" r:embed="rId3"/>
                </a:ext>
              </a:extLst>
            </a:blip>
            <a:stretch>
              <a:fillRect t="-53662" b="-12129"/>
            </a:stretch>
          </a:blipFill>
        </p:spPr>
      </p:sp>
      <p:grpSp>
        <p:nvGrpSpPr>
          <p:cNvPr id="88" name="Group 87">
            <a:extLst>
              <a:ext uri="{FF2B5EF4-FFF2-40B4-BE49-F238E27FC236}">
                <a16:creationId xmlns:a16="http://schemas.microsoft.com/office/drawing/2014/main" id="{19436FF2-93A8-4683-87AE-95B5F7BA12C3}"/>
              </a:ext>
            </a:extLst>
          </p:cNvPr>
          <p:cNvGrpSpPr/>
          <p:nvPr/>
        </p:nvGrpSpPr>
        <p:grpSpPr>
          <a:xfrm>
            <a:off x="13309607" y="1298787"/>
            <a:ext cx="4092345" cy="2420628"/>
            <a:chOff x="13309607" y="1298787"/>
            <a:chExt cx="4092345" cy="2420628"/>
          </a:xfrm>
        </p:grpSpPr>
        <p:sp>
          <p:nvSpPr>
            <p:cNvPr id="52" name="Freeform 52"/>
            <p:cNvSpPr/>
            <p:nvPr/>
          </p:nvSpPr>
          <p:spPr>
            <a:xfrm>
              <a:off x="13309607" y="1571659"/>
              <a:ext cx="4092345" cy="1873575"/>
            </a:xfrm>
            <a:custGeom>
              <a:avLst/>
              <a:gdLst/>
              <a:ahLst/>
              <a:cxnLst/>
              <a:rect l="l" t="t" r="r" b="b"/>
              <a:pathLst>
                <a:path w="5456460" h="2498100">
                  <a:moveTo>
                    <a:pt x="0" y="0"/>
                  </a:moveTo>
                  <a:lnTo>
                    <a:pt x="5456460" y="0"/>
                  </a:lnTo>
                  <a:lnTo>
                    <a:pt x="5456460" y="2498100"/>
                  </a:lnTo>
                  <a:lnTo>
                    <a:pt x="0" y="2498100"/>
                  </a:lnTo>
                  <a:lnTo>
                    <a:pt x="0" y="0"/>
                  </a:lnTo>
                  <a:close/>
                </a:path>
              </a:pathLst>
            </a:custGeom>
            <a:blipFill>
              <a:blip r:embed="rId4">
                <a:alphaModFix amt="69000"/>
              </a:blip>
              <a:stretch>
                <a:fillRect/>
              </a:stretch>
            </a:blipFill>
          </p:spPr>
        </p:sp>
        <p:sp>
          <p:nvSpPr>
            <p:cNvPr id="53" name="Freeform 53"/>
            <p:cNvSpPr/>
            <p:nvPr/>
          </p:nvSpPr>
          <p:spPr>
            <a:xfrm rot="10800000">
              <a:off x="14957873" y="1368203"/>
              <a:ext cx="742243" cy="231325"/>
            </a:xfrm>
            <a:custGeom>
              <a:avLst/>
              <a:gdLst/>
              <a:ahLst/>
              <a:cxnLst/>
              <a:rect l="l" t="t" r="r" b="b"/>
              <a:pathLst>
                <a:path w="989657" h="308433">
                  <a:moveTo>
                    <a:pt x="0" y="0"/>
                  </a:moveTo>
                  <a:lnTo>
                    <a:pt x="989657" y="0"/>
                  </a:lnTo>
                  <a:lnTo>
                    <a:pt x="989657" y="308433"/>
                  </a:lnTo>
                  <a:lnTo>
                    <a:pt x="0" y="308433"/>
                  </a:lnTo>
                  <a:lnTo>
                    <a:pt x="0" y="0"/>
                  </a:lnTo>
                  <a:close/>
                </a:path>
              </a:pathLst>
            </a:custGeom>
            <a:blipFill>
              <a:blip r:embed="rId2">
                <a:extLst>
                  <a:ext uri="{96DAC541-7B7A-43D3-8B79-37D633B846F1}">
                    <asvg:svgBlip xmlns:asvg="http://schemas.microsoft.com/office/drawing/2016/SVG/main" r:embed="rId3"/>
                  </a:ext>
                </a:extLst>
              </a:blip>
              <a:stretch>
                <a:fillRect l="-435" t="-136225" b="-150295"/>
              </a:stretch>
            </a:blipFill>
          </p:spPr>
        </p:sp>
        <p:sp>
          <p:nvSpPr>
            <p:cNvPr id="54" name="Freeform 54"/>
            <p:cNvSpPr/>
            <p:nvPr/>
          </p:nvSpPr>
          <p:spPr>
            <a:xfrm>
              <a:off x="15148622" y="2373327"/>
              <a:ext cx="745471" cy="578996"/>
            </a:xfrm>
            <a:custGeom>
              <a:avLst/>
              <a:gdLst/>
              <a:ahLst/>
              <a:cxnLst/>
              <a:rect l="l" t="t" r="r" b="b"/>
              <a:pathLst>
                <a:path w="993962" h="771995">
                  <a:moveTo>
                    <a:pt x="0" y="0"/>
                  </a:moveTo>
                  <a:lnTo>
                    <a:pt x="993961" y="0"/>
                  </a:lnTo>
                  <a:lnTo>
                    <a:pt x="993961" y="771995"/>
                  </a:lnTo>
                  <a:lnTo>
                    <a:pt x="0" y="771995"/>
                  </a:lnTo>
                  <a:lnTo>
                    <a:pt x="0" y="0"/>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55" name="Freeform 55"/>
            <p:cNvSpPr/>
            <p:nvPr/>
          </p:nvSpPr>
          <p:spPr>
            <a:xfrm>
              <a:off x="15059147" y="1636769"/>
              <a:ext cx="745471" cy="578996"/>
            </a:xfrm>
            <a:custGeom>
              <a:avLst/>
              <a:gdLst/>
              <a:ahLst/>
              <a:cxnLst/>
              <a:rect l="l" t="t" r="r" b="b"/>
              <a:pathLst>
                <a:path w="993962" h="771995">
                  <a:moveTo>
                    <a:pt x="0" y="0"/>
                  </a:moveTo>
                  <a:lnTo>
                    <a:pt x="993962" y="0"/>
                  </a:lnTo>
                  <a:lnTo>
                    <a:pt x="993962" y="771995"/>
                  </a:lnTo>
                  <a:lnTo>
                    <a:pt x="0" y="771995"/>
                  </a:lnTo>
                  <a:lnTo>
                    <a:pt x="0" y="0"/>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56" name="Freeform 56"/>
            <p:cNvSpPr/>
            <p:nvPr/>
          </p:nvSpPr>
          <p:spPr>
            <a:xfrm rot="8294959" flipV="1">
              <a:off x="15022822" y="2714222"/>
              <a:ext cx="745471" cy="578996"/>
            </a:xfrm>
            <a:custGeom>
              <a:avLst/>
              <a:gdLst/>
              <a:ahLst/>
              <a:cxnLst/>
              <a:rect l="l" t="t" r="r" b="b"/>
              <a:pathLst>
                <a:path w="993962" h="771995">
                  <a:moveTo>
                    <a:pt x="0" y="771995"/>
                  </a:moveTo>
                  <a:lnTo>
                    <a:pt x="993962" y="771995"/>
                  </a:lnTo>
                  <a:lnTo>
                    <a:pt x="993962" y="0"/>
                  </a:lnTo>
                  <a:lnTo>
                    <a:pt x="0" y="0"/>
                  </a:lnTo>
                  <a:lnTo>
                    <a:pt x="0" y="771995"/>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57" name="Freeform 57"/>
            <p:cNvSpPr/>
            <p:nvPr/>
          </p:nvSpPr>
          <p:spPr>
            <a:xfrm>
              <a:off x="15549809" y="1636769"/>
              <a:ext cx="745471" cy="894119"/>
            </a:xfrm>
            <a:custGeom>
              <a:avLst/>
              <a:gdLst/>
              <a:ahLst/>
              <a:cxnLst/>
              <a:rect l="l" t="t" r="r" b="b"/>
              <a:pathLst>
                <a:path w="993962" h="1192158">
                  <a:moveTo>
                    <a:pt x="0" y="0"/>
                  </a:moveTo>
                  <a:lnTo>
                    <a:pt x="993962" y="0"/>
                  </a:lnTo>
                  <a:lnTo>
                    <a:pt x="993962"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8" name="Freeform 58"/>
            <p:cNvSpPr/>
            <p:nvPr/>
          </p:nvSpPr>
          <p:spPr>
            <a:xfrm>
              <a:off x="15395558" y="1298787"/>
              <a:ext cx="745471" cy="894119"/>
            </a:xfrm>
            <a:custGeom>
              <a:avLst/>
              <a:gdLst/>
              <a:ahLst/>
              <a:cxnLst/>
              <a:rect l="l" t="t" r="r" b="b"/>
              <a:pathLst>
                <a:path w="993962" h="1192158">
                  <a:moveTo>
                    <a:pt x="0" y="0"/>
                  </a:moveTo>
                  <a:lnTo>
                    <a:pt x="993962" y="0"/>
                  </a:lnTo>
                  <a:lnTo>
                    <a:pt x="993962"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9" name="Freeform 59"/>
            <p:cNvSpPr/>
            <p:nvPr/>
          </p:nvSpPr>
          <p:spPr>
            <a:xfrm>
              <a:off x="14583523" y="1641992"/>
              <a:ext cx="745471" cy="894119"/>
            </a:xfrm>
            <a:custGeom>
              <a:avLst/>
              <a:gdLst/>
              <a:ahLst/>
              <a:cxnLst/>
              <a:rect l="l" t="t" r="r" b="b"/>
              <a:pathLst>
                <a:path w="993962" h="1192158">
                  <a:moveTo>
                    <a:pt x="0" y="0"/>
                  </a:moveTo>
                  <a:lnTo>
                    <a:pt x="993962" y="0"/>
                  </a:lnTo>
                  <a:lnTo>
                    <a:pt x="993962"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0" name="Freeform 60"/>
            <p:cNvSpPr/>
            <p:nvPr/>
          </p:nvSpPr>
          <p:spPr>
            <a:xfrm rot="3903365">
              <a:off x="14686411" y="3077029"/>
              <a:ext cx="745472" cy="539300"/>
            </a:xfrm>
            <a:custGeom>
              <a:avLst/>
              <a:gdLst/>
              <a:ahLst/>
              <a:cxnLst/>
              <a:rect l="l" t="t" r="r" b="b"/>
              <a:pathLst>
                <a:path w="993962" h="719067">
                  <a:moveTo>
                    <a:pt x="0" y="0"/>
                  </a:moveTo>
                  <a:lnTo>
                    <a:pt x="993962" y="0"/>
                  </a:lnTo>
                  <a:lnTo>
                    <a:pt x="993962" y="719067"/>
                  </a:lnTo>
                  <a:lnTo>
                    <a:pt x="0" y="719067"/>
                  </a:lnTo>
                  <a:lnTo>
                    <a:pt x="0" y="0"/>
                  </a:lnTo>
                  <a:close/>
                </a:path>
              </a:pathLst>
            </a:custGeom>
            <a:blipFill>
              <a:blip r:embed="rId2">
                <a:extLst>
                  <a:ext uri="{96DAC541-7B7A-43D3-8B79-37D633B846F1}">
                    <asvg:svgBlip xmlns:asvg="http://schemas.microsoft.com/office/drawing/2016/SVG/main" r:embed="rId3"/>
                  </a:ext>
                </a:extLst>
              </a:blip>
              <a:stretch>
                <a:fillRect t="-53662" b="-12129"/>
              </a:stretch>
            </a:blipFill>
          </p:spPr>
        </p:sp>
        <p:sp>
          <p:nvSpPr>
            <p:cNvPr id="61" name="Freeform 61"/>
            <p:cNvSpPr/>
            <p:nvPr/>
          </p:nvSpPr>
          <p:spPr>
            <a:xfrm rot="1825057">
              <a:off x="16015991" y="1367890"/>
              <a:ext cx="745471" cy="571798"/>
            </a:xfrm>
            <a:custGeom>
              <a:avLst/>
              <a:gdLst/>
              <a:ahLst/>
              <a:cxnLst/>
              <a:rect l="l" t="t" r="r" b="b"/>
              <a:pathLst>
                <a:path w="993962" h="762397">
                  <a:moveTo>
                    <a:pt x="0" y="0"/>
                  </a:moveTo>
                  <a:lnTo>
                    <a:pt x="993962" y="0"/>
                  </a:lnTo>
                  <a:lnTo>
                    <a:pt x="993962" y="762397"/>
                  </a:lnTo>
                  <a:lnTo>
                    <a:pt x="0" y="762397"/>
                  </a:lnTo>
                  <a:lnTo>
                    <a:pt x="0" y="0"/>
                  </a:lnTo>
                  <a:close/>
                </a:path>
              </a:pathLst>
            </a:custGeom>
            <a:blipFill>
              <a:blip r:embed="rId2">
                <a:extLst>
                  <a:ext uri="{96DAC541-7B7A-43D3-8B79-37D633B846F1}">
                    <asvg:svgBlip xmlns:asvg="http://schemas.microsoft.com/office/drawing/2016/SVG/main" r:embed="rId3"/>
                  </a:ext>
                </a:extLst>
              </a:blip>
              <a:stretch>
                <a:fillRect t="-56369"/>
              </a:stretch>
            </a:blipFill>
          </p:spPr>
        </p:sp>
        <p:sp>
          <p:nvSpPr>
            <p:cNvPr id="62" name="Freeform 62"/>
            <p:cNvSpPr/>
            <p:nvPr/>
          </p:nvSpPr>
          <p:spPr>
            <a:xfrm rot="2409951">
              <a:off x="14385297" y="2712937"/>
              <a:ext cx="745471" cy="539300"/>
            </a:xfrm>
            <a:custGeom>
              <a:avLst/>
              <a:gdLst/>
              <a:ahLst/>
              <a:cxnLst/>
              <a:rect l="l" t="t" r="r" b="b"/>
              <a:pathLst>
                <a:path w="993962" h="719067">
                  <a:moveTo>
                    <a:pt x="0" y="0"/>
                  </a:moveTo>
                  <a:lnTo>
                    <a:pt x="993962" y="0"/>
                  </a:lnTo>
                  <a:lnTo>
                    <a:pt x="993962" y="719067"/>
                  </a:lnTo>
                  <a:lnTo>
                    <a:pt x="0" y="719067"/>
                  </a:lnTo>
                  <a:lnTo>
                    <a:pt x="0" y="0"/>
                  </a:lnTo>
                  <a:close/>
                </a:path>
              </a:pathLst>
            </a:custGeom>
            <a:blipFill>
              <a:blip r:embed="rId2">
                <a:extLst>
                  <a:ext uri="{96DAC541-7B7A-43D3-8B79-37D633B846F1}">
                    <asvg:svgBlip xmlns:asvg="http://schemas.microsoft.com/office/drawing/2016/SVG/main" r:embed="rId3"/>
                  </a:ext>
                </a:extLst>
              </a:blip>
              <a:stretch>
                <a:fillRect t="-53662" b="-12129"/>
              </a:stretch>
            </a:blipFill>
          </p:spPr>
        </p:sp>
      </p:grpSp>
      <p:sp>
        <p:nvSpPr>
          <p:cNvPr id="86" name="Freeform 86"/>
          <p:cNvSpPr/>
          <p:nvPr/>
        </p:nvSpPr>
        <p:spPr>
          <a:xfrm>
            <a:off x="2245295" y="5118362"/>
            <a:ext cx="13797410" cy="4895855"/>
          </a:xfrm>
          <a:custGeom>
            <a:avLst/>
            <a:gdLst/>
            <a:ahLst/>
            <a:cxnLst/>
            <a:rect l="l" t="t" r="r" b="b"/>
            <a:pathLst>
              <a:path w="13797410" h="4895855">
                <a:moveTo>
                  <a:pt x="0" y="0"/>
                </a:moveTo>
                <a:lnTo>
                  <a:pt x="13797410" y="0"/>
                </a:lnTo>
                <a:lnTo>
                  <a:pt x="13797410" y="4895855"/>
                </a:lnTo>
                <a:lnTo>
                  <a:pt x="0" y="4895855"/>
                </a:lnTo>
                <a:lnTo>
                  <a:pt x="0" y="0"/>
                </a:lnTo>
                <a:close/>
              </a:path>
            </a:pathLst>
          </a:custGeom>
          <a:blipFill>
            <a:blip r:embed="rId5"/>
            <a:stretch>
              <a:fillRect/>
            </a:stretch>
          </a:blipFill>
        </p:spPr>
      </p:sp>
      <p:grpSp>
        <p:nvGrpSpPr>
          <p:cNvPr id="95" name="Group 94">
            <a:extLst>
              <a:ext uri="{FF2B5EF4-FFF2-40B4-BE49-F238E27FC236}">
                <a16:creationId xmlns:a16="http://schemas.microsoft.com/office/drawing/2014/main" id="{E4FA4322-D0D8-493B-A939-92E250DE87F8}"/>
              </a:ext>
            </a:extLst>
          </p:cNvPr>
          <p:cNvGrpSpPr/>
          <p:nvPr/>
        </p:nvGrpSpPr>
        <p:grpSpPr>
          <a:xfrm>
            <a:off x="9641530" y="1131366"/>
            <a:ext cx="2711492" cy="2976327"/>
            <a:chOff x="9641530" y="1131366"/>
            <a:chExt cx="2711492" cy="2976327"/>
          </a:xfrm>
        </p:grpSpPr>
        <p:sp>
          <p:nvSpPr>
            <p:cNvPr id="17" name="Freeform 17"/>
            <p:cNvSpPr/>
            <p:nvPr/>
          </p:nvSpPr>
          <p:spPr>
            <a:xfrm>
              <a:off x="9641530" y="1131366"/>
              <a:ext cx="2711492" cy="2976327"/>
            </a:xfrm>
            <a:custGeom>
              <a:avLst/>
              <a:gdLst/>
              <a:ahLst/>
              <a:cxnLst/>
              <a:rect l="l" t="t" r="r" b="b"/>
              <a:pathLst>
                <a:path w="3615323" h="3968436">
                  <a:moveTo>
                    <a:pt x="0" y="0"/>
                  </a:moveTo>
                  <a:lnTo>
                    <a:pt x="3615323" y="0"/>
                  </a:lnTo>
                  <a:lnTo>
                    <a:pt x="3615323" y="3968436"/>
                  </a:lnTo>
                  <a:lnTo>
                    <a:pt x="0" y="3968436"/>
                  </a:lnTo>
                  <a:lnTo>
                    <a:pt x="0" y="0"/>
                  </a:lnTo>
                  <a:close/>
                </a:path>
              </a:pathLst>
            </a:custGeom>
            <a:blipFill>
              <a:blip r:embed="rId6">
                <a:alphaModFix amt="68000"/>
              </a:blip>
              <a:stretch>
                <a:fillRect l="-53308" t="-5358" r="-59925" b="-3426"/>
              </a:stretch>
            </a:blipFill>
          </p:spPr>
        </p:sp>
        <p:sp>
          <p:nvSpPr>
            <p:cNvPr id="69" name="Freeform 69"/>
            <p:cNvSpPr/>
            <p:nvPr/>
          </p:nvSpPr>
          <p:spPr>
            <a:xfrm rot="10800000">
              <a:off x="10300133" y="1479286"/>
              <a:ext cx="742243" cy="231325"/>
            </a:xfrm>
            <a:custGeom>
              <a:avLst/>
              <a:gdLst/>
              <a:ahLst/>
              <a:cxnLst/>
              <a:rect l="l" t="t" r="r" b="b"/>
              <a:pathLst>
                <a:path w="989657" h="308433">
                  <a:moveTo>
                    <a:pt x="0" y="0"/>
                  </a:moveTo>
                  <a:lnTo>
                    <a:pt x="989657" y="0"/>
                  </a:lnTo>
                  <a:lnTo>
                    <a:pt x="989657" y="308433"/>
                  </a:lnTo>
                  <a:lnTo>
                    <a:pt x="0" y="308433"/>
                  </a:lnTo>
                  <a:lnTo>
                    <a:pt x="0" y="0"/>
                  </a:lnTo>
                  <a:close/>
                </a:path>
              </a:pathLst>
            </a:custGeom>
            <a:blipFill>
              <a:blip r:embed="rId2">
                <a:extLst>
                  <a:ext uri="{96DAC541-7B7A-43D3-8B79-37D633B846F1}">
                    <asvg:svgBlip xmlns:asvg="http://schemas.microsoft.com/office/drawing/2016/SVG/main" r:embed="rId3"/>
                  </a:ext>
                </a:extLst>
              </a:blip>
              <a:stretch>
                <a:fillRect l="-435" t="-136225" b="-150295"/>
              </a:stretch>
            </a:blipFill>
          </p:spPr>
        </p:sp>
        <p:sp>
          <p:nvSpPr>
            <p:cNvPr id="70" name="Freeform 70"/>
            <p:cNvSpPr/>
            <p:nvPr/>
          </p:nvSpPr>
          <p:spPr>
            <a:xfrm>
              <a:off x="10490881" y="2484410"/>
              <a:ext cx="745471" cy="578996"/>
            </a:xfrm>
            <a:custGeom>
              <a:avLst/>
              <a:gdLst/>
              <a:ahLst/>
              <a:cxnLst/>
              <a:rect l="l" t="t" r="r" b="b"/>
              <a:pathLst>
                <a:path w="993962" h="771995">
                  <a:moveTo>
                    <a:pt x="0" y="0"/>
                  </a:moveTo>
                  <a:lnTo>
                    <a:pt x="993962" y="0"/>
                  </a:lnTo>
                  <a:lnTo>
                    <a:pt x="993962" y="771994"/>
                  </a:lnTo>
                  <a:lnTo>
                    <a:pt x="0" y="771994"/>
                  </a:lnTo>
                  <a:lnTo>
                    <a:pt x="0" y="0"/>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71" name="Freeform 71"/>
            <p:cNvSpPr/>
            <p:nvPr/>
          </p:nvSpPr>
          <p:spPr>
            <a:xfrm>
              <a:off x="10401407" y="1747852"/>
              <a:ext cx="745471" cy="578996"/>
            </a:xfrm>
            <a:custGeom>
              <a:avLst/>
              <a:gdLst/>
              <a:ahLst/>
              <a:cxnLst/>
              <a:rect l="l" t="t" r="r" b="b"/>
              <a:pathLst>
                <a:path w="993962" h="771995">
                  <a:moveTo>
                    <a:pt x="0" y="0"/>
                  </a:moveTo>
                  <a:lnTo>
                    <a:pt x="993962" y="0"/>
                  </a:lnTo>
                  <a:lnTo>
                    <a:pt x="993962" y="771995"/>
                  </a:lnTo>
                  <a:lnTo>
                    <a:pt x="0" y="771995"/>
                  </a:lnTo>
                  <a:lnTo>
                    <a:pt x="0" y="0"/>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72" name="Freeform 72"/>
            <p:cNvSpPr/>
            <p:nvPr/>
          </p:nvSpPr>
          <p:spPr>
            <a:xfrm rot="8294959" flipV="1">
              <a:off x="10365082" y="2825305"/>
              <a:ext cx="745471" cy="578996"/>
            </a:xfrm>
            <a:custGeom>
              <a:avLst/>
              <a:gdLst/>
              <a:ahLst/>
              <a:cxnLst/>
              <a:rect l="l" t="t" r="r" b="b"/>
              <a:pathLst>
                <a:path w="993962" h="771995">
                  <a:moveTo>
                    <a:pt x="0" y="771995"/>
                  </a:moveTo>
                  <a:lnTo>
                    <a:pt x="993962" y="771995"/>
                  </a:lnTo>
                  <a:lnTo>
                    <a:pt x="993962" y="0"/>
                  </a:lnTo>
                  <a:lnTo>
                    <a:pt x="0" y="0"/>
                  </a:lnTo>
                  <a:lnTo>
                    <a:pt x="0" y="771995"/>
                  </a:lnTo>
                  <a:close/>
                </a:path>
              </a:pathLst>
            </a:custGeom>
            <a:blipFill>
              <a:blip r:embed="rId2">
                <a:extLst>
                  <a:ext uri="{96DAC541-7B7A-43D3-8B79-37D633B846F1}">
                    <asvg:svgBlip xmlns:asvg="http://schemas.microsoft.com/office/drawing/2016/SVG/main" r:embed="rId3"/>
                  </a:ext>
                </a:extLst>
              </a:blip>
              <a:stretch>
                <a:fillRect t="-54425"/>
              </a:stretch>
            </a:blipFill>
          </p:spPr>
        </p:sp>
        <p:sp>
          <p:nvSpPr>
            <p:cNvPr id="73" name="Freeform 73"/>
            <p:cNvSpPr/>
            <p:nvPr/>
          </p:nvSpPr>
          <p:spPr>
            <a:xfrm>
              <a:off x="10892069" y="1747852"/>
              <a:ext cx="745471" cy="894119"/>
            </a:xfrm>
            <a:custGeom>
              <a:avLst/>
              <a:gdLst/>
              <a:ahLst/>
              <a:cxnLst/>
              <a:rect l="l" t="t" r="r" b="b"/>
              <a:pathLst>
                <a:path w="993962" h="1192158">
                  <a:moveTo>
                    <a:pt x="0" y="0"/>
                  </a:moveTo>
                  <a:lnTo>
                    <a:pt x="993962" y="0"/>
                  </a:lnTo>
                  <a:lnTo>
                    <a:pt x="993962"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4" name="Freeform 74"/>
            <p:cNvSpPr/>
            <p:nvPr/>
          </p:nvSpPr>
          <p:spPr>
            <a:xfrm>
              <a:off x="10737818" y="1409870"/>
              <a:ext cx="745471" cy="894119"/>
            </a:xfrm>
            <a:custGeom>
              <a:avLst/>
              <a:gdLst/>
              <a:ahLst/>
              <a:cxnLst/>
              <a:rect l="l" t="t" r="r" b="b"/>
              <a:pathLst>
                <a:path w="993962" h="1192158">
                  <a:moveTo>
                    <a:pt x="0" y="0"/>
                  </a:moveTo>
                  <a:lnTo>
                    <a:pt x="993962" y="0"/>
                  </a:lnTo>
                  <a:lnTo>
                    <a:pt x="993962" y="1192158"/>
                  </a:lnTo>
                  <a:lnTo>
                    <a:pt x="0" y="1192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5" name="Freeform 75"/>
            <p:cNvSpPr/>
            <p:nvPr/>
          </p:nvSpPr>
          <p:spPr>
            <a:xfrm>
              <a:off x="9925783" y="1753075"/>
              <a:ext cx="745471" cy="894119"/>
            </a:xfrm>
            <a:custGeom>
              <a:avLst/>
              <a:gdLst/>
              <a:ahLst/>
              <a:cxnLst/>
              <a:rect l="l" t="t" r="r" b="b"/>
              <a:pathLst>
                <a:path w="993962" h="1192158">
                  <a:moveTo>
                    <a:pt x="0" y="0"/>
                  </a:moveTo>
                  <a:lnTo>
                    <a:pt x="993961" y="0"/>
                  </a:lnTo>
                  <a:lnTo>
                    <a:pt x="993961" y="1192159"/>
                  </a:lnTo>
                  <a:lnTo>
                    <a:pt x="0" y="11921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6" name="Freeform 76"/>
            <p:cNvSpPr/>
            <p:nvPr/>
          </p:nvSpPr>
          <p:spPr>
            <a:xfrm rot="3903365">
              <a:off x="10028671" y="3188113"/>
              <a:ext cx="745472" cy="539300"/>
            </a:xfrm>
            <a:custGeom>
              <a:avLst/>
              <a:gdLst/>
              <a:ahLst/>
              <a:cxnLst/>
              <a:rect l="l" t="t" r="r" b="b"/>
              <a:pathLst>
                <a:path w="993962" h="719067">
                  <a:moveTo>
                    <a:pt x="0" y="0"/>
                  </a:moveTo>
                  <a:lnTo>
                    <a:pt x="993962" y="0"/>
                  </a:lnTo>
                  <a:lnTo>
                    <a:pt x="993962" y="719067"/>
                  </a:lnTo>
                  <a:lnTo>
                    <a:pt x="0" y="719067"/>
                  </a:lnTo>
                  <a:lnTo>
                    <a:pt x="0" y="0"/>
                  </a:lnTo>
                  <a:close/>
                </a:path>
              </a:pathLst>
            </a:custGeom>
            <a:blipFill>
              <a:blip r:embed="rId2">
                <a:extLst>
                  <a:ext uri="{96DAC541-7B7A-43D3-8B79-37D633B846F1}">
                    <asvg:svgBlip xmlns:asvg="http://schemas.microsoft.com/office/drawing/2016/SVG/main" r:embed="rId3"/>
                  </a:ext>
                </a:extLst>
              </a:blip>
              <a:stretch>
                <a:fillRect t="-53662" b="-12129"/>
              </a:stretch>
            </a:blipFill>
          </p:spPr>
        </p:sp>
        <p:sp>
          <p:nvSpPr>
            <p:cNvPr id="77" name="Freeform 77"/>
            <p:cNvSpPr/>
            <p:nvPr/>
          </p:nvSpPr>
          <p:spPr>
            <a:xfrm rot="1825057">
              <a:off x="11358251" y="1478973"/>
              <a:ext cx="745471" cy="571798"/>
            </a:xfrm>
            <a:custGeom>
              <a:avLst/>
              <a:gdLst/>
              <a:ahLst/>
              <a:cxnLst/>
              <a:rect l="l" t="t" r="r" b="b"/>
              <a:pathLst>
                <a:path w="993962" h="762397">
                  <a:moveTo>
                    <a:pt x="0" y="0"/>
                  </a:moveTo>
                  <a:lnTo>
                    <a:pt x="993962" y="0"/>
                  </a:lnTo>
                  <a:lnTo>
                    <a:pt x="993962" y="762397"/>
                  </a:lnTo>
                  <a:lnTo>
                    <a:pt x="0" y="762397"/>
                  </a:lnTo>
                  <a:lnTo>
                    <a:pt x="0" y="0"/>
                  </a:lnTo>
                  <a:close/>
                </a:path>
              </a:pathLst>
            </a:custGeom>
            <a:blipFill>
              <a:blip r:embed="rId2">
                <a:extLst>
                  <a:ext uri="{96DAC541-7B7A-43D3-8B79-37D633B846F1}">
                    <asvg:svgBlip xmlns:asvg="http://schemas.microsoft.com/office/drawing/2016/SVG/main" r:embed="rId3"/>
                  </a:ext>
                </a:extLst>
              </a:blip>
              <a:stretch>
                <a:fillRect t="-56369"/>
              </a:stretch>
            </a:blipFill>
          </p:spPr>
        </p:sp>
        <p:sp>
          <p:nvSpPr>
            <p:cNvPr id="78" name="Freeform 78"/>
            <p:cNvSpPr/>
            <p:nvPr/>
          </p:nvSpPr>
          <p:spPr>
            <a:xfrm rot="2409951">
              <a:off x="9727557" y="2824021"/>
              <a:ext cx="745471" cy="539300"/>
            </a:xfrm>
            <a:custGeom>
              <a:avLst/>
              <a:gdLst/>
              <a:ahLst/>
              <a:cxnLst/>
              <a:rect l="l" t="t" r="r" b="b"/>
              <a:pathLst>
                <a:path w="993962" h="719067">
                  <a:moveTo>
                    <a:pt x="0" y="0"/>
                  </a:moveTo>
                  <a:lnTo>
                    <a:pt x="993962" y="0"/>
                  </a:lnTo>
                  <a:lnTo>
                    <a:pt x="993962" y="719067"/>
                  </a:lnTo>
                  <a:lnTo>
                    <a:pt x="0" y="719067"/>
                  </a:lnTo>
                  <a:lnTo>
                    <a:pt x="0" y="0"/>
                  </a:lnTo>
                  <a:close/>
                </a:path>
              </a:pathLst>
            </a:custGeom>
            <a:blipFill>
              <a:blip r:embed="rId2">
                <a:extLst>
                  <a:ext uri="{96DAC541-7B7A-43D3-8B79-37D633B846F1}">
                    <asvg:svgBlip xmlns:asvg="http://schemas.microsoft.com/office/drawing/2016/SVG/main" r:embed="rId3"/>
                  </a:ext>
                </a:extLst>
              </a:blip>
              <a:stretch>
                <a:fillRect t="-53662" b="-12129"/>
              </a:stretch>
            </a:blipFill>
          </p:spPr>
        </p:sp>
      </p:grpSp>
      <p:grpSp>
        <p:nvGrpSpPr>
          <p:cNvPr id="81" name="Group 81"/>
          <p:cNvGrpSpPr/>
          <p:nvPr/>
        </p:nvGrpSpPr>
        <p:grpSpPr>
          <a:xfrm>
            <a:off x="8378081" y="597206"/>
            <a:ext cx="5485226" cy="3167823"/>
            <a:chOff x="0" y="-86778"/>
            <a:chExt cx="7313634" cy="4223763"/>
          </a:xfrm>
        </p:grpSpPr>
        <p:grpSp>
          <p:nvGrpSpPr>
            <p:cNvPr id="82" name="Group 82"/>
            <p:cNvGrpSpPr/>
            <p:nvPr/>
          </p:nvGrpSpPr>
          <p:grpSpPr>
            <a:xfrm>
              <a:off x="0" y="-86778"/>
              <a:ext cx="7313634" cy="4223763"/>
              <a:chOff x="0" y="-57150"/>
              <a:chExt cx="4816593" cy="2781674"/>
            </a:xfrm>
          </p:grpSpPr>
          <p:sp>
            <p:nvSpPr>
              <p:cNvPr id="83" name="Freeform 83"/>
              <p:cNvSpPr/>
              <p:nvPr/>
            </p:nvSpPr>
            <p:spPr>
              <a:xfrm>
                <a:off x="1035381" y="0"/>
                <a:ext cx="2778908" cy="2724524"/>
              </a:xfrm>
              <a:custGeom>
                <a:avLst/>
                <a:gdLst/>
                <a:ahLst/>
                <a:cxnLst/>
                <a:rect l="l" t="t" r="r" b="b"/>
                <a:pathLst>
                  <a:path w="4816592" h="2724524">
                    <a:moveTo>
                      <a:pt x="0" y="0"/>
                    </a:moveTo>
                    <a:lnTo>
                      <a:pt x="4816592" y="0"/>
                    </a:lnTo>
                    <a:lnTo>
                      <a:pt x="4816592" y="2724524"/>
                    </a:lnTo>
                    <a:lnTo>
                      <a:pt x="0" y="2724524"/>
                    </a:lnTo>
                    <a:close/>
                  </a:path>
                </a:pathLst>
              </a:custGeom>
              <a:solidFill>
                <a:srgbClr val="02003E">
                  <a:alpha val="46667"/>
                </a:srgbClr>
              </a:solidFill>
            </p:spPr>
            <p:txBody>
              <a:bodyPr/>
              <a:lstStyle/>
              <a:p>
                <a:endParaRPr lang="en-AU" dirty="0"/>
              </a:p>
            </p:txBody>
          </p:sp>
          <p:sp>
            <p:nvSpPr>
              <p:cNvPr id="84" name="TextBox 84"/>
              <p:cNvSpPr txBox="1"/>
              <p:nvPr/>
            </p:nvSpPr>
            <p:spPr>
              <a:xfrm>
                <a:off x="0" y="-57150"/>
                <a:ext cx="4816593" cy="2781674"/>
              </a:xfrm>
              <a:prstGeom prst="rect">
                <a:avLst/>
              </a:prstGeom>
            </p:spPr>
            <p:txBody>
              <a:bodyPr lIns="50800" tIns="50800" rIns="50800" bIns="50800" rtlCol="0" anchor="ctr"/>
              <a:lstStyle/>
              <a:p>
                <a:pPr algn="ctr">
                  <a:lnSpc>
                    <a:spcPts val="3326"/>
                  </a:lnSpc>
                </a:pPr>
                <a:endParaRPr/>
              </a:p>
            </p:txBody>
          </p:sp>
        </p:grpSp>
        <p:sp>
          <p:nvSpPr>
            <p:cNvPr id="85" name="Freeform 85"/>
            <p:cNvSpPr/>
            <p:nvPr/>
          </p:nvSpPr>
          <p:spPr>
            <a:xfrm>
              <a:off x="1890677" y="313885"/>
              <a:ext cx="3532281" cy="3532281"/>
            </a:xfrm>
            <a:custGeom>
              <a:avLst/>
              <a:gdLst/>
              <a:ahLst/>
              <a:cxnLst/>
              <a:rect l="l" t="t" r="r" b="b"/>
              <a:pathLst>
                <a:path w="3532281" h="3532281">
                  <a:moveTo>
                    <a:pt x="0" y="0"/>
                  </a:moveTo>
                  <a:lnTo>
                    <a:pt x="3532281" y="0"/>
                  </a:lnTo>
                  <a:lnTo>
                    <a:pt x="3532281" y="3532280"/>
                  </a:lnTo>
                  <a:lnTo>
                    <a:pt x="0" y="35322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dirty="0"/>
            </a:p>
          </p:txBody>
        </p:sp>
      </p:grpSp>
      <p:grpSp>
        <p:nvGrpSpPr>
          <p:cNvPr id="89" name="Group 2">
            <a:extLst>
              <a:ext uri="{FF2B5EF4-FFF2-40B4-BE49-F238E27FC236}">
                <a16:creationId xmlns:a16="http://schemas.microsoft.com/office/drawing/2014/main" id="{889EDFC9-077D-4FF7-99EC-F9EC037C9FD6}"/>
              </a:ext>
            </a:extLst>
          </p:cNvPr>
          <p:cNvGrpSpPr/>
          <p:nvPr/>
        </p:nvGrpSpPr>
        <p:grpSpPr>
          <a:xfrm>
            <a:off x="6697637" y="5061002"/>
            <a:ext cx="4567167" cy="4953215"/>
            <a:chOff x="0" y="0"/>
            <a:chExt cx="4816593" cy="1354667"/>
          </a:xfrm>
        </p:grpSpPr>
        <p:sp>
          <p:nvSpPr>
            <p:cNvPr id="90" name="Freeform 3">
              <a:extLst>
                <a:ext uri="{FF2B5EF4-FFF2-40B4-BE49-F238E27FC236}">
                  <a16:creationId xmlns:a16="http://schemas.microsoft.com/office/drawing/2014/main" id="{D2C12596-5358-4488-8E1C-8F72C1729925}"/>
                </a:ext>
              </a:extLst>
            </p:cNvPr>
            <p:cNvSpPr/>
            <p:nvPr/>
          </p:nvSpPr>
          <p:spPr>
            <a:xfrm>
              <a:off x="0" y="0"/>
              <a:ext cx="4816592" cy="1354667"/>
            </a:xfrm>
            <a:custGeom>
              <a:avLst/>
              <a:gdLst/>
              <a:ahLst/>
              <a:cxnLst/>
              <a:rect l="l" t="t" r="r" b="b"/>
              <a:pathLst>
                <a:path w="4816592" h="1354667">
                  <a:moveTo>
                    <a:pt x="0" y="0"/>
                  </a:moveTo>
                  <a:lnTo>
                    <a:pt x="4816592" y="0"/>
                  </a:lnTo>
                  <a:lnTo>
                    <a:pt x="4816592" y="1354667"/>
                  </a:lnTo>
                  <a:lnTo>
                    <a:pt x="0" y="1354667"/>
                  </a:lnTo>
                  <a:close/>
                </a:path>
              </a:pathLst>
            </a:custGeom>
            <a:solidFill>
              <a:srgbClr val="FFFFFF"/>
            </a:solidFill>
          </p:spPr>
        </p:sp>
        <p:sp>
          <p:nvSpPr>
            <p:cNvPr id="91" name="TextBox 4">
              <a:extLst>
                <a:ext uri="{FF2B5EF4-FFF2-40B4-BE49-F238E27FC236}">
                  <a16:creationId xmlns:a16="http://schemas.microsoft.com/office/drawing/2014/main" id="{85674E3A-DA04-4887-9605-C1AF120B15A9}"/>
                </a:ext>
              </a:extLst>
            </p:cNvPr>
            <p:cNvSpPr txBox="1"/>
            <p:nvPr/>
          </p:nvSpPr>
          <p:spPr>
            <a:xfrm>
              <a:off x="0" y="-57150"/>
              <a:ext cx="4816593" cy="1411817"/>
            </a:xfrm>
            <a:prstGeom prst="rect">
              <a:avLst/>
            </a:prstGeom>
          </p:spPr>
          <p:txBody>
            <a:bodyPr lIns="50800" tIns="50800" rIns="50800" bIns="50800" rtlCol="0" anchor="ctr"/>
            <a:lstStyle/>
            <a:p>
              <a:pPr algn="ctr">
                <a:lnSpc>
                  <a:spcPts val="3326"/>
                </a:lnSpc>
              </a:pPr>
              <a:endParaRPr/>
            </a:p>
          </p:txBody>
        </p:sp>
      </p:grpSp>
      <p:grpSp>
        <p:nvGrpSpPr>
          <p:cNvPr id="92" name="Group 2">
            <a:extLst>
              <a:ext uri="{FF2B5EF4-FFF2-40B4-BE49-F238E27FC236}">
                <a16:creationId xmlns:a16="http://schemas.microsoft.com/office/drawing/2014/main" id="{5C8D5409-73CA-4D22-9CFB-00187EC57429}"/>
              </a:ext>
            </a:extLst>
          </p:cNvPr>
          <p:cNvGrpSpPr/>
          <p:nvPr/>
        </p:nvGrpSpPr>
        <p:grpSpPr>
          <a:xfrm>
            <a:off x="11849174" y="5061001"/>
            <a:ext cx="4567167" cy="4953215"/>
            <a:chOff x="0" y="0"/>
            <a:chExt cx="4816593" cy="1354667"/>
          </a:xfrm>
        </p:grpSpPr>
        <p:sp>
          <p:nvSpPr>
            <p:cNvPr id="93" name="Freeform 3">
              <a:extLst>
                <a:ext uri="{FF2B5EF4-FFF2-40B4-BE49-F238E27FC236}">
                  <a16:creationId xmlns:a16="http://schemas.microsoft.com/office/drawing/2014/main" id="{D4DA9A86-B219-41B2-88BB-845DB6999610}"/>
                </a:ext>
              </a:extLst>
            </p:cNvPr>
            <p:cNvSpPr/>
            <p:nvPr/>
          </p:nvSpPr>
          <p:spPr>
            <a:xfrm>
              <a:off x="0" y="0"/>
              <a:ext cx="4816592" cy="1354667"/>
            </a:xfrm>
            <a:custGeom>
              <a:avLst/>
              <a:gdLst/>
              <a:ahLst/>
              <a:cxnLst/>
              <a:rect l="l" t="t" r="r" b="b"/>
              <a:pathLst>
                <a:path w="4816592" h="1354667">
                  <a:moveTo>
                    <a:pt x="0" y="0"/>
                  </a:moveTo>
                  <a:lnTo>
                    <a:pt x="4816592" y="0"/>
                  </a:lnTo>
                  <a:lnTo>
                    <a:pt x="4816592" y="1354667"/>
                  </a:lnTo>
                  <a:lnTo>
                    <a:pt x="0" y="1354667"/>
                  </a:lnTo>
                  <a:close/>
                </a:path>
              </a:pathLst>
            </a:custGeom>
            <a:solidFill>
              <a:srgbClr val="FFFFFF"/>
            </a:solidFill>
          </p:spPr>
        </p:sp>
        <p:sp>
          <p:nvSpPr>
            <p:cNvPr id="94" name="TextBox 4">
              <a:extLst>
                <a:ext uri="{FF2B5EF4-FFF2-40B4-BE49-F238E27FC236}">
                  <a16:creationId xmlns:a16="http://schemas.microsoft.com/office/drawing/2014/main" id="{30055774-FB34-4AA3-8328-CE1FC4F625AE}"/>
                </a:ext>
              </a:extLst>
            </p:cNvPr>
            <p:cNvSpPr txBox="1"/>
            <p:nvPr/>
          </p:nvSpPr>
          <p:spPr>
            <a:xfrm>
              <a:off x="0" y="-57150"/>
              <a:ext cx="4816593" cy="1411817"/>
            </a:xfrm>
            <a:prstGeom prst="rect">
              <a:avLst/>
            </a:prstGeom>
          </p:spPr>
          <p:txBody>
            <a:bodyPr lIns="50800" tIns="50800" rIns="50800" bIns="50800" rtlCol="0" anchor="ctr"/>
            <a:lstStyle/>
            <a:p>
              <a:pPr algn="ctr">
                <a:lnSpc>
                  <a:spcPts val="3326"/>
                </a:lnSpc>
              </a:pPr>
              <a:endParaRPr/>
            </a:p>
          </p:txBody>
        </p:sp>
      </p:grpSp>
      <p:grpSp>
        <p:nvGrpSpPr>
          <p:cNvPr id="100" name="Group 99">
            <a:extLst>
              <a:ext uri="{FF2B5EF4-FFF2-40B4-BE49-F238E27FC236}">
                <a16:creationId xmlns:a16="http://schemas.microsoft.com/office/drawing/2014/main" id="{76D36CB8-BBC5-4504-8F1D-889A52A588A5}"/>
              </a:ext>
            </a:extLst>
          </p:cNvPr>
          <p:cNvGrpSpPr/>
          <p:nvPr/>
        </p:nvGrpSpPr>
        <p:grpSpPr>
          <a:xfrm>
            <a:off x="3829050" y="1771650"/>
            <a:ext cx="5300663" cy="2057400"/>
            <a:chOff x="3829050" y="1771650"/>
            <a:chExt cx="5300663" cy="2057400"/>
          </a:xfrm>
        </p:grpSpPr>
        <p:sp>
          <p:nvSpPr>
            <p:cNvPr id="96" name="Freeform: Shape 95">
              <a:extLst>
                <a:ext uri="{FF2B5EF4-FFF2-40B4-BE49-F238E27FC236}">
                  <a16:creationId xmlns:a16="http://schemas.microsoft.com/office/drawing/2014/main" id="{26E075E4-CB4E-4418-96A3-E51FA94CD03B}"/>
                </a:ext>
              </a:extLst>
            </p:cNvPr>
            <p:cNvSpPr/>
            <p:nvPr/>
          </p:nvSpPr>
          <p:spPr>
            <a:xfrm>
              <a:off x="6586538" y="1814513"/>
              <a:ext cx="2000250" cy="614362"/>
            </a:xfrm>
            <a:custGeom>
              <a:avLst/>
              <a:gdLst>
                <a:gd name="connsiteX0" fmla="*/ 0 w 2000250"/>
                <a:gd name="connsiteY0" fmla="*/ 0 h 614362"/>
                <a:gd name="connsiteX1" fmla="*/ 485775 w 2000250"/>
                <a:gd name="connsiteY1" fmla="*/ 114300 h 614362"/>
                <a:gd name="connsiteX2" fmla="*/ 914400 w 2000250"/>
                <a:gd name="connsiteY2" fmla="*/ 285750 h 614362"/>
                <a:gd name="connsiteX3" fmla="*/ 1443037 w 2000250"/>
                <a:gd name="connsiteY3" fmla="*/ 371475 h 614362"/>
                <a:gd name="connsiteX4" fmla="*/ 1814512 w 2000250"/>
                <a:gd name="connsiteY4" fmla="*/ 357187 h 614362"/>
                <a:gd name="connsiteX5" fmla="*/ 1943100 w 2000250"/>
                <a:gd name="connsiteY5" fmla="*/ 328612 h 614362"/>
                <a:gd name="connsiteX6" fmla="*/ 1857375 w 2000250"/>
                <a:gd name="connsiteY6" fmla="*/ 228600 h 614362"/>
                <a:gd name="connsiteX7" fmla="*/ 1814512 w 2000250"/>
                <a:gd name="connsiteY7" fmla="*/ 142875 h 614362"/>
                <a:gd name="connsiteX8" fmla="*/ 1714500 w 2000250"/>
                <a:gd name="connsiteY8" fmla="*/ 42862 h 614362"/>
                <a:gd name="connsiteX9" fmla="*/ 1814512 w 2000250"/>
                <a:gd name="connsiteY9" fmla="*/ 214312 h 614362"/>
                <a:gd name="connsiteX10" fmla="*/ 1900237 w 2000250"/>
                <a:gd name="connsiteY10" fmla="*/ 257175 h 614362"/>
                <a:gd name="connsiteX11" fmla="*/ 1914525 w 2000250"/>
                <a:gd name="connsiteY11" fmla="*/ 300037 h 614362"/>
                <a:gd name="connsiteX12" fmla="*/ 2000250 w 2000250"/>
                <a:gd name="connsiteY12" fmla="*/ 371475 h 614362"/>
                <a:gd name="connsiteX13" fmla="*/ 1828800 w 2000250"/>
                <a:gd name="connsiteY13" fmla="*/ 471487 h 614362"/>
                <a:gd name="connsiteX14" fmla="*/ 1657350 w 2000250"/>
                <a:gd name="connsiteY14" fmla="*/ 614362 h 614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0250" h="614362">
                  <a:moveTo>
                    <a:pt x="0" y="0"/>
                  </a:moveTo>
                  <a:cubicBezTo>
                    <a:pt x="161925" y="38100"/>
                    <a:pt x="327056" y="64506"/>
                    <a:pt x="485775" y="114300"/>
                  </a:cubicBezTo>
                  <a:cubicBezTo>
                    <a:pt x="1044398" y="289554"/>
                    <a:pt x="456998" y="178126"/>
                    <a:pt x="914400" y="285750"/>
                  </a:cubicBezTo>
                  <a:cubicBezTo>
                    <a:pt x="1137301" y="338197"/>
                    <a:pt x="1228494" y="344657"/>
                    <a:pt x="1443037" y="371475"/>
                  </a:cubicBezTo>
                  <a:cubicBezTo>
                    <a:pt x="1566862" y="366712"/>
                    <a:pt x="1691048" y="367770"/>
                    <a:pt x="1814512" y="357187"/>
                  </a:cubicBezTo>
                  <a:cubicBezTo>
                    <a:pt x="1858260" y="353437"/>
                    <a:pt x="1929215" y="370267"/>
                    <a:pt x="1943100" y="328612"/>
                  </a:cubicBezTo>
                  <a:cubicBezTo>
                    <a:pt x="1956985" y="286957"/>
                    <a:pt x="1882368" y="264701"/>
                    <a:pt x="1857375" y="228600"/>
                  </a:cubicBezTo>
                  <a:cubicBezTo>
                    <a:pt x="1839190" y="202333"/>
                    <a:pt x="1833991" y="168198"/>
                    <a:pt x="1814512" y="142875"/>
                  </a:cubicBezTo>
                  <a:cubicBezTo>
                    <a:pt x="1785766" y="105506"/>
                    <a:pt x="1714500" y="42862"/>
                    <a:pt x="1714500" y="42862"/>
                  </a:cubicBezTo>
                  <a:cubicBezTo>
                    <a:pt x="1747479" y="125311"/>
                    <a:pt x="1745437" y="136603"/>
                    <a:pt x="1814512" y="214312"/>
                  </a:cubicBezTo>
                  <a:cubicBezTo>
                    <a:pt x="1837835" y="240550"/>
                    <a:pt x="1869213" y="246833"/>
                    <a:pt x="1900237" y="257175"/>
                  </a:cubicBezTo>
                  <a:cubicBezTo>
                    <a:pt x="1905000" y="271462"/>
                    <a:pt x="1903876" y="289388"/>
                    <a:pt x="1914525" y="300037"/>
                  </a:cubicBezTo>
                  <a:cubicBezTo>
                    <a:pt x="2059536" y="445046"/>
                    <a:pt x="1901407" y="223209"/>
                    <a:pt x="2000250" y="371475"/>
                  </a:cubicBezTo>
                  <a:cubicBezTo>
                    <a:pt x="1943100" y="404812"/>
                    <a:pt x="1883851" y="434787"/>
                    <a:pt x="1828800" y="471487"/>
                  </a:cubicBezTo>
                  <a:cubicBezTo>
                    <a:pt x="1732443" y="535725"/>
                    <a:pt x="1720681" y="551031"/>
                    <a:pt x="1657350" y="614362"/>
                  </a:cubicBezTo>
                </a:path>
              </a:pathLst>
            </a:cu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7" name="Freeform: Shape 96">
              <a:extLst>
                <a:ext uri="{FF2B5EF4-FFF2-40B4-BE49-F238E27FC236}">
                  <a16:creationId xmlns:a16="http://schemas.microsoft.com/office/drawing/2014/main" id="{4348ADA3-6B89-4C9D-9C59-ABE3C16E67B3}"/>
                </a:ext>
              </a:extLst>
            </p:cNvPr>
            <p:cNvSpPr/>
            <p:nvPr/>
          </p:nvSpPr>
          <p:spPr>
            <a:xfrm>
              <a:off x="7915275" y="2971494"/>
              <a:ext cx="1214438" cy="857556"/>
            </a:xfrm>
            <a:custGeom>
              <a:avLst/>
              <a:gdLst>
                <a:gd name="connsiteX0" fmla="*/ 0 w 1214438"/>
                <a:gd name="connsiteY0" fmla="*/ 857556 h 857556"/>
                <a:gd name="connsiteX1" fmla="*/ 214313 w 1214438"/>
                <a:gd name="connsiteY1" fmla="*/ 557519 h 857556"/>
                <a:gd name="connsiteX2" fmla="*/ 571500 w 1214438"/>
                <a:gd name="connsiteY2" fmla="*/ 243194 h 857556"/>
                <a:gd name="connsiteX3" fmla="*/ 642938 w 1214438"/>
                <a:gd name="connsiteY3" fmla="*/ 228906 h 857556"/>
                <a:gd name="connsiteX4" fmla="*/ 814388 w 1214438"/>
                <a:gd name="connsiteY4" fmla="*/ 171756 h 857556"/>
                <a:gd name="connsiteX5" fmla="*/ 871538 w 1214438"/>
                <a:gd name="connsiteY5" fmla="*/ 157469 h 857556"/>
                <a:gd name="connsiteX6" fmla="*/ 942975 w 1214438"/>
                <a:gd name="connsiteY6" fmla="*/ 128894 h 857556"/>
                <a:gd name="connsiteX7" fmla="*/ 1185863 w 1214438"/>
                <a:gd name="connsiteY7" fmla="*/ 100319 h 857556"/>
                <a:gd name="connsiteX8" fmla="*/ 885825 w 1214438"/>
                <a:gd name="connsiteY8" fmla="*/ 306 h 857556"/>
                <a:gd name="connsiteX9" fmla="*/ 942975 w 1214438"/>
                <a:gd name="connsiteY9" fmla="*/ 28881 h 857556"/>
                <a:gd name="connsiteX10" fmla="*/ 1085850 w 1214438"/>
                <a:gd name="connsiteY10" fmla="*/ 43169 h 857556"/>
                <a:gd name="connsiteX11" fmla="*/ 1214438 w 1214438"/>
                <a:gd name="connsiteY11" fmla="*/ 57456 h 857556"/>
                <a:gd name="connsiteX12" fmla="*/ 1200150 w 1214438"/>
                <a:gd name="connsiteY12" fmla="*/ 428931 h 85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4438" h="857556">
                  <a:moveTo>
                    <a:pt x="0" y="857556"/>
                  </a:moveTo>
                  <a:cubicBezTo>
                    <a:pt x="81890" y="693777"/>
                    <a:pt x="51588" y="731867"/>
                    <a:pt x="214313" y="557519"/>
                  </a:cubicBezTo>
                  <a:cubicBezTo>
                    <a:pt x="312421" y="452403"/>
                    <a:pt x="429383" y="308786"/>
                    <a:pt x="571500" y="243194"/>
                  </a:cubicBezTo>
                  <a:cubicBezTo>
                    <a:pt x="593549" y="233017"/>
                    <a:pt x="619641" y="235758"/>
                    <a:pt x="642938" y="228906"/>
                  </a:cubicBezTo>
                  <a:cubicBezTo>
                    <a:pt x="700731" y="211908"/>
                    <a:pt x="755945" y="186366"/>
                    <a:pt x="814388" y="171756"/>
                  </a:cubicBezTo>
                  <a:cubicBezTo>
                    <a:pt x="833438" y="166994"/>
                    <a:pt x="852909" y="163678"/>
                    <a:pt x="871538" y="157469"/>
                  </a:cubicBezTo>
                  <a:cubicBezTo>
                    <a:pt x="895869" y="149359"/>
                    <a:pt x="917985" y="134661"/>
                    <a:pt x="942975" y="128894"/>
                  </a:cubicBezTo>
                  <a:cubicBezTo>
                    <a:pt x="961219" y="124684"/>
                    <a:pt x="1175067" y="101519"/>
                    <a:pt x="1185863" y="100319"/>
                  </a:cubicBezTo>
                  <a:cubicBezTo>
                    <a:pt x="1130923" y="80341"/>
                    <a:pt x="949232" y="10874"/>
                    <a:pt x="885825" y="306"/>
                  </a:cubicBezTo>
                  <a:cubicBezTo>
                    <a:pt x="864816" y="-3196"/>
                    <a:pt x="922149" y="24418"/>
                    <a:pt x="942975" y="28881"/>
                  </a:cubicBezTo>
                  <a:cubicBezTo>
                    <a:pt x="989775" y="38910"/>
                    <a:pt x="1038250" y="38159"/>
                    <a:pt x="1085850" y="43169"/>
                  </a:cubicBezTo>
                  <a:lnTo>
                    <a:pt x="1214438" y="57456"/>
                  </a:lnTo>
                  <a:cubicBezTo>
                    <a:pt x="1195401" y="304924"/>
                    <a:pt x="1200150" y="181098"/>
                    <a:pt x="1200150" y="428931"/>
                  </a:cubicBezTo>
                </a:path>
              </a:pathLst>
            </a:cu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8" name="Freeform: Shape 97">
              <a:extLst>
                <a:ext uri="{FF2B5EF4-FFF2-40B4-BE49-F238E27FC236}">
                  <a16:creationId xmlns:a16="http://schemas.microsoft.com/office/drawing/2014/main" id="{F2066DEF-C28B-4E1A-A3ED-EAAFBF28503A}"/>
                </a:ext>
              </a:extLst>
            </p:cNvPr>
            <p:cNvSpPr/>
            <p:nvPr/>
          </p:nvSpPr>
          <p:spPr>
            <a:xfrm>
              <a:off x="3829050" y="1771650"/>
              <a:ext cx="5246725" cy="1200150"/>
            </a:xfrm>
            <a:custGeom>
              <a:avLst/>
              <a:gdLst>
                <a:gd name="connsiteX0" fmla="*/ 0 w 5246725"/>
                <a:gd name="connsiteY0" fmla="*/ 0 h 1200150"/>
                <a:gd name="connsiteX1" fmla="*/ 414338 w 5246725"/>
                <a:gd name="connsiteY1" fmla="*/ 285750 h 1200150"/>
                <a:gd name="connsiteX2" fmla="*/ 1014413 w 5246725"/>
                <a:gd name="connsiteY2" fmla="*/ 742950 h 1200150"/>
                <a:gd name="connsiteX3" fmla="*/ 1271588 w 5246725"/>
                <a:gd name="connsiteY3" fmla="*/ 842963 h 1200150"/>
                <a:gd name="connsiteX4" fmla="*/ 1828800 w 5246725"/>
                <a:gd name="connsiteY4" fmla="*/ 928688 h 1200150"/>
                <a:gd name="connsiteX5" fmla="*/ 2100263 w 5246725"/>
                <a:gd name="connsiteY5" fmla="*/ 1014413 h 1200150"/>
                <a:gd name="connsiteX6" fmla="*/ 2543175 w 5246725"/>
                <a:gd name="connsiteY6" fmla="*/ 1085850 h 1200150"/>
                <a:gd name="connsiteX7" fmla="*/ 3214688 w 5246725"/>
                <a:gd name="connsiteY7" fmla="*/ 1200150 h 1200150"/>
                <a:gd name="connsiteX8" fmla="*/ 3643313 w 5246725"/>
                <a:gd name="connsiteY8" fmla="*/ 1171575 h 1200150"/>
                <a:gd name="connsiteX9" fmla="*/ 4000500 w 5246725"/>
                <a:gd name="connsiteY9" fmla="*/ 1157288 h 1200150"/>
                <a:gd name="connsiteX10" fmla="*/ 4214813 w 5246725"/>
                <a:gd name="connsiteY10" fmla="*/ 1128713 h 1200150"/>
                <a:gd name="connsiteX11" fmla="*/ 4414838 w 5246725"/>
                <a:gd name="connsiteY11" fmla="*/ 1114425 h 1200150"/>
                <a:gd name="connsiteX12" fmla="*/ 4500563 w 5246725"/>
                <a:gd name="connsiteY12" fmla="*/ 1071563 h 1200150"/>
                <a:gd name="connsiteX13" fmla="*/ 4600575 w 5246725"/>
                <a:gd name="connsiteY13" fmla="*/ 1057275 h 1200150"/>
                <a:gd name="connsiteX14" fmla="*/ 4686300 w 5246725"/>
                <a:gd name="connsiteY14" fmla="*/ 1042988 h 1200150"/>
                <a:gd name="connsiteX15" fmla="*/ 4772025 w 5246725"/>
                <a:gd name="connsiteY15" fmla="*/ 1014413 h 1200150"/>
                <a:gd name="connsiteX16" fmla="*/ 4843463 w 5246725"/>
                <a:gd name="connsiteY16" fmla="*/ 1000125 h 1200150"/>
                <a:gd name="connsiteX17" fmla="*/ 4929188 w 5246725"/>
                <a:gd name="connsiteY17" fmla="*/ 957263 h 1200150"/>
                <a:gd name="connsiteX18" fmla="*/ 5014913 w 5246725"/>
                <a:gd name="connsiteY18" fmla="*/ 928688 h 1200150"/>
                <a:gd name="connsiteX19" fmla="*/ 5143500 w 5246725"/>
                <a:gd name="connsiteY19" fmla="*/ 857250 h 1200150"/>
                <a:gd name="connsiteX20" fmla="*/ 5200650 w 5246725"/>
                <a:gd name="connsiteY20" fmla="*/ 842963 h 1200150"/>
                <a:gd name="connsiteX21" fmla="*/ 5243513 w 5246725"/>
                <a:gd name="connsiteY21" fmla="*/ 814388 h 1200150"/>
                <a:gd name="connsiteX22" fmla="*/ 5114925 w 5246725"/>
                <a:gd name="connsiteY22" fmla="*/ 800100 h 1200150"/>
                <a:gd name="connsiteX23" fmla="*/ 5229225 w 5246725"/>
                <a:gd name="connsiteY23" fmla="*/ 800100 h 1200150"/>
                <a:gd name="connsiteX24" fmla="*/ 5157788 w 5246725"/>
                <a:gd name="connsiteY24" fmla="*/ 942975 h 1200150"/>
                <a:gd name="connsiteX25" fmla="*/ 5143500 w 5246725"/>
                <a:gd name="connsiteY25" fmla="*/ 1042988 h 1200150"/>
                <a:gd name="connsiteX26" fmla="*/ 5129213 w 5246725"/>
                <a:gd name="connsiteY26" fmla="*/ 1085850 h 120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246725" h="1200150">
                  <a:moveTo>
                    <a:pt x="0" y="0"/>
                  </a:moveTo>
                  <a:cubicBezTo>
                    <a:pt x="138113" y="95250"/>
                    <a:pt x="288389" y="174915"/>
                    <a:pt x="414338" y="285750"/>
                  </a:cubicBezTo>
                  <a:cubicBezTo>
                    <a:pt x="675393" y="515479"/>
                    <a:pt x="733521" y="606517"/>
                    <a:pt x="1014413" y="742950"/>
                  </a:cubicBezTo>
                  <a:cubicBezTo>
                    <a:pt x="1097149" y="783136"/>
                    <a:pt x="1184329" y="813877"/>
                    <a:pt x="1271588" y="842963"/>
                  </a:cubicBezTo>
                  <a:cubicBezTo>
                    <a:pt x="1457187" y="904829"/>
                    <a:pt x="1629079" y="906497"/>
                    <a:pt x="1828800" y="928688"/>
                  </a:cubicBezTo>
                  <a:cubicBezTo>
                    <a:pt x="1919288" y="957263"/>
                    <a:pt x="2008204" y="991398"/>
                    <a:pt x="2100263" y="1014413"/>
                  </a:cubicBezTo>
                  <a:cubicBezTo>
                    <a:pt x="2260752" y="1054535"/>
                    <a:pt x="2383604" y="1057482"/>
                    <a:pt x="2543175" y="1085850"/>
                  </a:cubicBezTo>
                  <a:cubicBezTo>
                    <a:pt x="3216358" y="1205527"/>
                    <a:pt x="2757782" y="1143037"/>
                    <a:pt x="3214688" y="1200150"/>
                  </a:cubicBezTo>
                  <a:lnTo>
                    <a:pt x="3643313" y="1171575"/>
                  </a:lnTo>
                  <a:cubicBezTo>
                    <a:pt x="3762294" y="1165085"/>
                    <a:pt x="3881561" y="1164496"/>
                    <a:pt x="4000500" y="1157288"/>
                  </a:cubicBezTo>
                  <a:cubicBezTo>
                    <a:pt x="4089897" y="1151870"/>
                    <a:pt x="4127939" y="1136987"/>
                    <a:pt x="4214813" y="1128713"/>
                  </a:cubicBezTo>
                  <a:cubicBezTo>
                    <a:pt x="4281357" y="1122376"/>
                    <a:pt x="4348163" y="1119188"/>
                    <a:pt x="4414838" y="1114425"/>
                  </a:cubicBezTo>
                  <a:cubicBezTo>
                    <a:pt x="4443413" y="1100138"/>
                    <a:pt x="4470028" y="1080958"/>
                    <a:pt x="4500563" y="1071563"/>
                  </a:cubicBezTo>
                  <a:cubicBezTo>
                    <a:pt x="4532750" y="1061659"/>
                    <a:pt x="4567291" y="1062396"/>
                    <a:pt x="4600575" y="1057275"/>
                  </a:cubicBezTo>
                  <a:cubicBezTo>
                    <a:pt x="4629207" y="1052870"/>
                    <a:pt x="4657725" y="1047750"/>
                    <a:pt x="4686300" y="1042988"/>
                  </a:cubicBezTo>
                  <a:cubicBezTo>
                    <a:pt x="4714875" y="1033463"/>
                    <a:pt x="4742966" y="1022338"/>
                    <a:pt x="4772025" y="1014413"/>
                  </a:cubicBezTo>
                  <a:cubicBezTo>
                    <a:pt x="4795454" y="1008023"/>
                    <a:pt x="4820641" y="1008424"/>
                    <a:pt x="4843463" y="1000125"/>
                  </a:cubicBezTo>
                  <a:cubicBezTo>
                    <a:pt x="4873487" y="989207"/>
                    <a:pt x="4899698" y="969551"/>
                    <a:pt x="4929188" y="957263"/>
                  </a:cubicBezTo>
                  <a:cubicBezTo>
                    <a:pt x="4956992" y="945678"/>
                    <a:pt x="4986606" y="938982"/>
                    <a:pt x="5014913" y="928688"/>
                  </a:cubicBezTo>
                  <a:cubicBezTo>
                    <a:pt x="5236876" y="847974"/>
                    <a:pt x="4946600" y="955700"/>
                    <a:pt x="5143500" y="857250"/>
                  </a:cubicBezTo>
                  <a:cubicBezTo>
                    <a:pt x="5161063" y="848468"/>
                    <a:pt x="5181600" y="847725"/>
                    <a:pt x="5200650" y="842963"/>
                  </a:cubicBezTo>
                  <a:cubicBezTo>
                    <a:pt x="5214938" y="833438"/>
                    <a:pt x="5258872" y="822067"/>
                    <a:pt x="5243513" y="814388"/>
                  </a:cubicBezTo>
                  <a:cubicBezTo>
                    <a:pt x="5204940" y="795101"/>
                    <a:pt x="5157857" y="804189"/>
                    <a:pt x="5114925" y="800100"/>
                  </a:cubicBezTo>
                  <a:cubicBezTo>
                    <a:pt x="4918578" y="781400"/>
                    <a:pt x="4769552" y="777117"/>
                    <a:pt x="5229225" y="800100"/>
                  </a:cubicBezTo>
                  <a:cubicBezTo>
                    <a:pt x="5205413" y="847725"/>
                    <a:pt x="5175509" y="892764"/>
                    <a:pt x="5157788" y="942975"/>
                  </a:cubicBezTo>
                  <a:cubicBezTo>
                    <a:pt x="5146580" y="974731"/>
                    <a:pt x="5150104" y="1009966"/>
                    <a:pt x="5143500" y="1042988"/>
                  </a:cubicBezTo>
                  <a:cubicBezTo>
                    <a:pt x="5140546" y="1057756"/>
                    <a:pt x="5133975" y="1071563"/>
                    <a:pt x="5129213" y="1085850"/>
                  </a:cubicBezTo>
                </a:path>
              </a:pathLst>
            </a:cu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9" name="Freeform: Shape 98">
              <a:extLst>
                <a:ext uri="{FF2B5EF4-FFF2-40B4-BE49-F238E27FC236}">
                  <a16:creationId xmlns:a16="http://schemas.microsoft.com/office/drawing/2014/main" id="{557983F6-D2AC-4E8A-9D02-0E5265A6548A}"/>
                </a:ext>
              </a:extLst>
            </p:cNvPr>
            <p:cNvSpPr/>
            <p:nvPr/>
          </p:nvSpPr>
          <p:spPr>
            <a:xfrm>
              <a:off x="4129088" y="2714400"/>
              <a:ext cx="1728787" cy="371700"/>
            </a:xfrm>
            <a:custGeom>
              <a:avLst/>
              <a:gdLst>
                <a:gd name="connsiteX0" fmla="*/ 0 w 1728787"/>
                <a:gd name="connsiteY0" fmla="*/ 371700 h 371700"/>
                <a:gd name="connsiteX1" fmla="*/ 157162 w 1728787"/>
                <a:gd name="connsiteY1" fmla="*/ 243112 h 371700"/>
                <a:gd name="connsiteX2" fmla="*/ 285750 w 1728787"/>
                <a:gd name="connsiteY2" fmla="*/ 171675 h 371700"/>
                <a:gd name="connsiteX3" fmla="*/ 357187 w 1728787"/>
                <a:gd name="connsiteY3" fmla="*/ 143100 h 371700"/>
                <a:gd name="connsiteX4" fmla="*/ 457200 w 1728787"/>
                <a:gd name="connsiteY4" fmla="*/ 114525 h 371700"/>
                <a:gd name="connsiteX5" fmla="*/ 585787 w 1728787"/>
                <a:gd name="connsiteY5" fmla="*/ 57375 h 371700"/>
                <a:gd name="connsiteX6" fmla="*/ 985837 w 1728787"/>
                <a:gd name="connsiteY6" fmla="*/ 28800 h 371700"/>
                <a:gd name="connsiteX7" fmla="*/ 1085850 w 1728787"/>
                <a:gd name="connsiteY7" fmla="*/ 14512 h 371700"/>
                <a:gd name="connsiteX8" fmla="*/ 1728787 w 1728787"/>
                <a:gd name="connsiteY8" fmla="*/ 225 h 37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8787" h="371700">
                  <a:moveTo>
                    <a:pt x="0" y="371700"/>
                  </a:moveTo>
                  <a:cubicBezTo>
                    <a:pt x="52387" y="328837"/>
                    <a:pt x="99120" y="277937"/>
                    <a:pt x="157162" y="243112"/>
                  </a:cubicBezTo>
                  <a:cubicBezTo>
                    <a:pt x="208683" y="212200"/>
                    <a:pt x="233045" y="195100"/>
                    <a:pt x="285750" y="171675"/>
                  </a:cubicBezTo>
                  <a:cubicBezTo>
                    <a:pt x="309186" y="161259"/>
                    <a:pt x="332856" y="151210"/>
                    <a:pt x="357187" y="143100"/>
                  </a:cubicBezTo>
                  <a:cubicBezTo>
                    <a:pt x="411551" y="124978"/>
                    <a:pt x="409051" y="135160"/>
                    <a:pt x="457200" y="114525"/>
                  </a:cubicBezTo>
                  <a:cubicBezTo>
                    <a:pt x="501405" y="95580"/>
                    <a:pt x="537785" y="68453"/>
                    <a:pt x="585787" y="57375"/>
                  </a:cubicBezTo>
                  <a:cubicBezTo>
                    <a:pt x="672476" y="37369"/>
                    <a:pt x="965365" y="29824"/>
                    <a:pt x="985837" y="28800"/>
                  </a:cubicBezTo>
                  <a:cubicBezTo>
                    <a:pt x="1019175" y="24037"/>
                    <a:pt x="1052232" y="16490"/>
                    <a:pt x="1085850" y="14512"/>
                  </a:cubicBezTo>
                  <a:cubicBezTo>
                    <a:pt x="1382665" y="-2948"/>
                    <a:pt x="1459266" y="225"/>
                    <a:pt x="1728787" y="225"/>
                  </a:cubicBezTo>
                </a:path>
              </a:pathLst>
            </a:cu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89"/>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8"/>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553325"/>
            <a:ext cx="2856410" cy="2285128"/>
            <a:chOff x="0" y="0"/>
            <a:chExt cx="3808547" cy="3046838"/>
          </a:xfrm>
        </p:grpSpPr>
        <p:sp>
          <p:nvSpPr>
            <p:cNvPr id="3" name="Freeform 3"/>
            <p:cNvSpPr/>
            <p:nvPr/>
          </p:nvSpPr>
          <p:spPr>
            <a:xfrm>
              <a:off x="0" y="0"/>
              <a:ext cx="3808547" cy="3046838"/>
            </a:xfrm>
            <a:custGeom>
              <a:avLst/>
              <a:gdLst/>
              <a:ahLst/>
              <a:cxnLst/>
              <a:rect l="l" t="t" r="r" b="b"/>
              <a:pathLst>
                <a:path w="3808547" h="3046838">
                  <a:moveTo>
                    <a:pt x="0" y="0"/>
                  </a:moveTo>
                  <a:lnTo>
                    <a:pt x="3808547" y="0"/>
                  </a:lnTo>
                  <a:lnTo>
                    <a:pt x="3808547" y="3046838"/>
                  </a:lnTo>
                  <a:lnTo>
                    <a:pt x="0" y="30468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783669" y="1909648"/>
              <a:ext cx="2196143" cy="914145"/>
            </a:xfrm>
            <a:custGeom>
              <a:avLst/>
              <a:gdLst/>
              <a:ahLst/>
              <a:cxnLst/>
              <a:rect l="l" t="t" r="r" b="b"/>
              <a:pathLst>
                <a:path w="2196143" h="914145">
                  <a:moveTo>
                    <a:pt x="2196143" y="914145"/>
                  </a:moveTo>
                  <a:lnTo>
                    <a:pt x="0" y="914145"/>
                  </a:lnTo>
                  <a:lnTo>
                    <a:pt x="0" y="0"/>
                  </a:lnTo>
                  <a:lnTo>
                    <a:pt x="2196143" y="0"/>
                  </a:lnTo>
                  <a:lnTo>
                    <a:pt x="2196143" y="914145"/>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820906" y="163924"/>
              <a:ext cx="2121669" cy="535949"/>
            </a:xfrm>
            <a:prstGeom prst="rect">
              <a:avLst/>
            </a:prstGeom>
          </p:spPr>
          <p:txBody>
            <a:bodyPr lIns="0" tIns="0" rIns="0" bIns="0" rtlCol="0" anchor="t">
              <a:spAutoFit/>
            </a:bodyPr>
            <a:lstStyle/>
            <a:p>
              <a:pPr algn="ctr">
                <a:lnSpc>
                  <a:spcPts val="3307"/>
                </a:lnSpc>
              </a:pPr>
              <a:r>
                <a:rPr lang="en-US" sz="2362" b="1">
                  <a:solidFill>
                    <a:srgbClr val="E6C078"/>
                  </a:solidFill>
                  <a:latin typeface="Anca Coder Bold"/>
                  <a:ea typeface="Anca Coder Bold"/>
                  <a:cs typeface="Anca Coder Bold"/>
                  <a:sym typeface="Anca Coder Bold"/>
                </a:rPr>
                <a:t>Testing</a:t>
              </a:r>
            </a:p>
          </p:txBody>
        </p:sp>
      </p:grpSp>
      <p:grpSp>
        <p:nvGrpSpPr>
          <p:cNvPr id="16" name="Group 15">
            <a:extLst>
              <a:ext uri="{FF2B5EF4-FFF2-40B4-BE49-F238E27FC236}">
                <a16:creationId xmlns:a16="http://schemas.microsoft.com/office/drawing/2014/main" id="{BDE10E4B-CC01-4E8A-91C6-3D9B89DB8713}"/>
              </a:ext>
            </a:extLst>
          </p:cNvPr>
          <p:cNvGrpSpPr/>
          <p:nvPr/>
        </p:nvGrpSpPr>
        <p:grpSpPr>
          <a:xfrm>
            <a:off x="4748494" y="2009376"/>
            <a:ext cx="12504381" cy="6686557"/>
            <a:chOff x="4748494" y="2009376"/>
            <a:chExt cx="12504381" cy="6686557"/>
          </a:xfrm>
        </p:grpSpPr>
        <p:grpSp>
          <p:nvGrpSpPr>
            <p:cNvPr id="9" name="Group 9"/>
            <p:cNvGrpSpPr/>
            <p:nvPr/>
          </p:nvGrpSpPr>
          <p:grpSpPr>
            <a:xfrm>
              <a:off x="4748494" y="2009376"/>
              <a:ext cx="12504381" cy="6686557"/>
              <a:chOff x="0" y="0"/>
              <a:chExt cx="2446492" cy="1248977"/>
            </a:xfrm>
          </p:grpSpPr>
          <p:sp>
            <p:nvSpPr>
              <p:cNvPr id="10" name="Freeform 10"/>
              <p:cNvSpPr/>
              <p:nvPr/>
            </p:nvSpPr>
            <p:spPr>
              <a:xfrm>
                <a:off x="0" y="0"/>
                <a:ext cx="2446492" cy="1248977"/>
              </a:xfrm>
              <a:custGeom>
                <a:avLst/>
                <a:gdLst/>
                <a:ahLst/>
                <a:cxnLst/>
                <a:rect l="l" t="t" r="r" b="b"/>
                <a:pathLst>
                  <a:path w="2446492" h="1248977">
                    <a:moveTo>
                      <a:pt x="0" y="0"/>
                    </a:moveTo>
                    <a:lnTo>
                      <a:pt x="2446492" y="0"/>
                    </a:lnTo>
                    <a:lnTo>
                      <a:pt x="2446492" y="1248977"/>
                    </a:lnTo>
                    <a:lnTo>
                      <a:pt x="0" y="1248977"/>
                    </a:lnTo>
                    <a:close/>
                  </a:path>
                </a:pathLst>
              </a:custGeom>
              <a:solidFill>
                <a:srgbClr val="FFFFFF"/>
              </a:solidFill>
            </p:spPr>
          </p:sp>
          <p:sp>
            <p:nvSpPr>
              <p:cNvPr id="11" name="TextBox 11"/>
              <p:cNvSpPr txBox="1"/>
              <p:nvPr/>
            </p:nvSpPr>
            <p:spPr>
              <a:xfrm>
                <a:off x="0" y="-57150"/>
                <a:ext cx="2446492" cy="1306127"/>
              </a:xfrm>
              <a:prstGeom prst="rect">
                <a:avLst/>
              </a:prstGeom>
            </p:spPr>
            <p:txBody>
              <a:bodyPr lIns="63436" tIns="63436" rIns="63436" bIns="63436" rtlCol="0" anchor="ctr"/>
              <a:lstStyle/>
              <a:p>
                <a:pPr algn="ctr">
                  <a:lnSpc>
                    <a:spcPts val="3326"/>
                  </a:lnSpc>
                </a:pPr>
                <a:endParaRPr/>
              </a:p>
            </p:txBody>
          </p:sp>
        </p:grpSp>
        <p:sp>
          <p:nvSpPr>
            <p:cNvPr id="12" name="Freeform 12"/>
            <p:cNvSpPr/>
            <p:nvPr/>
          </p:nvSpPr>
          <p:spPr>
            <a:xfrm>
              <a:off x="5251376" y="2379214"/>
              <a:ext cx="11420172" cy="5851360"/>
            </a:xfrm>
            <a:custGeom>
              <a:avLst/>
              <a:gdLst/>
              <a:ahLst/>
              <a:cxnLst/>
              <a:rect l="l" t="t" r="r" b="b"/>
              <a:pathLst>
                <a:path w="10593874" h="5182143">
                  <a:moveTo>
                    <a:pt x="0" y="0"/>
                  </a:moveTo>
                  <a:lnTo>
                    <a:pt x="10593874" y="0"/>
                  </a:lnTo>
                  <a:lnTo>
                    <a:pt x="10593874" y="5182143"/>
                  </a:lnTo>
                  <a:lnTo>
                    <a:pt x="0" y="5182143"/>
                  </a:lnTo>
                  <a:lnTo>
                    <a:pt x="0" y="0"/>
                  </a:lnTo>
                  <a:close/>
                </a:path>
              </a:pathLst>
            </a:custGeom>
            <a:blipFill>
              <a:blip r:embed="rId7"/>
              <a:stretch>
                <a:fillRect/>
              </a:stretch>
            </a:blipFill>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54961" y="585166"/>
            <a:ext cx="4251038" cy="4046177"/>
            <a:chOff x="-85725" y="-85725"/>
            <a:chExt cx="6100615" cy="6085998"/>
          </a:xfrm>
        </p:grpSpPr>
        <p:grpSp>
          <p:nvGrpSpPr>
            <p:cNvPr id="3" name="Group 3"/>
            <p:cNvGrpSpPr/>
            <p:nvPr/>
          </p:nvGrpSpPr>
          <p:grpSpPr>
            <a:xfrm>
              <a:off x="542422" y="542421"/>
              <a:ext cx="5449973" cy="5457852"/>
              <a:chOff x="0" y="0"/>
              <a:chExt cx="872516" cy="873777"/>
            </a:xfrm>
          </p:grpSpPr>
          <p:sp>
            <p:nvSpPr>
              <p:cNvPr id="4" name="Freeform 4"/>
              <p:cNvSpPr/>
              <p:nvPr/>
            </p:nvSpPr>
            <p:spPr>
              <a:xfrm>
                <a:off x="0" y="0"/>
                <a:ext cx="872516" cy="873777"/>
              </a:xfrm>
              <a:custGeom>
                <a:avLst/>
                <a:gdLst/>
                <a:ahLst/>
                <a:cxnLst/>
                <a:rect l="l" t="t" r="r" b="b"/>
                <a:pathLst>
                  <a:path w="872516" h="873777">
                    <a:moveTo>
                      <a:pt x="0" y="0"/>
                    </a:moveTo>
                    <a:lnTo>
                      <a:pt x="872516" y="0"/>
                    </a:lnTo>
                    <a:lnTo>
                      <a:pt x="872516" y="873777"/>
                    </a:lnTo>
                    <a:lnTo>
                      <a:pt x="0" y="873777"/>
                    </a:lnTo>
                    <a:close/>
                  </a:path>
                </a:pathLst>
              </a:custGeom>
              <a:solidFill>
                <a:srgbClr val="000000">
                  <a:alpha val="0"/>
                </a:srgbClr>
              </a:solidFill>
              <a:ln w="19050" cap="sq">
                <a:solidFill>
                  <a:srgbClr val="FFFFFF"/>
                </a:solidFill>
                <a:prstDash val="solid"/>
                <a:miter/>
              </a:ln>
            </p:spPr>
          </p:sp>
          <p:sp>
            <p:nvSpPr>
              <p:cNvPr id="5" name="TextBox 5"/>
              <p:cNvSpPr txBox="1"/>
              <p:nvPr/>
            </p:nvSpPr>
            <p:spPr>
              <a:xfrm>
                <a:off x="0" y="-57150"/>
                <a:ext cx="872516" cy="930927"/>
              </a:xfrm>
              <a:prstGeom prst="rect">
                <a:avLst/>
              </a:prstGeom>
            </p:spPr>
            <p:txBody>
              <a:bodyPr lIns="50800" tIns="50800" rIns="50800" bIns="50800" rtlCol="0" anchor="ctr"/>
              <a:lstStyle/>
              <a:p>
                <a:pPr algn="ctr">
                  <a:lnSpc>
                    <a:spcPts val="3326"/>
                  </a:lnSpc>
                </a:pPr>
                <a:endParaRPr/>
              </a:p>
            </p:txBody>
          </p:sp>
        </p:grpSp>
        <p:sp>
          <p:nvSpPr>
            <p:cNvPr id="6" name="AutoShape 6"/>
            <p:cNvSpPr/>
            <p:nvPr/>
          </p:nvSpPr>
          <p:spPr>
            <a:xfrm>
              <a:off x="568250" y="1446756"/>
              <a:ext cx="5424146" cy="0"/>
            </a:xfrm>
            <a:prstGeom prst="line">
              <a:avLst/>
            </a:prstGeom>
            <a:ln w="31339" cap="flat">
              <a:solidFill>
                <a:srgbClr val="FFFFFF"/>
              </a:solidFill>
              <a:prstDash val="solid"/>
              <a:headEnd type="none" w="sm" len="sm"/>
              <a:tailEnd type="none" w="sm" len="sm"/>
            </a:ln>
          </p:spPr>
        </p:sp>
        <p:sp>
          <p:nvSpPr>
            <p:cNvPr id="7" name="AutoShape 7"/>
            <p:cNvSpPr/>
            <p:nvPr/>
          </p:nvSpPr>
          <p:spPr>
            <a:xfrm>
              <a:off x="1538180" y="564461"/>
              <a:ext cx="0" cy="5424146"/>
            </a:xfrm>
            <a:prstGeom prst="line">
              <a:avLst/>
            </a:prstGeom>
            <a:ln w="31339" cap="flat">
              <a:solidFill>
                <a:srgbClr val="FFFFFF"/>
              </a:solidFill>
              <a:prstDash val="solid"/>
              <a:headEnd type="none" w="sm" len="sm"/>
              <a:tailEnd type="none" w="sm" len="sm"/>
            </a:ln>
          </p:spPr>
        </p:sp>
        <p:sp>
          <p:nvSpPr>
            <p:cNvPr id="8" name="TextBox 8"/>
            <p:cNvSpPr txBox="1"/>
            <p:nvPr/>
          </p:nvSpPr>
          <p:spPr>
            <a:xfrm>
              <a:off x="1860066" y="558203"/>
              <a:ext cx="1682161" cy="844412"/>
            </a:xfrm>
            <a:prstGeom prst="rect">
              <a:avLst/>
            </a:prstGeom>
          </p:spPr>
          <p:txBody>
            <a:bodyPr lIns="0" tIns="0" rIns="0" bIns="0" rtlCol="0" anchor="t">
              <a:spAutoFit/>
            </a:bodyPr>
            <a:lstStyle/>
            <a:p>
              <a:pPr algn="ctr">
                <a:lnSpc>
                  <a:spcPts val="5227"/>
                </a:lnSpc>
              </a:pPr>
              <a:r>
                <a:rPr lang="en-US" sz="3733" b="1" spc="825">
                  <a:solidFill>
                    <a:srgbClr val="FFFFFF"/>
                  </a:solidFill>
                  <a:latin typeface="Anca Coder Bold"/>
                  <a:ea typeface="Anca Coder Bold"/>
                  <a:cs typeface="Anca Coder Bold"/>
                  <a:sym typeface="Anca Coder Bold"/>
                </a:rPr>
                <a:t>Pos</a:t>
              </a:r>
            </a:p>
          </p:txBody>
        </p:sp>
        <p:sp>
          <p:nvSpPr>
            <p:cNvPr id="9" name="TextBox 9"/>
            <p:cNvSpPr txBox="1"/>
            <p:nvPr/>
          </p:nvSpPr>
          <p:spPr>
            <a:xfrm>
              <a:off x="4064678" y="558203"/>
              <a:ext cx="1682161" cy="844412"/>
            </a:xfrm>
            <a:prstGeom prst="rect">
              <a:avLst/>
            </a:prstGeom>
          </p:spPr>
          <p:txBody>
            <a:bodyPr lIns="0" tIns="0" rIns="0" bIns="0" rtlCol="0" anchor="t">
              <a:spAutoFit/>
            </a:bodyPr>
            <a:lstStyle/>
            <a:p>
              <a:pPr algn="ctr">
                <a:lnSpc>
                  <a:spcPts val="5227"/>
                </a:lnSpc>
              </a:pPr>
              <a:r>
                <a:rPr lang="en-US" sz="3733" b="1" spc="825">
                  <a:solidFill>
                    <a:srgbClr val="FFFFFF"/>
                  </a:solidFill>
                  <a:latin typeface="Anca Coder Bold"/>
                  <a:ea typeface="Anca Coder Bold"/>
                  <a:cs typeface="Anca Coder Bold"/>
                  <a:sym typeface="Anca Coder Bold"/>
                </a:rPr>
                <a:t>Neg</a:t>
              </a:r>
            </a:p>
          </p:txBody>
        </p:sp>
        <p:sp>
          <p:nvSpPr>
            <p:cNvPr id="10" name="TextBox 10"/>
            <p:cNvSpPr txBox="1"/>
            <p:nvPr/>
          </p:nvSpPr>
          <p:spPr>
            <a:xfrm rot="16200000">
              <a:off x="156357" y="2017002"/>
              <a:ext cx="1682160" cy="894416"/>
            </a:xfrm>
            <a:prstGeom prst="rect">
              <a:avLst/>
            </a:prstGeom>
          </p:spPr>
          <p:txBody>
            <a:bodyPr lIns="0" tIns="0" rIns="0" bIns="0" rtlCol="0" anchor="t">
              <a:spAutoFit/>
            </a:bodyPr>
            <a:lstStyle/>
            <a:p>
              <a:pPr algn="ctr">
                <a:lnSpc>
                  <a:spcPts val="5227"/>
                </a:lnSpc>
              </a:pPr>
              <a:r>
                <a:rPr lang="en-US" sz="2800" b="1" spc="825" dirty="0">
                  <a:solidFill>
                    <a:srgbClr val="FFFFFF"/>
                  </a:solidFill>
                  <a:latin typeface="Anca Coder Bold"/>
                  <a:ea typeface="Anca Coder Bold"/>
                  <a:cs typeface="Anca Coder Bold"/>
                  <a:sym typeface="Anca Coder Bold"/>
                </a:rPr>
                <a:t>Pos</a:t>
              </a:r>
              <a:endParaRPr lang="en-US" sz="3733" b="1" spc="825" dirty="0">
                <a:solidFill>
                  <a:srgbClr val="FFFFFF"/>
                </a:solidFill>
                <a:latin typeface="Anca Coder Bold"/>
                <a:ea typeface="Anca Coder Bold"/>
                <a:cs typeface="Anca Coder Bold"/>
                <a:sym typeface="Anca Coder Bold"/>
              </a:endParaRPr>
            </a:p>
          </p:txBody>
        </p:sp>
        <p:sp>
          <p:nvSpPr>
            <p:cNvPr id="11" name="TextBox 11"/>
            <p:cNvSpPr txBox="1"/>
            <p:nvPr/>
          </p:nvSpPr>
          <p:spPr>
            <a:xfrm rot="16200000">
              <a:off x="156357" y="4294806"/>
              <a:ext cx="1682160" cy="894416"/>
            </a:xfrm>
            <a:prstGeom prst="rect">
              <a:avLst/>
            </a:prstGeom>
          </p:spPr>
          <p:txBody>
            <a:bodyPr lIns="0" tIns="0" rIns="0" bIns="0" rtlCol="0" anchor="t">
              <a:spAutoFit/>
            </a:bodyPr>
            <a:lstStyle/>
            <a:p>
              <a:pPr algn="ctr">
                <a:lnSpc>
                  <a:spcPts val="5227"/>
                </a:lnSpc>
              </a:pPr>
              <a:r>
                <a:rPr lang="en-US" sz="2800" b="1" spc="825" dirty="0">
                  <a:solidFill>
                    <a:srgbClr val="FFFFFF"/>
                  </a:solidFill>
                  <a:latin typeface="Anca Coder Bold"/>
                  <a:ea typeface="Anca Coder Bold"/>
                  <a:cs typeface="Anca Coder Bold"/>
                  <a:sym typeface="Anca Coder Bold"/>
                </a:rPr>
                <a:t>Neg</a:t>
              </a:r>
              <a:endParaRPr lang="en-US" sz="3733" b="1" spc="825" dirty="0">
                <a:solidFill>
                  <a:srgbClr val="FFFFFF"/>
                </a:solidFill>
                <a:latin typeface="Anca Coder Bold"/>
                <a:ea typeface="Anca Coder Bold"/>
                <a:cs typeface="Anca Coder Bold"/>
                <a:sym typeface="Anca Coder Bold"/>
              </a:endParaRPr>
            </a:p>
          </p:txBody>
        </p:sp>
        <p:sp>
          <p:nvSpPr>
            <p:cNvPr id="12" name="TextBox 12"/>
            <p:cNvSpPr txBox="1"/>
            <p:nvPr/>
          </p:nvSpPr>
          <p:spPr>
            <a:xfrm>
              <a:off x="1835904" y="1999143"/>
              <a:ext cx="1682161" cy="836779"/>
            </a:xfrm>
            <a:prstGeom prst="rect">
              <a:avLst/>
            </a:prstGeom>
          </p:spPr>
          <p:txBody>
            <a:bodyPr lIns="0" tIns="0" rIns="0" bIns="0" rtlCol="0" anchor="t">
              <a:spAutoFit/>
            </a:bodyPr>
            <a:lstStyle/>
            <a:p>
              <a:pPr algn="ctr">
                <a:lnSpc>
                  <a:spcPts val="5227"/>
                </a:lnSpc>
              </a:pPr>
              <a:r>
                <a:rPr lang="en-US" sz="3733" b="1" spc="825">
                  <a:solidFill>
                    <a:srgbClr val="8FBC8F"/>
                  </a:solidFill>
                  <a:latin typeface="Anca Coder Bold"/>
                  <a:ea typeface="Anca Coder Bold"/>
                  <a:cs typeface="Anca Coder Bold"/>
                  <a:sym typeface="Anca Coder Bold"/>
                </a:rPr>
                <a:t>TP</a:t>
              </a:r>
            </a:p>
          </p:txBody>
        </p:sp>
        <p:sp>
          <p:nvSpPr>
            <p:cNvPr id="13" name="TextBox 13"/>
            <p:cNvSpPr txBox="1"/>
            <p:nvPr/>
          </p:nvSpPr>
          <p:spPr>
            <a:xfrm>
              <a:off x="4040516" y="1999143"/>
              <a:ext cx="1682161" cy="843698"/>
            </a:xfrm>
            <a:prstGeom prst="rect">
              <a:avLst/>
            </a:prstGeom>
          </p:spPr>
          <p:txBody>
            <a:bodyPr lIns="0" tIns="0" rIns="0" bIns="0" rtlCol="0" anchor="t">
              <a:spAutoFit/>
            </a:bodyPr>
            <a:lstStyle/>
            <a:p>
              <a:pPr algn="ctr">
                <a:lnSpc>
                  <a:spcPts val="5227"/>
                </a:lnSpc>
              </a:pPr>
              <a:r>
                <a:rPr lang="en-US" sz="3733" b="1" spc="825">
                  <a:solidFill>
                    <a:srgbClr val="FF5757"/>
                  </a:solidFill>
                  <a:latin typeface="Anca Coder Bold"/>
                  <a:ea typeface="Anca Coder Bold"/>
                  <a:cs typeface="Anca Coder Bold"/>
                  <a:sym typeface="Anca Coder Bold"/>
                </a:rPr>
                <a:t>FP</a:t>
              </a:r>
            </a:p>
          </p:txBody>
        </p:sp>
        <p:sp>
          <p:nvSpPr>
            <p:cNvPr id="14" name="TextBox 14"/>
            <p:cNvSpPr txBox="1"/>
            <p:nvPr/>
          </p:nvSpPr>
          <p:spPr>
            <a:xfrm>
              <a:off x="1835904" y="4272172"/>
              <a:ext cx="1682161" cy="843698"/>
            </a:xfrm>
            <a:prstGeom prst="rect">
              <a:avLst/>
            </a:prstGeom>
          </p:spPr>
          <p:txBody>
            <a:bodyPr lIns="0" tIns="0" rIns="0" bIns="0" rtlCol="0" anchor="t">
              <a:spAutoFit/>
            </a:bodyPr>
            <a:lstStyle/>
            <a:p>
              <a:pPr algn="ctr">
                <a:lnSpc>
                  <a:spcPts val="5227"/>
                </a:lnSpc>
              </a:pPr>
              <a:r>
                <a:rPr lang="en-US" sz="3733" b="1" spc="825">
                  <a:solidFill>
                    <a:srgbClr val="FF5757"/>
                  </a:solidFill>
                  <a:latin typeface="Anca Coder Bold"/>
                  <a:ea typeface="Anca Coder Bold"/>
                  <a:cs typeface="Anca Coder Bold"/>
                  <a:sym typeface="Anca Coder Bold"/>
                </a:rPr>
                <a:t>FN</a:t>
              </a:r>
            </a:p>
          </p:txBody>
        </p:sp>
        <p:sp>
          <p:nvSpPr>
            <p:cNvPr id="15" name="TextBox 15"/>
            <p:cNvSpPr txBox="1"/>
            <p:nvPr/>
          </p:nvSpPr>
          <p:spPr>
            <a:xfrm>
              <a:off x="4040516" y="4272172"/>
              <a:ext cx="1682161" cy="836779"/>
            </a:xfrm>
            <a:prstGeom prst="rect">
              <a:avLst/>
            </a:prstGeom>
          </p:spPr>
          <p:txBody>
            <a:bodyPr lIns="0" tIns="0" rIns="0" bIns="0" rtlCol="0" anchor="t">
              <a:spAutoFit/>
            </a:bodyPr>
            <a:lstStyle/>
            <a:p>
              <a:pPr algn="ctr">
                <a:lnSpc>
                  <a:spcPts val="5227"/>
                </a:lnSpc>
              </a:pPr>
              <a:r>
                <a:rPr lang="en-US" sz="3733" b="1" spc="825">
                  <a:solidFill>
                    <a:srgbClr val="8FBC8F"/>
                  </a:solidFill>
                  <a:latin typeface="Anca Coder Bold"/>
                  <a:ea typeface="Anca Coder Bold"/>
                  <a:cs typeface="Anca Coder Bold"/>
                  <a:sym typeface="Anca Coder Bold"/>
                </a:rPr>
                <a:t>TN</a:t>
              </a:r>
            </a:p>
          </p:txBody>
        </p:sp>
        <p:sp>
          <p:nvSpPr>
            <p:cNvPr id="16" name="TextBox 16"/>
            <p:cNvSpPr txBox="1"/>
            <p:nvPr/>
          </p:nvSpPr>
          <p:spPr>
            <a:xfrm>
              <a:off x="1560675" y="-85725"/>
              <a:ext cx="4454215" cy="518458"/>
            </a:xfrm>
            <a:prstGeom prst="rect">
              <a:avLst/>
            </a:prstGeom>
          </p:spPr>
          <p:txBody>
            <a:bodyPr lIns="0" tIns="0" rIns="0" bIns="0" rtlCol="0" anchor="t">
              <a:spAutoFit/>
            </a:bodyPr>
            <a:lstStyle/>
            <a:p>
              <a:pPr algn="ctr">
                <a:lnSpc>
                  <a:spcPts val="3020"/>
                </a:lnSpc>
              </a:pPr>
              <a:r>
                <a:rPr lang="en-US" sz="2157" b="1" spc="476">
                  <a:solidFill>
                    <a:srgbClr val="E6C078"/>
                  </a:solidFill>
                  <a:latin typeface="Codec Pro Bold"/>
                  <a:ea typeface="Codec Pro Bold"/>
                  <a:cs typeface="Codec Pro Bold"/>
                  <a:sym typeface="Codec Pro Bold"/>
                </a:rPr>
                <a:t>Ground truthed</a:t>
              </a:r>
            </a:p>
          </p:txBody>
        </p:sp>
        <p:sp>
          <p:nvSpPr>
            <p:cNvPr id="17" name="TextBox 17"/>
            <p:cNvSpPr txBox="1"/>
            <p:nvPr/>
          </p:nvSpPr>
          <p:spPr>
            <a:xfrm rot="-5400000">
              <a:off x="-2097422" y="3458452"/>
              <a:ext cx="4541851" cy="518458"/>
            </a:xfrm>
            <a:prstGeom prst="rect">
              <a:avLst/>
            </a:prstGeom>
          </p:spPr>
          <p:txBody>
            <a:bodyPr lIns="0" tIns="0" rIns="0" bIns="0" rtlCol="0" anchor="t">
              <a:spAutoFit/>
            </a:bodyPr>
            <a:lstStyle/>
            <a:p>
              <a:pPr algn="ctr">
                <a:lnSpc>
                  <a:spcPts val="3020"/>
                </a:lnSpc>
              </a:pPr>
              <a:r>
                <a:rPr lang="en-US" sz="2157" b="1" spc="476">
                  <a:solidFill>
                    <a:srgbClr val="E6C078"/>
                  </a:solidFill>
                  <a:latin typeface="Codec Pro Bold"/>
                  <a:ea typeface="Codec Pro Bold"/>
                  <a:cs typeface="Codec Pro Bold"/>
                  <a:sym typeface="Codec Pro Bold"/>
                </a:rPr>
                <a:t>Predicted</a:t>
              </a:r>
            </a:p>
          </p:txBody>
        </p:sp>
      </p:grpSp>
      <p:grpSp>
        <p:nvGrpSpPr>
          <p:cNvPr id="63" name="Group 63"/>
          <p:cNvGrpSpPr/>
          <p:nvPr/>
        </p:nvGrpSpPr>
        <p:grpSpPr>
          <a:xfrm>
            <a:off x="13452048" y="2272895"/>
            <a:ext cx="3767910" cy="1016393"/>
            <a:chOff x="0" y="0"/>
            <a:chExt cx="5023880" cy="1355190"/>
          </a:xfrm>
        </p:grpSpPr>
        <p:sp>
          <p:nvSpPr>
            <p:cNvPr id="64" name="TextBox 64"/>
            <p:cNvSpPr txBox="1"/>
            <p:nvPr/>
          </p:nvSpPr>
          <p:spPr>
            <a:xfrm>
              <a:off x="0" y="-104775"/>
              <a:ext cx="5023880" cy="1459965"/>
            </a:xfrm>
            <a:prstGeom prst="rect">
              <a:avLst/>
            </a:prstGeom>
          </p:spPr>
          <p:txBody>
            <a:bodyPr lIns="0" tIns="0" rIns="0" bIns="0" rtlCol="0" anchor="t">
              <a:spAutoFit/>
            </a:bodyPr>
            <a:lstStyle/>
            <a:p>
              <a:pPr algn="just">
                <a:lnSpc>
                  <a:spcPts val="4333"/>
                </a:lnSpc>
              </a:pPr>
              <a:r>
                <a:rPr lang="en-US" sz="3095" b="1">
                  <a:solidFill>
                    <a:srgbClr val="FFFFFF"/>
                  </a:solidFill>
                  <a:latin typeface="Codec Pro Bold"/>
                  <a:ea typeface="Codec Pro Bold"/>
                  <a:cs typeface="Codec Pro Bold"/>
                  <a:sym typeface="Codec Pro Bold"/>
                </a:rPr>
                <a:t>Precision =        </a:t>
              </a:r>
              <a:r>
                <a:rPr lang="en-US" sz="3095" b="1">
                  <a:solidFill>
                    <a:srgbClr val="8FBC8F"/>
                  </a:solidFill>
                  <a:latin typeface="Codec Pro Bold"/>
                  <a:ea typeface="Codec Pro Bold"/>
                  <a:cs typeface="Codec Pro Bold"/>
                  <a:sym typeface="Codec Pro Bold"/>
                </a:rPr>
                <a:t>TP</a:t>
              </a:r>
            </a:p>
            <a:p>
              <a:pPr algn="just">
                <a:lnSpc>
                  <a:spcPts val="4333"/>
                </a:lnSpc>
              </a:pPr>
              <a:r>
                <a:rPr lang="en-US" sz="3095" b="1">
                  <a:solidFill>
                    <a:srgbClr val="FFFFFF"/>
                  </a:solidFill>
                  <a:latin typeface="Codec Pro Bold"/>
                  <a:ea typeface="Codec Pro Bold"/>
                  <a:cs typeface="Codec Pro Bold"/>
                  <a:sym typeface="Codec Pro Bold"/>
                </a:rPr>
                <a:t>                        </a:t>
              </a:r>
              <a:r>
                <a:rPr lang="en-US" sz="3095" b="1">
                  <a:solidFill>
                    <a:srgbClr val="8FBC8F"/>
                  </a:solidFill>
                  <a:latin typeface="Codec Pro Bold"/>
                  <a:ea typeface="Codec Pro Bold"/>
                  <a:cs typeface="Codec Pro Bold"/>
                  <a:sym typeface="Codec Pro Bold"/>
                </a:rPr>
                <a:t>TP </a:t>
              </a:r>
              <a:r>
                <a:rPr lang="en-US" sz="3095" b="1">
                  <a:solidFill>
                    <a:srgbClr val="FFFFFF"/>
                  </a:solidFill>
                  <a:latin typeface="Codec Pro Bold"/>
                  <a:ea typeface="Codec Pro Bold"/>
                  <a:cs typeface="Codec Pro Bold"/>
                  <a:sym typeface="Codec Pro Bold"/>
                </a:rPr>
                <a:t>+ </a:t>
              </a:r>
              <a:r>
                <a:rPr lang="en-US" sz="3095" b="1">
                  <a:solidFill>
                    <a:srgbClr val="8FBC8F"/>
                  </a:solidFill>
                  <a:latin typeface="Codec Pro Bold"/>
                  <a:ea typeface="Codec Pro Bold"/>
                  <a:cs typeface="Codec Pro Bold"/>
                  <a:sym typeface="Codec Pro Bold"/>
                </a:rPr>
                <a:t>FP</a:t>
              </a:r>
            </a:p>
          </p:txBody>
        </p:sp>
        <p:sp>
          <p:nvSpPr>
            <p:cNvPr id="65" name="AutoShape 65"/>
            <p:cNvSpPr/>
            <p:nvPr/>
          </p:nvSpPr>
          <p:spPr>
            <a:xfrm flipV="1">
              <a:off x="2869512" y="607802"/>
              <a:ext cx="2154133" cy="22462"/>
            </a:xfrm>
            <a:prstGeom prst="line">
              <a:avLst/>
            </a:prstGeom>
            <a:ln w="44923" cap="flat">
              <a:solidFill>
                <a:srgbClr val="FFFFFF"/>
              </a:solidFill>
              <a:prstDash val="solid"/>
              <a:headEnd type="none" w="sm" len="sm"/>
              <a:tailEnd type="none" w="sm" len="sm"/>
            </a:ln>
          </p:spPr>
        </p:sp>
      </p:grpSp>
      <p:grpSp>
        <p:nvGrpSpPr>
          <p:cNvPr id="66" name="Group 66"/>
          <p:cNvGrpSpPr/>
          <p:nvPr/>
        </p:nvGrpSpPr>
        <p:grpSpPr>
          <a:xfrm>
            <a:off x="13452048" y="3614949"/>
            <a:ext cx="3767910" cy="1016393"/>
            <a:chOff x="0" y="0"/>
            <a:chExt cx="5023880" cy="1355190"/>
          </a:xfrm>
        </p:grpSpPr>
        <p:sp>
          <p:nvSpPr>
            <p:cNvPr id="67" name="TextBox 67"/>
            <p:cNvSpPr txBox="1"/>
            <p:nvPr/>
          </p:nvSpPr>
          <p:spPr>
            <a:xfrm>
              <a:off x="0" y="-104775"/>
              <a:ext cx="5023880" cy="1459965"/>
            </a:xfrm>
            <a:prstGeom prst="rect">
              <a:avLst/>
            </a:prstGeom>
          </p:spPr>
          <p:txBody>
            <a:bodyPr lIns="0" tIns="0" rIns="0" bIns="0" rtlCol="0" anchor="t">
              <a:spAutoFit/>
            </a:bodyPr>
            <a:lstStyle/>
            <a:p>
              <a:pPr algn="just">
                <a:lnSpc>
                  <a:spcPts val="4333"/>
                </a:lnSpc>
              </a:pPr>
              <a:r>
                <a:rPr lang="en-US" sz="3095" b="1">
                  <a:solidFill>
                    <a:srgbClr val="FFFFFF"/>
                  </a:solidFill>
                  <a:latin typeface="Codec Pro Bold"/>
                  <a:ea typeface="Codec Pro Bold"/>
                  <a:cs typeface="Codec Pro Bold"/>
                  <a:sym typeface="Codec Pro Bold"/>
                </a:rPr>
                <a:t>Recall =             </a:t>
              </a:r>
              <a:r>
                <a:rPr lang="en-US" sz="3095" b="1">
                  <a:solidFill>
                    <a:srgbClr val="8FBC8F"/>
                  </a:solidFill>
                  <a:latin typeface="Codec Pro Bold"/>
                  <a:ea typeface="Codec Pro Bold"/>
                  <a:cs typeface="Codec Pro Bold"/>
                  <a:sym typeface="Codec Pro Bold"/>
                </a:rPr>
                <a:t>TP</a:t>
              </a:r>
            </a:p>
            <a:p>
              <a:pPr algn="just">
                <a:lnSpc>
                  <a:spcPts val="4333"/>
                </a:lnSpc>
              </a:pPr>
              <a:r>
                <a:rPr lang="en-US" sz="3095" b="1">
                  <a:solidFill>
                    <a:srgbClr val="FFFFFF"/>
                  </a:solidFill>
                  <a:latin typeface="Codec Pro Bold"/>
                  <a:ea typeface="Codec Pro Bold"/>
                  <a:cs typeface="Codec Pro Bold"/>
                  <a:sym typeface="Codec Pro Bold"/>
                </a:rPr>
                <a:t>                        </a:t>
              </a:r>
              <a:r>
                <a:rPr lang="en-US" sz="3095" b="1">
                  <a:solidFill>
                    <a:srgbClr val="8FBC8F"/>
                  </a:solidFill>
                  <a:latin typeface="Codec Pro Bold"/>
                  <a:ea typeface="Codec Pro Bold"/>
                  <a:cs typeface="Codec Pro Bold"/>
                  <a:sym typeface="Codec Pro Bold"/>
                </a:rPr>
                <a:t>TP</a:t>
              </a:r>
              <a:r>
                <a:rPr lang="en-US" sz="3095" b="1">
                  <a:solidFill>
                    <a:srgbClr val="FFFFFF"/>
                  </a:solidFill>
                  <a:latin typeface="Codec Pro Bold"/>
                  <a:ea typeface="Codec Pro Bold"/>
                  <a:cs typeface="Codec Pro Bold"/>
                  <a:sym typeface="Codec Pro Bold"/>
                </a:rPr>
                <a:t> + </a:t>
              </a:r>
              <a:r>
                <a:rPr lang="en-US" sz="3095" b="1">
                  <a:solidFill>
                    <a:srgbClr val="FF5757"/>
                  </a:solidFill>
                  <a:latin typeface="Codec Pro Bold"/>
                  <a:ea typeface="Codec Pro Bold"/>
                  <a:cs typeface="Codec Pro Bold"/>
                  <a:sym typeface="Codec Pro Bold"/>
                </a:rPr>
                <a:t>FN</a:t>
              </a:r>
            </a:p>
          </p:txBody>
        </p:sp>
        <p:sp>
          <p:nvSpPr>
            <p:cNvPr id="68" name="AutoShape 68"/>
            <p:cNvSpPr/>
            <p:nvPr/>
          </p:nvSpPr>
          <p:spPr>
            <a:xfrm flipV="1">
              <a:off x="2869512" y="607802"/>
              <a:ext cx="2154133" cy="22462"/>
            </a:xfrm>
            <a:prstGeom prst="line">
              <a:avLst/>
            </a:prstGeom>
            <a:ln w="44923" cap="flat">
              <a:solidFill>
                <a:srgbClr val="FFFFFF"/>
              </a:solidFill>
              <a:prstDash val="solid"/>
              <a:headEnd type="none" w="sm" len="sm"/>
              <a:tailEnd type="none" w="sm" len="sm"/>
            </a:ln>
          </p:spPr>
        </p:sp>
      </p:grpSp>
      <p:grpSp>
        <p:nvGrpSpPr>
          <p:cNvPr id="69" name="Group 69"/>
          <p:cNvGrpSpPr/>
          <p:nvPr/>
        </p:nvGrpSpPr>
        <p:grpSpPr>
          <a:xfrm>
            <a:off x="13452048" y="4878713"/>
            <a:ext cx="3767910" cy="1016393"/>
            <a:chOff x="0" y="0"/>
            <a:chExt cx="5023880" cy="1355190"/>
          </a:xfrm>
        </p:grpSpPr>
        <p:sp>
          <p:nvSpPr>
            <p:cNvPr id="70" name="TextBox 70"/>
            <p:cNvSpPr txBox="1"/>
            <p:nvPr/>
          </p:nvSpPr>
          <p:spPr>
            <a:xfrm>
              <a:off x="0" y="-104775"/>
              <a:ext cx="5023880" cy="1459965"/>
            </a:xfrm>
            <a:prstGeom prst="rect">
              <a:avLst/>
            </a:prstGeom>
          </p:spPr>
          <p:txBody>
            <a:bodyPr lIns="0" tIns="0" rIns="0" bIns="0" rtlCol="0" anchor="t">
              <a:spAutoFit/>
            </a:bodyPr>
            <a:lstStyle/>
            <a:p>
              <a:pPr algn="just">
                <a:lnSpc>
                  <a:spcPts val="4333"/>
                </a:lnSpc>
              </a:pPr>
              <a:r>
                <a:rPr lang="en-US" sz="3095" b="1">
                  <a:solidFill>
                    <a:srgbClr val="FFFFFF"/>
                  </a:solidFill>
                  <a:latin typeface="Codec Pro Bold"/>
                  <a:ea typeface="Codec Pro Bold"/>
                  <a:cs typeface="Codec Pro Bold"/>
                  <a:sym typeface="Codec Pro Bold"/>
                </a:rPr>
                <a:t>Specificity=      </a:t>
              </a:r>
              <a:r>
                <a:rPr lang="en-US" sz="3095" b="1">
                  <a:solidFill>
                    <a:srgbClr val="8FBC8F"/>
                  </a:solidFill>
                  <a:latin typeface="Codec Pro Bold"/>
                  <a:ea typeface="Codec Pro Bold"/>
                  <a:cs typeface="Codec Pro Bold"/>
                  <a:sym typeface="Codec Pro Bold"/>
                </a:rPr>
                <a:t>TN</a:t>
              </a:r>
            </a:p>
            <a:p>
              <a:pPr algn="just">
                <a:lnSpc>
                  <a:spcPts val="4333"/>
                </a:lnSpc>
              </a:pPr>
              <a:r>
                <a:rPr lang="en-US" sz="3095" b="1">
                  <a:solidFill>
                    <a:srgbClr val="FFFFFF"/>
                  </a:solidFill>
                  <a:latin typeface="Codec Pro Bold"/>
                  <a:ea typeface="Codec Pro Bold"/>
                  <a:cs typeface="Codec Pro Bold"/>
                  <a:sym typeface="Codec Pro Bold"/>
                </a:rPr>
                <a:t>                        </a:t>
              </a:r>
              <a:r>
                <a:rPr lang="en-US" sz="3095" b="1">
                  <a:solidFill>
                    <a:srgbClr val="8FBC8F"/>
                  </a:solidFill>
                  <a:latin typeface="Codec Pro Bold"/>
                  <a:ea typeface="Codec Pro Bold"/>
                  <a:cs typeface="Codec Pro Bold"/>
                  <a:sym typeface="Codec Pro Bold"/>
                </a:rPr>
                <a:t>TN </a:t>
              </a:r>
              <a:r>
                <a:rPr lang="en-US" sz="3095" b="1">
                  <a:solidFill>
                    <a:srgbClr val="FFFFFF"/>
                  </a:solidFill>
                  <a:latin typeface="Codec Pro Bold"/>
                  <a:ea typeface="Codec Pro Bold"/>
                  <a:cs typeface="Codec Pro Bold"/>
                  <a:sym typeface="Codec Pro Bold"/>
                </a:rPr>
                <a:t>+ </a:t>
              </a:r>
              <a:r>
                <a:rPr lang="en-US" sz="3095" b="1">
                  <a:solidFill>
                    <a:srgbClr val="FF5757"/>
                  </a:solidFill>
                  <a:latin typeface="Codec Pro Bold"/>
                  <a:ea typeface="Codec Pro Bold"/>
                  <a:cs typeface="Codec Pro Bold"/>
                  <a:sym typeface="Codec Pro Bold"/>
                </a:rPr>
                <a:t>FP</a:t>
              </a:r>
            </a:p>
          </p:txBody>
        </p:sp>
        <p:sp>
          <p:nvSpPr>
            <p:cNvPr id="71" name="AutoShape 71"/>
            <p:cNvSpPr/>
            <p:nvPr/>
          </p:nvSpPr>
          <p:spPr>
            <a:xfrm flipV="1">
              <a:off x="2869512" y="607802"/>
              <a:ext cx="2154133" cy="22462"/>
            </a:xfrm>
            <a:prstGeom prst="line">
              <a:avLst/>
            </a:prstGeom>
            <a:ln w="44923" cap="flat">
              <a:solidFill>
                <a:srgbClr val="FFFFFF"/>
              </a:solidFill>
              <a:prstDash val="solid"/>
              <a:headEnd type="none" w="sm" len="sm"/>
              <a:tailEnd type="none" w="sm" len="sm"/>
            </a:ln>
          </p:spPr>
        </p:sp>
      </p:grpSp>
      <p:grpSp>
        <p:nvGrpSpPr>
          <p:cNvPr id="72" name="Group 72"/>
          <p:cNvGrpSpPr/>
          <p:nvPr/>
        </p:nvGrpSpPr>
        <p:grpSpPr>
          <a:xfrm>
            <a:off x="12084434" y="6064956"/>
            <a:ext cx="5504520" cy="1016393"/>
            <a:chOff x="0" y="0"/>
            <a:chExt cx="7339360" cy="1355190"/>
          </a:xfrm>
        </p:grpSpPr>
        <p:sp>
          <p:nvSpPr>
            <p:cNvPr id="73" name="TextBox 73"/>
            <p:cNvSpPr txBox="1"/>
            <p:nvPr/>
          </p:nvSpPr>
          <p:spPr>
            <a:xfrm>
              <a:off x="0" y="-104775"/>
              <a:ext cx="7339360" cy="1459965"/>
            </a:xfrm>
            <a:prstGeom prst="rect">
              <a:avLst/>
            </a:prstGeom>
          </p:spPr>
          <p:txBody>
            <a:bodyPr lIns="0" tIns="0" rIns="0" bIns="0" rtlCol="0" anchor="t">
              <a:spAutoFit/>
            </a:bodyPr>
            <a:lstStyle/>
            <a:p>
              <a:pPr algn="just">
                <a:lnSpc>
                  <a:spcPts val="4333"/>
                </a:lnSpc>
              </a:pPr>
              <a:r>
                <a:rPr lang="en-US" sz="3095" b="1">
                  <a:solidFill>
                    <a:srgbClr val="FFFFFF"/>
                  </a:solidFill>
                  <a:latin typeface="Codec Pro Bold"/>
                  <a:ea typeface="Codec Pro Bold"/>
                  <a:cs typeface="Codec Pro Bold"/>
                  <a:sym typeface="Codec Pro Bold"/>
                </a:rPr>
                <a:t>F1 =     2 x precision x recall</a:t>
              </a:r>
            </a:p>
            <a:p>
              <a:pPr algn="just">
                <a:lnSpc>
                  <a:spcPts val="4333"/>
                </a:lnSpc>
              </a:pPr>
              <a:r>
                <a:rPr lang="en-US" sz="3095" b="1">
                  <a:solidFill>
                    <a:srgbClr val="FFFFFF"/>
                  </a:solidFill>
                  <a:latin typeface="Codec Pro Bold"/>
                  <a:ea typeface="Codec Pro Bold"/>
                  <a:cs typeface="Codec Pro Bold"/>
                  <a:sym typeface="Codec Pro Bold"/>
                </a:rPr>
                <a:t>               precision + recall</a:t>
              </a:r>
            </a:p>
          </p:txBody>
        </p:sp>
        <p:sp>
          <p:nvSpPr>
            <p:cNvPr id="74" name="AutoShape 74"/>
            <p:cNvSpPr/>
            <p:nvPr/>
          </p:nvSpPr>
          <p:spPr>
            <a:xfrm>
              <a:off x="1199247" y="677595"/>
              <a:ext cx="5615572" cy="0"/>
            </a:xfrm>
            <a:prstGeom prst="line">
              <a:avLst/>
            </a:prstGeom>
            <a:ln w="44923" cap="flat">
              <a:solidFill>
                <a:srgbClr val="FFFFFF"/>
              </a:solidFill>
              <a:prstDash val="solid"/>
              <a:headEnd type="none" w="sm" len="sm"/>
              <a:tailEnd type="none" w="sm" len="sm"/>
            </a:ln>
          </p:spPr>
        </p:sp>
      </p:grpSp>
      <p:grpSp>
        <p:nvGrpSpPr>
          <p:cNvPr id="75" name="Group 75"/>
          <p:cNvGrpSpPr/>
          <p:nvPr/>
        </p:nvGrpSpPr>
        <p:grpSpPr>
          <a:xfrm>
            <a:off x="10820400" y="7415860"/>
            <a:ext cx="9289020" cy="1045286"/>
            <a:chOff x="0" y="-104775"/>
            <a:chExt cx="12385359" cy="1393714"/>
          </a:xfrm>
        </p:grpSpPr>
        <p:sp>
          <p:nvSpPr>
            <p:cNvPr id="76" name="TextBox 76"/>
            <p:cNvSpPr txBox="1"/>
            <p:nvPr/>
          </p:nvSpPr>
          <p:spPr>
            <a:xfrm>
              <a:off x="0" y="-104775"/>
              <a:ext cx="12385359" cy="1393714"/>
            </a:xfrm>
            <a:prstGeom prst="rect">
              <a:avLst/>
            </a:prstGeom>
          </p:spPr>
          <p:txBody>
            <a:bodyPr lIns="0" tIns="0" rIns="0" bIns="0" rtlCol="0" anchor="t">
              <a:spAutoFit/>
            </a:bodyPr>
            <a:lstStyle/>
            <a:p>
              <a:pPr algn="just">
                <a:lnSpc>
                  <a:spcPts val="4333"/>
                </a:lnSpc>
              </a:pPr>
              <a:r>
                <a:rPr lang="en-US" sz="2400" b="1" dirty="0">
                  <a:solidFill>
                    <a:srgbClr val="FFFFFF"/>
                  </a:solidFill>
                  <a:latin typeface="Codec Pro Bold"/>
                  <a:ea typeface="Codec Pro Bold"/>
                  <a:cs typeface="Codec Pro Bold"/>
                  <a:sym typeface="Codec Pro Bold"/>
                </a:rPr>
                <a:t>MCC =                          TP * TN - FP * FN</a:t>
              </a:r>
            </a:p>
            <a:p>
              <a:pPr algn="just">
                <a:lnSpc>
                  <a:spcPts val="4333"/>
                </a:lnSpc>
              </a:pPr>
              <a:r>
                <a:rPr lang="en-US" sz="2400" b="1" dirty="0">
                  <a:solidFill>
                    <a:srgbClr val="FFFFFF"/>
                  </a:solidFill>
                  <a:latin typeface="Codec Pro Bold"/>
                  <a:ea typeface="Codec Pro Bold"/>
                  <a:cs typeface="Codec Pro Bold"/>
                  <a:sym typeface="Codec Pro Bold"/>
                </a:rPr>
                <a:t>               (TP + FP) * (TP + FN) * (TN + FP) * (TN + FN)</a:t>
              </a:r>
            </a:p>
          </p:txBody>
        </p:sp>
        <p:sp>
          <p:nvSpPr>
            <p:cNvPr id="77" name="AutoShape 77"/>
            <p:cNvSpPr/>
            <p:nvPr/>
          </p:nvSpPr>
          <p:spPr>
            <a:xfrm>
              <a:off x="1797775" y="598978"/>
              <a:ext cx="7752625" cy="25632"/>
            </a:xfrm>
            <a:prstGeom prst="line">
              <a:avLst/>
            </a:prstGeom>
            <a:ln w="44923" cap="flat">
              <a:solidFill>
                <a:srgbClr val="FFFFFF"/>
              </a:solidFill>
              <a:prstDash val="solid"/>
              <a:headEnd type="none" w="sm" len="sm"/>
              <a:tailEnd type="none" w="sm" len="sm"/>
            </a:ln>
          </p:spPr>
          <p:txBody>
            <a:bodyPr/>
            <a:lstStyle/>
            <a:p>
              <a:endParaRPr lang="en-AU" dirty="0"/>
            </a:p>
          </p:txBody>
        </p:sp>
      </p:grpSp>
      <p:grpSp>
        <p:nvGrpSpPr>
          <p:cNvPr id="84" name="Group 83">
            <a:extLst>
              <a:ext uri="{FF2B5EF4-FFF2-40B4-BE49-F238E27FC236}">
                <a16:creationId xmlns:a16="http://schemas.microsoft.com/office/drawing/2014/main" id="{B941962D-7161-430A-B141-C23AFA6D43DC}"/>
              </a:ext>
            </a:extLst>
          </p:cNvPr>
          <p:cNvGrpSpPr/>
          <p:nvPr/>
        </p:nvGrpSpPr>
        <p:grpSpPr>
          <a:xfrm>
            <a:off x="2110584" y="1205385"/>
            <a:ext cx="2182388" cy="4525577"/>
            <a:chOff x="2110584" y="1205385"/>
            <a:chExt cx="2182388" cy="4525577"/>
          </a:xfrm>
        </p:grpSpPr>
        <p:grpSp>
          <p:nvGrpSpPr>
            <p:cNvPr id="18" name="Group 18"/>
            <p:cNvGrpSpPr/>
            <p:nvPr/>
          </p:nvGrpSpPr>
          <p:grpSpPr>
            <a:xfrm>
              <a:off x="2110584" y="2090335"/>
              <a:ext cx="557208" cy="743369"/>
              <a:chOff x="0" y="0"/>
              <a:chExt cx="130058" cy="173509"/>
            </a:xfrm>
          </p:grpSpPr>
          <p:sp>
            <p:nvSpPr>
              <p:cNvPr id="19" name="Freeform 19"/>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20" name="TextBox 20"/>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21" name="Group 21"/>
            <p:cNvGrpSpPr/>
            <p:nvPr/>
          </p:nvGrpSpPr>
          <p:grpSpPr>
            <a:xfrm>
              <a:off x="2911284" y="2090335"/>
              <a:ext cx="557208" cy="743369"/>
              <a:chOff x="0" y="0"/>
              <a:chExt cx="130058" cy="173509"/>
            </a:xfrm>
          </p:grpSpPr>
          <p:sp>
            <p:nvSpPr>
              <p:cNvPr id="22" name="Freeform 22"/>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23" name="TextBox 23"/>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24" name="Group 24"/>
            <p:cNvGrpSpPr/>
            <p:nvPr/>
          </p:nvGrpSpPr>
          <p:grpSpPr>
            <a:xfrm>
              <a:off x="3735764" y="2090335"/>
              <a:ext cx="557208" cy="743369"/>
              <a:chOff x="0" y="0"/>
              <a:chExt cx="130058" cy="173509"/>
            </a:xfrm>
          </p:grpSpPr>
          <p:sp>
            <p:nvSpPr>
              <p:cNvPr id="25" name="Freeform 25"/>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26" name="TextBox 26"/>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27" name="Group 27"/>
            <p:cNvGrpSpPr/>
            <p:nvPr/>
          </p:nvGrpSpPr>
          <p:grpSpPr>
            <a:xfrm>
              <a:off x="2110584" y="4023501"/>
              <a:ext cx="557208" cy="743369"/>
              <a:chOff x="0" y="0"/>
              <a:chExt cx="130058" cy="173509"/>
            </a:xfrm>
          </p:grpSpPr>
          <p:sp>
            <p:nvSpPr>
              <p:cNvPr id="28" name="Freeform 28"/>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29" name="TextBox 29"/>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30" name="Group 30"/>
            <p:cNvGrpSpPr/>
            <p:nvPr/>
          </p:nvGrpSpPr>
          <p:grpSpPr>
            <a:xfrm>
              <a:off x="2911284" y="4023501"/>
              <a:ext cx="557208" cy="743369"/>
              <a:chOff x="0" y="0"/>
              <a:chExt cx="130058" cy="173509"/>
            </a:xfrm>
          </p:grpSpPr>
          <p:sp>
            <p:nvSpPr>
              <p:cNvPr id="31" name="Freeform 31"/>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32" name="TextBox 32"/>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33" name="Group 33"/>
            <p:cNvGrpSpPr/>
            <p:nvPr/>
          </p:nvGrpSpPr>
          <p:grpSpPr>
            <a:xfrm>
              <a:off x="3735764" y="4023501"/>
              <a:ext cx="557208" cy="743369"/>
              <a:chOff x="0" y="0"/>
              <a:chExt cx="130058" cy="173509"/>
            </a:xfrm>
          </p:grpSpPr>
          <p:sp>
            <p:nvSpPr>
              <p:cNvPr id="34" name="Freeform 34"/>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35" name="TextBox 35"/>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36" name="Group 36"/>
            <p:cNvGrpSpPr/>
            <p:nvPr/>
          </p:nvGrpSpPr>
          <p:grpSpPr>
            <a:xfrm>
              <a:off x="2110584" y="3054428"/>
              <a:ext cx="557208" cy="743369"/>
              <a:chOff x="0" y="0"/>
              <a:chExt cx="130058" cy="173509"/>
            </a:xfrm>
          </p:grpSpPr>
          <p:sp>
            <p:nvSpPr>
              <p:cNvPr id="37" name="Freeform 37"/>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38" name="TextBox 38"/>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39" name="Group 39"/>
            <p:cNvGrpSpPr/>
            <p:nvPr/>
          </p:nvGrpSpPr>
          <p:grpSpPr>
            <a:xfrm>
              <a:off x="2911284" y="3054428"/>
              <a:ext cx="557208" cy="743369"/>
              <a:chOff x="0" y="0"/>
              <a:chExt cx="130058" cy="173509"/>
            </a:xfrm>
          </p:grpSpPr>
          <p:sp>
            <p:nvSpPr>
              <p:cNvPr id="40" name="Freeform 40"/>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41" name="TextBox 41"/>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42" name="Group 42"/>
            <p:cNvGrpSpPr/>
            <p:nvPr/>
          </p:nvGrpSpPr>
          <p:grpSpPr>
            <a:xfrm>
              <a:off x="3735764" y="3054428"/>
              <a:ext cx="557208" cy="743369"/>
              <a:chOff x="0" y="0"/>
              <a:chExt cx="130058" cy="173509"/>
            </a:xfrm>
          </p:grpSpPr>
          <p:sp>
            <p:nvSpPr>
              <p:cNvPr id="43" name="Freeform 43"/>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44" name="TextBox 44"/>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45" name="Group 45"/>
            <p:cNvGrpSpPr/>
            <p:nvPr/>
          </p:nvGrpSpPr>
          <p:grpSpPr>
            <a:xfrm>
              <a:off x="2110584" y="4987593"/>
              <a:ext cx="557208" cy="743369"/>
              <a:chOff x="0" y="0"/>
              <a:chExt cx="130058" cy="173509"/>
            </a:xfrm>
          </p:grpSpPr>
          <p:sp>
            <p:nvSpPr>
              <p:cNvPr id="46" name="Freeform 46"/>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47" name="TextBox 47"/>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48" name="Group 48"/>
            <p:cNvGrpSpPr/>
            <p:nvPr/>
          </p:nvGrpSpPr>
          <p:grpSpPr>
            <a:xfrm>
              <a:off x="2911284" y="4987593"/>
              <a:ext cx="557208" cy="743369"/>
              <a:chOff x="0" y="0"/>
              <a:chExt cx="130058" cy="173509"/>
            </a:xfrm>
          </p:grpSpPr>
          <p:sp>
            <p:nvSpPr>
              <p:cNvPr id="49" name="Freeform 49"/>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50" name="TextBox 50"/>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51" name="Group 51"/>
            <p:cNvGrpSpPr/>
            <p:nvPr/>
          </p:nvGrpSpPr>
          <p:grpSpPr>
            <a:xfrm>
              <a:off x="3735764" y="4987593"/>
              <a:ext cx="557208" cy="743369"/>
              <a:chOff x="0" y="0"/>
              <a:chExt cx="130058" cy="173509"/>
            </a:xfrm>
          </p:grpSpPr>
          <p:sp>
            <p:nvSpPr>
              <p:cNvPr id="52" name="Freeform 52"/>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E6C078"/>
              </a:solidFill>
            </p:spPr>
          </p:sp>
          <p:sp>
            <p:nvSpPr>
              <p:cNvPr id="53" name="TextBox 53"/>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sp>
          <p:nvSpPr>
            <p:cNvPr id="79" name="TextBox 79"/>
            <p:cNvSpPr txBox="1"/>
            <p:nvPr/>
          </p:nvSpPr>
          <p:spPr>
            <a:xfrm>
              <a:off x="2389188" y="1205385"/>
              <a:ext cx="1725856" cy="465786"/>
            </a:xfrm>
            <a:prstGeom prst="rect">
              <a:avLst/>
            </a:prstGeom>
          </p:spPr>
          <p:txBody>
            <a:bodyPr lIns="0" tIns="0" rIns="0" bIns="0" rtlCol="0" anchor="t">
              <a:spAutoFit/>
            </a:bodyPr>
            <a:lstStyle/>
            <a:p>
              <a:pPr algn="ctr">
                <a:lnSpc>
                  <a:spcPts val="3753"/>
                </a:lnSpc>
              </a:pPr>
              <a:r>
                <a:rPr lang="en-US" sz="2681" b="1">
                  <a:solidFill>
                    <a:srgbClr val="FFFFFF"/>
                  </a:solidFill>
                  <a:latin typeface="Anca Coder Bold"/>
                  <a:ea typeface="Anca Coder Bold"/>
                  <a:cs typeface="Anca Coder Bold"/>
                  <a:sym typeface="Anca Coder Bold"/>
                </a:rPr>
                <a:t>data</a:t>
              </a:r>
            </a:p>
          </p:txBody>
        </p:sp>
      </p:grpSp>
      <p:grpSp>
        <p:nvGrpSpPr>
          <p:cNvPr id="85" name="Group 84">
            <a:extLst>
              <a:ext uri="{FF2B5EF4-FFF2-40B4-BE49-F238E27FC236}">
                <a16:creationId xmlns:a16="http://schemas.microsoft.com/office/drawing/2014/main" id="{28F579FD-759D-4FA9-8F93-C5D4C0BF9C3F}"/>
              </a:ext>
            </a:extLst>
          </p:cNvPr>
          <p:cNvGrpSpPr/>
          <p:nvPr/>
        </p:nvGrpSpPr>
        <p:grpSpPr>
          <a:xfrm>
            <a:off x="2100664" y="6474774"/>
            <a:ext cx="2178449" cy="1532232"/>
            <a:chOff x="2100664" y="6474774"/>
            <a:chExt cx="2178449" cy="1532232"/>
          </a:xfrm>
        </p:grpSpPr>
        <p:grpSp>
          <p:nvGrpSpPr>
            <p:cNvPr id="54" name="Group 54"/>
            <p:cNvGrpSpPr/>
            <p:nvPr/>
          </p:nvGrpSpPr>
          <p:grpSpPr>
            <a:xfrm>
              <a:off x="2100664" y="7263637"/>
              <a:ext cx="557208" cy="743369"/>
              <a:chOff x="0" y="0"/>
              <a:chExt cx="130058" cy="173509"/>
            </a:xfrm>
          </p:grpSpPr>
          <p:sp>
            <p:nvSpPr>
              <p:cNvPr id="55" name="Freeform 55"/>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000000">
                  <a:alpha val="0"/>
                </a:srgbClr>
              </a:solidFill>
              <a:ln w="38100" cap="sq">
                <a:solidFill>
                  <a:srgbClr val="FFFFFF"/>
                </a:solidFill>
                <a:prstDash val="solid"/>
                <a:miter/>
              </a:ln>
            </p:spPr>
          </p:sp>
          <p:sp>
            <p:nvSpPr>
              <p:cNvPr id="56" name="TextBox 56"/>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grpSp>
          <p:nvGrpSpPr>
            <p:cNvPr id="57" name="Group 57"/>
            <p:cNvGrpSpPr/>
            <p:nvPr/>
          </p:nvGrpSpPr>
          <p:grpSpPr>
            <a:xfrm>
              <a:off x="3721905" y="7263637"/>
              <a:ext cx="557208" cy="743369"/>
              <a:chOff x="0" y="0"/>
              <a:chExt cx="130058" cy="173509"/>
            </a:xfrm>
          </p:grpSpPr>
          <p:sp>
            <p:nvSpPr>
              <p:cNvPr id="58" name="Freeform 58"/>
              <p:cNvSpPr/>
              <p:nvPr/>
            </p:nvSpPr>
            <p:spPr>
              <a:xfrm>
                <a:off x="0" y="0"/>
                <a:ext cx="130058" cy="173509"/>
              </a:xfrm>
              <a:custGeom>
                <a:avLst/>
                <a:gdLst/>
                <a:ahLst/>
                <a:cxnLst/>
                <a:rect l="l" t="t" r="r" b="b"/>
                <a:pathLst>
                  <a:path w="130058" h="173509">
                    <a:moveTo>
                      <a:pt x="0" y="0"/>
                    </a:moveTo>
                    <a:lnTo>
                      <a:pt x="130058" y="0"/>
                    </a:lnTo>
                    <a:lnTo>
                      <a:pt x="130058" y="173509"/>
                    </a:lnTo>
                    <a:lnTo>
                      <a:pt x="0" y="173509"/>
                    </a:lnTo>
                    <a:close/>
                  </a:path>
                </a:pathLst>
              </a:custGeom>
              <a:solidFill>
                <a:srgbClr val="76BBD1"/>
              </a:solidFill>
            </p:spPr>
          </p:sp>
          <p:sp>
            <p:nvSpPr>
              <p:cNvPr id="59" name="TextBox 59"/>
              <p:cNvSpPr txBox="1"/>
              <p:nvPr/>
            </p:nvSpPr>
            <p:spPr>
              <a:xfrm>
                <a:off x="0" y="-57150"/>
                <a:ext cx="130058" cy="230659"/>
              </a:xfrm>
              <a:prstGeom prst="rect">
                <a:avLst/>
              </a:prstGeom>
            </p:spPr>
            <p:txBody>
              <a:bodyPr lIns="50800" tIns="50800" rIns="50800" bIns="50800" rtlCol="0" anchor="ctr"/>
              <a:lstStyle/>
              <a:p>
                <a:pPr algn="ctr">
                  <a:lnSpc>
                    <a:spcPts val="3326"/>
                  </a:lnSpc>
                </a:pPr>
                <a:endParaRPr/>
              </a:p>
            </p:txBody>
          </p:sp>
        </p:grpSp>
        <p:sp>
          <p:nvSpPr>
            <p:cNvPr id="80" name="TextBox 80"/>
            <p:cNvSpPr txBox="1"/>
            <p:nvPr/>
          </p:nvSpPr>
          <p:spPr>
            <a:xfrm>
              <a:off x="2326960" y="6474774"/>
              <a:ext cx="1725856" cy="465786"/>
            </a:xfrm>
            <a:prstGeom prst="rect">
              <a:avLst/>
            </a:prstGeom>
          </p:spPr>
          <p:txBody>
            <a:bodyPr lIns="0" tIns="0" rIns="0" bIns="0" rtlCol="0" anchor="t">
              <a:spAutoFit/>
            </a:bodyPr>
            <a:lstStyle/>
            <a:p>
              <a:pPr algn="ctr">
                <a:lnSpc>
                  <a:spcPts val="3753"/>
                </a:lnSpc>
              </a:pPr>
              <a:r>
                <a:rPr lang="en-US" sz="2681" b="1">
                  <a:solidFill>
                    <a:srgbClr val="FFFFFF"/>
                  </a:solidFill>
                  <a:latin typeface="Anca Coder Bold"/>
                  <a:ea typeface="Anca Coder Bold"/>
                  <a:cs typeface="Anca Coder Bold"/>
                  <a:sym typeface="Anca Coder Bold"/>
                </a:rPr>
                <a:t>model</a:t>
              </a:r>
            </a:p>
          </p:txBody>
        </p:sp>
        <p:sp>
          <p:nvSpPr>
            <p:cNvPr id="81" name="TextBox 81"/>
            <p:cNvSpPr txBox="1"/>
            <p:nvPr/>
          </p:nvSpPr>
          <p:spPr>
            <a:xfrm>
              <a:off x="3017312" y="7168387"/>
              <a:ext cx="345153" cy="838619"/>
            </a:xfrm>
            <a:prstGeom prst="rect">
              <a:avLst/>
            </a:prstGeom>
          </p:spPr>
          <p:txBody>
            <a:bodyPr lIns="0" tIns="0" rIns="0" bIns="0" rtlCol="0" anchor="t">
              <a:spAutoFit/>
            </a:bodyPr>
            <a:lstStyle/>
            <a:p>
              <a:pPr algn="ctr">
                <a:lnSpc>
                  <a:spcPts val="6900"/>
                </a:lnSpc>
              </a:pPr>
              <a:r>
                <a:rPr lang="en-US" sz="4929" b="1">
                  <a:solidFill>
                    <a:srgbClr val="FFFFFF"/>
                  </a:solidFill>
                  <a:latin typeface="Canva Sans Bold"/>
                  <a:ea typeface="Canva Sans Bold"/>
                  <a:cs typeface="Canva Sans Bold"/>
                  <a:sym typeface="Canva Sans Bold"/>
                </a:rPr>
                <a:t>=</a:t>
              </a:r>
            </a:p>
          </p:txBody>
        </p:sp>
      </p:grpSp>
      <p:sp>
        <p:nvSpPr>
          <p:cNvPr id="82" name="TextBox 82"/>
          <p:cNvSpPr txBox="1"/>
          <p:nvPr/>
        </p:nvSpPr>
        <p:spPr>
          <a:xfrm>
            <a:off x="1542702" y="8349970"/>
            <a:ext cx="3294372" cy="674495"/>
          </a:xfrm>
          <a:prstGeom prst="rect">
            <a:avLst/>
          </a:prstGeom>
        </p:spPr>
        <p:txBody>
          <a:bodyPr lIns="0" tIns="0" rIns="0" bIns="0" rtlCol="0" anchor="t">
            <a:spAutoFit/>
          </a:bodyPr>
          <a:lstStyle/>
          <a:p>
            <a:pPr algn="ctr">
              <a:lnSpc>
                <a:spcPts val="5529"/>
              </a:lnSpc>
            </a:pPr>
            <a:r>
              <a:rPr lang="en-US" sz="3949" b="1" dirty="0">
                <a:solidFill>
                  <a:srgbClr val="FFFFFF"/>
                </a:solidFill>
                <a:latin typeface="Canva Sans Bold"/>
                <a:ea typeface="Canva Sans Bold"/>
                <a:cs typeface="Canva Sans Bold"/>
                <a:sym typeface="Canva Sans Bold"/>
              </a:rPr>
              <a:t>91% accurate</a:t>
            </a:r>
          </a:p>
        </p:txBody>
      </p:sp>
      <p:grpSp>
        <p:nvGrpSpPr>
          <p:cNvPr id="86" name="Group 2">
            <a:extLst>
              <a:ext uri="{FF2B5EF4-FFF2-40B4-BE49-F238E27FC236}">
                <a16:creationId xmlns:a16="http://schemas.microsoft.com/office/drawing/2014/main" id="{B09630AA-45F4-4095-BEB7-A5D56E3935F9}"/>
              </a:ext>
            </a:extLst>
          </p:cNvPr>
          <p:cNvGrpSpPr/>
          <p:nvPr/>
        </p:nvGrpSpPr>
        <p:grpSpPr>
          <a:xfrm>
            <a:off x="5687667" y="4766870"/>
            <a:ext cx="4251038" cy="4046177"/>
            <a:chOff x="-85725" y="-85725"/>
            <a:chExt cx="6100615" cy="6085998"/>
          </a:xfrm>
        </p:grpSpPr>
        <p:grpSp>
          <p:nvGrpSpPr>
            <p:cNvPr id="87" name="Group 3">
              <a:extLst>
                <a:ext uri="{FF2B5EF4-FFF2-40B4-BE49-F238E27FC236}">
                  <a16:creationId xmlns:a16="http://schemas.microsoft.com/office/drawing/2014/main" id="{566FB684-3AE2-429B-94E4-E6130CB2DC70}"/>
                </a:ext>
              </a:extLst>
            </p:cNvPr>
            <p:cNvGrpSpPr/>
            <p:nvPr/>
          </p:nvGrpSpPr>
          <p:grpSpPr>
            <a:xfrm>
              <a:off x="542422" y="542421"/>
              <a:ext cx="5449973" cy="5457852"/>
              <a:chOff x="0" y="0"/>
              <a:chExt cx="872516" cy="873777"/>
            </a:xfrm>
          </p:grpSpPr>
          <p:sp>
            <p:nvSpPr>
              <p:cNvPr id="100" name="Freeform 4">
                <a:extLst>
                  <a:ext uri="{FF2B5EF4-FFF2-40B4-BE49-F238E27FC236}">
                    <a16:creationId xmlns:a16="http://schemas.microsoft.com/office/drawing/2014/main" id="{6634FE5E-8863-4EA7-A209-473C236FD932}"/>
                  </a:ext>
                </a:extLst>
              </p:cNvPr>
              <p:cNvSpPr/>
              <p:nvPr/>
            </p:nvSpPr>
            <p:spPr>
              <a:xfrm>
                <a:off x="0" y="0"/>
                <a:ext cx="872516" cy="873777"/>
              </a:xfrm>
              <a:custGeom>
                <a:avLst/>
                <a:gdLst/>
                <a:ahLst/>
                <a:cxnLst/>
                <a:rect l="l" t="t" r="r" b="b"/>
                <a:pathLst>
                  <a:path w="872516" h="873777">
                    <a:moveTo>
                      <a:pt x="0" y="0"/>
                    </a:moveTo>
                    <a:lnTo>
                      <a:pt x="872516" y="0"/>
                    </a:lnTo>
                    <a:lnTo>
                      <a:pt x="872516" y="873777"/>
                    </a:lnTo>
                    <a:lnTo>
                      <a:pt x="0" y="873777"/>
                    </a:lnTo>
                    <a:close/>
                  </a:path>
                </a:pathLst>
              </a:custGeom>
              <a:solidFill>
                <a:srgbClr val="000000">
                  <a:alpha val="0"/>
                </a:srgbClr>
              </a:solidFill>
              <a:ln w="19050" cap="sq">
                <a:solidFill>
                  <a:srgbClr val="FFFFFF"/>
                </a:solidFill>
                <a:prstDash val="solid"/>
                <a:miter/>
              </a:ln>
            </p:spPr>
          </p:sp>
          <p:sp>
            <p:nvSpPr>
              <p:cNvPr id="101" name="TextBox 5">
                <a:extLst>
                  <a:ext uri="{FF2B5EF4-FFF2-40B4-BE49-F238E27FC236}">
                    <a16:creationId xmlns:a16="http://schemas.microsoft.com/office/drawing/2014/main" id="{DE3BBCFB-3E76-4239-995B-64E186333B43}"/>
                  </a:ext>
                </a:extLst>
              </p:cNvPr>
              <p:cNvSpPr txBox="1"/>
              <p:nvPr/>
            </p:nvSpPr>
            <p:spPr>
              <a:xfrm>
                <a:off x="0" y="-57150"/>
                <a:ext cx="872516" cy="930927"/>
              </a:xfrm>
              <a:prstGeom prst="rect">
                <a:avLst/>
              </a:prstGeom>
            </p:spPr>
            <p:txBody>
              <a:bodyPr lIns="50800" tIns="50800" rIns="50800" bIns="50800" rtlCol="0" anchor="ctr"/>
              <a:lstStyle/>
              <a:p>
                <a:pPr algn="ctr">
                  <a:lnSpc>
                    <a:spcPts val="3326"/>
                  </a:lnSpc>
                </a:pPr>
                <a:endParaRPr/>
              </a:p>
            </p:txBody>
          </p:sp>
        </p:grpSp>
        <p:sp>
          <p:nvSpPr>
            <p:cNvPr id="88" name="AutoShape 6">
              <a:extLst>
                <a:ext uri="{FF2B5EF4-FFF2-40B4-BE49-F238E27FC236}">
                  <a16:creationId xmlns:a16="http://schemas.microsoft.com/office/drawing/2014/main" id="{10F3A9C5-1C55-4A33-8F2C-32F406F857FF}"/>
                </a:ext>
              </a:extLst>
            </p:cNvPr>
            <p:cNvSpPr/>
            <p:nvPr/>
          </p:nvSpPr>
          <p:spPr>
            <a:xfrm>
              <a:off x="568250" y="1446756"/>
              <a:ext cx="5424146" cy="0"/>
            </a:xfrm>
            <a:prstGeom prst="line">
              <a:avLst/>
            </a:prstGeom>
            <a:ln w="31339" cap="flat">
              <a:solidFill>
                <a:srgbClr val="FFFFFF"/>
              </a:solidFill>
              <a:prstDash val="solid"/>
              <a:headEnd type="none" w="sm" len="sm"/>
              <a:tailEnd type="none" w="sm" len="sm"/>
            </a:ln>
          </p:spPr>
        </p:sp>
        <p:sp>
          <p:nvSpPr>
            <p:cNvPr id="89" name="AutoShape 7">
              <a:extLst>
                <a:ext uri="{FF2B5EF4-FFF2-40B4-BE49-F238E27FC236}">
                  <a16:creationId xmlns:a16="http://schemas.microsoft.com/office/drawing/2014/main" id="{BE29A6BF-915A-40D2-8AB5-C2F4D9BB2879}"/>
                </a:ext>
              </a:extLst>
            </p:cNvPr>
            <p:cNvSpPr/>
            <p:nvPr/>
          </p:nvSpPr>
          <p:spPr>
            <a:xfrm>
              <a:off x="1538180" y="564461"/>
              <a:ext cx="0" cy="5424146"/>
            </a:xfrm>
            <a:prstGeom prst="line">
              <a:avLst/>
            </a:prstGeom>
            <a:ln w="31339" cap="flat">
              <a:solidFill>
                <a:srgbClr val="FFFFFF"/>
              </a:solidFill>
              <a:prstDash val="solid"/>
              <a:headEnd type="none" w="sm" len="sm"/>
              <a:tailEnd type="none" w="sm" len="sm"/>
            </a:ln>
          </p:spPr>
        </p:sp>
        <p:sp>
          <p:nvSpPr>
            <p:cNvPr id="90" name="TextBox 8">
              <a:extLst>
                <a:ext uri="{FF2B5EF4-FFF2-40B4-BE49-F238E27FC236}">
                  <a16:creationId xmlns:a16="http://schemas.microsoft.com/office/drawing/2014/main" id="{053EF99B-663B-486C-BF5A-3458A5A6F2E9}"/>
                </a:ext>
              </a:extLst>
            </p:cNvPr>
            <p:cNvSpPr txBox="1"/>
            <p:nvPr/>
          </p:nvSpPr>
          <p:spPr>
            <a:xfrm>
              <a:off x="1860066" y="558203"/>
              <a:ext cx="1682161" cy="844412"/>
            </a:xfrm>
            <a:prstGeom prst="rect">
              <a:avLst/>
            </a:prstGeom>
          </p:spPr>
          <p:txBody>
            <a:bodyPr lIns="0" tIns="0" rIns="0" bIns="0" rtlCol="0" anchor="t">
              <a:spAutoFit/>
            </a:bodyPr>
            <a:lstStyle/>
            <a:p>
              <a:pPr algn="ctr">
                <a:lnSpc>
                  <a:spcPts val="5227"/>
                </a:lnSpc>
              </a:pPr>
              <a:r>
                <a:rPr lang="en-US" sz="3733" b="1" spc="825" dirty="0">
                  <a:solidFill>
                    <a:srgbClr val="FFFFFF"/>
                  </a:solidFill>
                  <a:latin typeface="Anca Coder Bold"/>
                  <a:ea typeface="Anca Coder Bold"/>
                  <a:cs typeface="Anca Coder Bold"/>
                  <a:sym typeface="Anca Coder Bold"/>
                </a:rPr>
                <a:t>Pos</a:t>
              </a:r>
            </a:p>
          </p:txBody>
        </p:sp>
        <p:sp>
          <p:nvSpPr>
            <p:cNvPr id="91" name="TextBox 9">
              <a:extLst>
                <a:ext uri="{FF2B5EF4-FFF2-40B4-BE49-F238E27FC236}">
                  <a16:creationId xmlns:a16="http://schemas.microsoft.com/office/drawing/2014/main" id="{3B654A22-8F38-4759-8C93-28C334CEDF40}"/>
                </a:ext>
              </a:extLst>
            </p:cNvPr>
            <p:cNvSpPr txBox="1"/>
            <p:nvPr/>
          </p:nvSpPr>
          <p:spPr>
            <a:xfrm>
              <a:off x="4064678" y="558203"/>
              <a:ext cx="1682161" cy="844412"/>
            </a:xfrm>
            <a:prstGeom prst="rect">
              <a:avLst/>
            </a:prstGeom>
          </p:spPr>
          <p:txBody>
            <a:bodyPr lIns="0" tIns="0" rIns="0" bIns="0" rtlCol="0" anchor="t">
              <a:spAutoFit/>
            </a:bodyPr>
            <a:lstStyle/>
            <a:p>
              <a:pPr algn="ctr">
                <a:lnSpc>
                  <a:spcPts val="5227"/>
                </a:lnSpc>
              </a:pPr>
              <a:r>
                <a:rPr lang="en-US" sz="3733" b="1" spc="825">
                  <a:solidFill>
                    <a:srgbClr val="FFFFFF"/>
                  </a:solidFill>
                  <a:latin typeface="Anca Coder Bold"/>
                  <a:ea typeface="Anca Coder Bold"/>
                  <a:cs typeface="Anca Coder Bold"/>
                  <a:sym typeface="Anca Coder Bold"/>
                </a:rPr>
                <a:t>Neg</a:t>
              </a:r>
            </a:p>
          </p:txBody>
        </p:sp>
        <p:sp>
          <p:nvSpPr>
            <p:cNvPr id="92" name="TextBox 10">
              <a:extLst>
                <a:ext uri="{FF2B5EF4-FFF2-40B4-BE49-F238E27FC236}">
                  <a16:creationId xmlns:a16="http://schemas.microsoft.com/office/drawing/2014/main" id="{4D819305-8549-4BD9-88C7-5F0A278A8413}"/>
                </a:ext>
              </a:extLst>
            </p:cNvPr>
            <p:cNvSpPr txBox="1"/>
            <p:nvPr/>
          </p:nvSpPr>
          <p:spPr>
            <a:xfrm rot="16200000">
              <a:off x="156357" y="2017002"/>
              <a:ext cx="1682160" cy="894416"/>
            </a:xfrm>
            <a:prstGeom prst="rect">
              <a:avLst/>
            </a:prstGeom>
          </p:spPr>
          <p:txBody>
            <a:bodyPr lIns="0" tIns="0" rIns="0" bIns="0" rtlCol="0" anchor="t">
              <a:spAutoFit/>
            </a:bodyPr>
            <a:lstStyle/>
            <a:p>
              <a:pPr algn="ctr">
                <a:lnSpc>
                  <a:spcPts val="5227"/>
                </a:lnSpc>
              </a:pPr>
              <a:r>
                <a:rPr lang="en-US" sz="2800" b="1" spc="825" dirty="0">
                  <a:solidFill>
                    <a:srgbClr val="FFFFFF"/>
                  </a:solidFill>
                  <a:latin typeface="Anca Coder Bold"/>
                  <a:ea typeface="Anca Coder Bold"/>
                  <a:cs typeface="Anca Coder Bold"/>
                  <a:sym typeface="Anca Coder Bold"/>
                </a:rPr>
                <a:t>Pos</a:t>
              </a:r>
              <a:endParaRPr lang="en-US" sz="3733" b="1" spc="825" dirty="0">
                <a:solidFill>
                  <a:srgbClr val="FFFFFF"/>
                </a:solidFill>
                <a:latin typeface="Anca Coder Bold"/>
                <a:ea typeface="Anca Coder Bold"/>
                <a:cs typeface="Anca Coder Bold"/>
                <a:sym typeface="Anca Coder Bold"/>
              </a:endParaRPr>
            </a:p>
          </p:txBody>
        </p:sp>
        <p:sp>
          <p:nvSpPr>
            <p:cNvPr id="93" name="TextBox 11">
              <a:extLst>
                <a:ext uri="{FF2B5EF4-FFF2-40B4-BE49-F238E27FC236}">
                  <a16:creationId xmlns:a16="http://schemas.microsoft.com/office/drawing/2014/main" id="{F9C19560-9473-47E4-A7F2-8C9E5C2AFEE6}"/>
                </a:ext>
              </a:extLst>
            </p:cNvPr>
            <p:cNvSpPr txBox="1"/>
            <p:nvPr/>
          </p:nvSpPr>
          <p:spPr>
            <a:xfrm rot="16200000">
              <a:off x="156357" y="4294806"/>
              <a:ext cx="1682160" cy="894416"/>
            </a:xfrm>
            <a:prstGeom prst="rect">
              <a:avLst/>
            </a:prstGeom>
          </p:spPr>
          <p:txBody>
            <a:bodyPr lIns="0" tIns="0" rIns="0" bIns="0" rtlCol="0" anchor="t">
              <a:spAutoFit/>
            </a:bodyPr>
            <a:lstStyle/>
            <a:p>
              <a:pPr algn="ctr">
                <a:lnSpc>
                  <a:spcPts val="5227"/>
                </a:lnSpc>
              </a:pPr>
              <a:r>
                <a:rPr lang="en-US" sz="2800" b="1" spc="825" dirty="0">
                  <a:solidFill>
                    <a:srgbClr val="FFFFFF"/>
                  </a:solidFill>
                  <a:latin typeface="Anca Coder Bold"/>
                  <a:ea typeface="Anca Coder Bold"/>
                  <a:cs typeface="Anca Coder Bold"/>
                  <a:sym typeface="Anca Coder Bold"/>
                </a:rPr>
                <a:t>Neg</a:t>
              </a:r>
              <a:endParaRPr lang="en-US" sz="3733" b="1" spc="825" dirty="0">
                <a:solidFill>
                  <a:srgbClr val="FFFFFF"/>
                </a:solidFill>
                <a:latin typeface="Anca Coder Bold"/>
                <a:ea typeface="Anca Coder Bold"/>
                <a:cs typeface="Anca Coder Bold"/>
                <a:sym typeface="Anca Coder Bold"/>
              </a:endParaRPr>
            </a:p>
          </p:txBody>
        </p:sp>
        <p:sp>
          <p:nvSpPr>
            <p:cNvPr id="94" name="TextBox 12">
              <a:extLst>
                <a:ext uri="{FF2B5EF4-FFF2-40B4-BE49-F238E27FC236}">
                  <a16:creationId xmlns:a16="http://schemas.microsoft.com/office/drawing/2014/main" id="{6774974F-1EA2-4A64-972A-CDA9439D414F}"/>
                </a:ext>
              </a:extLst>
            </p:cNvPr>
            <p:cNvSpPr txBox="1"/>
            <p:nvPr/>
          </p:nvSpPr>
          <p:spPr>
            <a:xfrm>
              <a:off x="1835904" y="1999144"/>
              <a:ext cx="1682160" cy="968311"/>
            </a:xfrm>
            <a:prstGeom prst="rect">
              <a:avLst/>
            </a:prstGeom>
          </p:spPr>
          <p:txBody>
            <a:bodyPr lIns="0" tIns="0" rIns="0" bIns="0" rtlCol="0" anchor="t">
              <a:spAutoFit/>
            </a:bodyPr>
            <a:lstStyle/>
            <a:p>
              <a:pPr algn="ctr">
                <a:lnSpc>
                  <a:spcPts val="5227"/>
                </a:lnSpc>
              </a:pPr>
              <a:r>
                <a:rPr lang="en-US" sz="3733" b="1" spc="825" dirty="0">
                  <a:solidFill>
                    <a:srgbClr val="8FBC8F"/>
                  </a:solidFill>
                  <a:latin typeface="Anca Coder Bold"/>
                  <a:ea typeface="Anca Coder Bold"/>
                  <a:cs typeface="Anca Coder Bold"/>
                  <a:sym typeface="Anca Coder Bold"/>
                </a:rPr>
                <a:t>11</a:t>
              </a:r>
            </a:p>
          </p:txBody>
        </p:sp>
        <p:sp>
          <p:nvSpPr>
            <p:cNvPr id="95" name="TextBox 13">
              <a:extLst>
                <a:ext uri="{FF2B5EF4-FFF2-40B4-BE49-F238E27FC236}">
                  <a16:creationId xmlns:a16="http://schemas.microsoft.com/office/drawing/2014/main" id="{8DFA5313-92BA-4296-B64D-184A12ECE3CA}"/>
                </a:ext>
              </a:extLst>
            </p:cNvPr>
            <p:cNvSpPr txBox="1"/>
            <p:nvPr/>
          </p:nvSpPr>
          <p:spPr>
            <a:xfrm>
              <a:off x="4040516" y="1999144"/>
              <a:ext cx="1682160" cy="968311"/>
            </a:xfrm>
            <a:prstGeom prst="rect">
              <a:avLst/>
            </a:prstGeom>
          </p:spPr>
          <p:txBody>
            <a:bodyPr lIns="0" tIns="0" rIns="0" bIns="0" rtlCol="0" anchor="t">
              <a:spAutoFit/>
            </a:bodyPr>
            <a:lstStyle/>
            <a:p>
              <a:pPr algn="ctr">
                <a:lnSpc>
                  <a:spcPts val="5227"/>
                </a:lnSpc>
              </a:pPr>
              <a:r>
                <a:rPr lang="en-US" sz="3733" b="1" spc="825" dirty="0">
                  <a:solidFill>
                    <a:srgbClr val="FF5757"/>
                  </a:solidFill>
                  <a:latin typeface="Anca Coder Bold"/>
                  <a:ea typeface="Anca Coder Bold"/>
                  <a:cs typeface="Anca Coder Bold"/>
                  <a:sym typeface="Anca Coder Bold"/>
                </a:rPr>
                <a:t>1</a:t>
              </a:r>
            </a:p>
          </p:txBody>
        </p:sp>
        <p:sp>
          <p:nvSpPr>
            <p:cNvPr id="96" name="TextBox 14">
              <a:extLst>
                <a:ext uri="{FF2B5EF4-FFF2-40B4-BE49-F238E27FC236}">
                  <a16:creationId xmlns:a16="http://schemas.microsoft.com/office/drawing/2014/main" id="{05EA5A3B-BF0A-4896-BEB9-2A8F49BEABDF}"/>
                </a:ext>
              </a:extLst>
            </p:cNvPr>
            <p:cNvSpPr txBox="1"/>
            <p:nvPr/>
          </p:nvSpPr>
          <p:spPr>
            <a:xfrm>
              <a:off x="1835904" y="4272172"/>
              <a:ext cx="1682160" cy="968311"/>
            </a:xfrm>
            <a:prstGeom prst="rect">
              <a:avLst/>
            </a:prstGeom>
          </p:spPr>
          <p:txBody>
            <a:bodyPr lIns="0" tIns="0" rIns="0" bIns="0" rtlCol="0" anchor="t">
              <a:spAutoFit/>
            </a:bodyPr>
            <a:lstStyle/>
            <a:p>
              <a:pPr algn="ctr">
                <a:lnSpc>
                  <a:spcPts val="5227"/>
                </a:lnSpc>
              </a:pPr>
              <a:r>
                <a:rPr lang="en-US" sz="3733" b="1" spc="825" dirty="0">
                  <a:solidFill>
                    <a:srgbClr val="FF5757"/>
                  </a:solidFill>
                  <a:latin typeface="Anca Coder Bold"/>
                  <a:ea typeface="Anca Coder Bold"/>
                  <a:cs typeface="Anca Coder Bold"/>
                  <a:sym typeface="Anca Coder Bold"/>
                </a:rPr>
                <a:t>0</a:t>
              </a:r>
            </a:p>
          </p:txBody>
        </p:sp>
        <p:sp>
          <p:nvSpPr>
            <p:cNvPr id="97" name="TextBox 15">
              <a:extLst>
                <a:ext uri="{FF2B5EF4-FFF2-40B4-BE49-F238E27FC236}">
                  <a16:creationId xmlns:a16="http://schemas.microsoft.com/office/drawing/2014/main" id="{735FB8C3-A3A8-41B1-9BEC-0D533A63848D}"/>
                </a:ext>
              </a:extLst>
            </p:cNvPr>
            <p:cNvSpPr txBox="1"/>
            <p:nvPr/>
          </p:nvSpPr>
          <p:spPr>
            <a:xfrm>
              <a:off x="4040516" y="4272172"/>
              <a:ext cx="1682160" cy="968311"/>
            </a:xfrm>
            <a:prstGeom prst="rect">
              <a:avLst/>
            </a:prstGeom>
          </p:spPr>
          <p:txBody>
            <a:bodyPr lIns="0" tIns="0" rIns="0" bIns="0" rtlCol="0" anchor="t">
              <a:spAutoFit/>
            </a:bodyPr>
            <a:lstStyle/>
            <a:p>
              <a:pPr algn="ctr">
                <a:lnSpc>
                  <a:spcPts val="5227"/>
                </a:lnSpc>
              </a:pPr>
              <a:r>
                <a:rPr lang="en-US" sz="3733" b="1" spc="825" dirty="0">
                  <a:solidFill>
                    <a:srgbClr val="8FBC8F"/>
                  </a:solidFill>
                  <a:latin typeface="Anca Coder Bold"/>
                  <a:ea typeface="Anca Coder Bold"/>
                  <a:cs typeface="Anca Coder Bold"/>
                  <a:sym typeface="Anca Coder Bold"/>
                </a:rPr>
                <a:t>0</a:t>
              </a:r>
            </a:p>
          </p:txBody>
        </p:sp>
        <p:sp>
          <p:nvSpPr>
            <p:cNvPr id="98" name="TextBox 16">
              <a:extLst>
                <a:ext uri="{FF2B5EF4-FFF2-40B4-BE49-F238E27FC236}">
                  <a16:creationId xmlns:a16="http://schemas.microsoft.com/office/drawing/2014/main" id="{EC462603-0FE4-4569-86CD-6C1626EA88DB}"/>
                </a:ext>
              </a:extLst>
            </p:cNvPr>
            <p:cNvSpPr txBox="1"/>
            <p:nvPr/>
          </p:nvSpPr>
          <p:spPr>
            <a:xfrm>
              <a:off x="1560675" y="-85725"/>
              <a:ext cx="4454215" cy="518458"/>
            </a:xfrm>
            <a:prstGeom prst="rect">
              <a:avLst/>
            </a:prstGeom>
          </p:spPr>
          <p:txBody>
            <a:bodyPr lIns="0" tIns="0" rIns="0" bIns="0" rtlCol="0" anchor="t">
              <a:spAutoFit/>
            </a:bodyPr>
            <a:lstStyle/>
            <a:p>
              <a:pPr algn="ctr">
                <a:lnSpc>
                  <a:spcPts val="3020"/>
                </a:lnSpc>
              </a:pPr>
              <a:r>
                <a:rPr lang="en-US" sz="2157" b="1" spc="476" dirty="0">
                  <a:solidFill>
                    <a:srgbClr val="E6C078"/>
                  </a:solidFill>
                  <a:latin typeface="Codec Pro Bold"/>
                  <a:ea typeface="Codec Pro Bold"/>
                  <a:cs typeface="Codec Pro Bold"/>
                  <a:sym typeface="Codec Pro Bold"/>
                </a:rPr>
                <a:t>Ground </a:t>
              </a:r>
              <a:r>
                <a:rPr lang="en-US" sz="2157" b="1" spc="476" dirty="0" err="1">
                  <a:solidFill>
                    <a:srgbClr val="E6C078"/>
                  </a:solidFill>
                  <a:latin typeface="Codec Pro Bold"/>
                  <a:ea typeface="Codec Pro Bold"/>
                  <a:cs typeface="Codec Pro Bold"/>
                  <a:sym typeface="Codec Pro Bold"/>
                </a:rPr>
                <a:t>truthed</a:t>
              </a:r>
              <a:endParaRPr lang="en-US" sz="2157" b="1" spc="476" dirty="0">
                <a:solidFill>
                  <a:srgbClr val="E6C078"/>
                </a:solidFill>
                <a:latin typeface="Codec Pro Bold"/>
                <a:ea typeface="Codec Pro Bold"/>
                <a:cs typeface="Codec Pro Bold"/>
                <a:sym typeface="Codec Pro Bold"/>
              </a:endParaRPr>
            </a:p>
          </p:txBody>
        </p:sp>
        <p:sp>
          <p:nvSpPr>
            <p:cNvPr id="99" name="TextBox 17">
              <a:extLst>
                <a:ext uri="{FF2B5EF4-FFF2-40B4-BE49-F238E27FC236}">
                  <a16:creationId xmlns:a16="http://schemas.microsoft.com/office/drawing/2014/main" id="{6CD2F3D1-AA71-4B47-B1C1-D3010E455C55}"/>
                </a:ext>
              </a:extLst>
            </p:cNvPr>
            <p:cNvSpPr txBox="1"/>
            <p:nvPr/>
          </p:nvSpPr>
          <p:spPr>
            <a:xfrm rot="-5400000">
              <a:off x="-2097422" y="3458452"/>
              <a:ext cx="4541851" cy="518458"/>
            </a:xfrm>
            <a:prstGeom prst="rect">
              <a:avLst/>
            </a:prstGeom>
          </p:spPr>
          <p:txBody>
            <a:bodyPr lIns="0" tIns="0" rIns="0" bIns="0" rtlCol="0" anchor="t">
              <a:spAutoFit/>
            </a:bodyPr>
            <a:lstStyle/>
            <a:p>
              <a:pPr algn="ctr">
                <a:lnSpc>
                  <a:spcPts val="3020"/>
                </a:lnSpc>
              </a:pPr>
              <a:r>
                <a:rPr lang="en-US" sz="2157" b="1" spc="476">
                  <a:solidFill>
                    <a:srgbClr val="E6C078"/>
                  </a:solidFill>
                  <a:latin typeface="Codec Pro Bold"/>
                  <a:ea typeface="Codec Pro Bold"/>
                  <a:cs typeface="Codec Pro Bold"/>
                  <a:sym typeface="Codec Pro Bold"/>
                </a:rPr>
                <a:t>Predicted</a:t>
              </a:r>
            </a:p>
          </p:txBody>
        </p:sp>
      </p:grpSp>
      <p:grpSp>
        <p:nvGrpSpPr>
          <p:cNvPr id="104" name="Group 103">
            <a:extLst>
              <a:ext uri="{FF2B5EF4-FFF2-40B4-BE49-F238E27FC236}">
                <a16:creationId xmlns:a16="http://schemas.microsoft.com/office/drawing/2014/main" id="{9B5337D7-FD1B-49CA-9967-321E04AB39C1}"/>
              </a:ext>
            </a:extLst>
          </p:cNvPr>
          <p:cNvGrpSpPr/>
          <p:nvPr/>
        </p:nvGrpSpPr>
        <p:grpSpPr>
          <a:xfrm>
            <a:off x="11325427" y="764829"/>
            <a:ext cx="6457340" cy="1112003"/>
            <a:chOff x="11325427" y="764829"/>
            <a:chExt cx="6457340" cy="1112003"/>
          </a:xfrm>
        </p:grpSpPr>
        <p:grpSp>
          <p:nvGrpSpPr>
            <p:cNvPr id="60" name="Group 60"/>
            <p:cNvGrpSpPr/>
            <p:nvPr/>
          </p:nvGrpSpPr>
          <p:grpSpPr>
            <a:xfrm>
              <a:off x="11325427" y="860439"/>
              <a:ext cx="3767910" cy="1016393"/>
              <a:chOff x="0" y="0"/>
              <a:chExt cx="5023880" cy="1355190"/>
            </a:xfrm>
          </p:grpSpPr>
          <p:sp>
            <p:nvSpPr>
              <p:cNvPr id="61" name="TextBox 61"/>
              <p:cNvSpPr txBox="1"/>
              <p:nvPr/>
            </p:nvSpPr>
            <p:spPr>
              <a:xfrm>
                <a:off x="0" y="-104775"/>
                <a:ext cx="5023880" cy="1459965"/>
              </a:xfrm>
              <a:prstGeom prst="rect">
                <a:avLst/>
              </a:prstGeom>
            </p:spPr>
            <p:txBody>
              <a:bodyPr lIns="0" tIns="0" rIns="0" bIns="0" rtlCol="0" anchor="t">
                <a:spAutoFit/>
              </a:bodyPr>
              <a:lstStyle/>
              <a:p>
                <a:pPr algn="just">
                  <a:lnSpc>
                    <a:spcPts val="4333"/>
                  </a:lnSpc>
                </a:pPr>
                <a:r>
                  <a:rPr lang="en-US" sz="3095" b="1" dirty="0">
                    <a:solidFill>
                      <a:srgbClr val="FFFFFF"/>
                    </a:solidFill>
                    <a:latin typeface="Codec Pro Bold"/>
                    <a:ea typeface="Codec Pro Bold"/>
                    <a:cs typeface="Codec Pro Bold"/>
                    <a:sym typeface="Codec Pro Bold"/>
                  </a:rPr>
                  <a:t>Accuracy =  </a:t>
                </a:r>
                <a:r>
                  <a:rPr lang="en-US" sz="3095" b="1" dirty="0">
                    <a:solidFill>
                      <a:srgbClr val="8FBC8F"/>
                    </a:solidFill>
                    <a:latin typeface="Codec Pro Bold"/>
                    <a:ea typeface="Codec Pro Bold"/>
                    <a:cs typeface="Codec Pro Bold"/>
                    <a:sym typeface="Codec Pro Bold"/>
                  </a:rPr>
                  <a:t>TP </a:t>
                </a:r>
                <a:r>
                  <a:rPr lang="en-US" sz="3095" b="1" dirty="0">
                    <a:solidFill>
                      <a:srgbClr val="FFFFFF"/>
                    </a:solidFill>
                    <a:latin typeface="Codec Pro Bold"/>
                    <a:ea typeface="Codec Pro Bold"/>
                    <a:cs typeface="Codec Pro Bold"/>
                    <a:sym typeface="Codec Pro Bold"/>
                  </a:rPr>
                  <a:t>+ </a:t>
                </a:r>
                <a:r>
                  <a:rPr lang="en-US" sz="3095" b="1" dirty="0">
                    <a:solidFill>
                      <a:srgbClr val="8FBC8F"/>
                    </a:solidFill>
                    <a:latin typeface="Codec Pro Bold"/>
                    <a:ea typeface="Codec Pro Bold"/>
                    <a:cs typeface="Codec Pro Bold"/>
                    <a:sym typeface="Codec Pro Bold"/>
                  </a:rPr>
                  <a:t>TN</a:t>
                </a:r>
              </a:p>
              <a:p>
                <a:pPr algn="just">
                  <a:lnSpc>
                    <a:spcPts val="4333"/>
                  </a:lnSpc>
                </a:pPr>
                <a:r>
                  <a:rPr lang="en-US" sz="3095" b="1" dirty="0">
                    <a:solidFill>
                      <a:srgbClr val="FFFFFF"/>
                    </a:solidFill>
                    <a:latin typeface="Codec Pro Bold"/>
                    <a:ea typeface="Codec Pro Bold"/>
                    <a:cs typeface="Codec Pro Bold"/>
                    <a:sym typeface="Codec Pro Bold"/>
                  </a:rPr>
                  <a:t>                       SUM(all)</a:t>
                </a:r>
              </a:p>
            </p:txBody>
          </p:sp>
          <p:sp>
            <p:nvSpPr>
              <p:cNvPr id="62" name="AutoShape 62"/>
              <p:cNvSpPr/>
              <p:nvPr/>
            </p:nvSpPr>
            <p:spPr>
              <a:xfrm flipV="1">
                <a:off x="2869512" y="607802"/>
                <a:ext cx="2154133" cy="22462"/>
              </a:xfrm>
              <a:prstGeom prst="line">
                <a:avLst/>
              </a:prstGeom>
              <a:ln w="44923" cap="flat">
                <a:solidFill>
                  <a:srgbClr val="FFFFFF"/>
                </a:solidFill>
                <a:prstDash val="solid"/>
                <a:headEnd type="none" w="sm" len="sm"/>
                <a:tailEnd type="none" w="sm" len="sm"/>
              </a:ln>
            </p:spPr>
          </p:sp>
        </p:grpSp>
        <p:sp>
          <p:nvSpPr>
            <p:cNvPr id="102" name="TextBox 61">
              <a:extLst>
                <a:ext uri="{FF2B5EF4-FFF2-40B4-BE49-F238E27FC236}">
                  <a16:creationId xmlns:a16="http://schemas.microsoft.com/office/drawing/2014/main" id="{938B65A1-F522-4CB5-ACDE-6581EA4F0DA2}"/>
                </a:ext>
              </a:extLst>
            </p:cNvPr>
            <p:cNvSpPr txBox="1"/>
            <p:nvPr/>
          </p:nvSpPr>
          <p:spPr>
            <a:xfrm>
              <a:off x="15604182" y="764829"/>
              <a:ext cx="2178585" cy="1068562"/>
            </a:xfrm>
            <a:prstGeom prst="rect">
              <a:avLst/>
            </a:prstGeom>
          </p:spPr>
          <p:txBody>
            <a:bodyPr wrap="square" lIns="0" tIns="0" rIns="0" bIns="0" rtlCol="0" anchor="t">
              <a:spAutoFit/>
            </a:bodyPr>
            <a:lstStyle/>
            <a:p>
              <a:pPr algn="just">
                <a:lnSpc>
                  <a:spcPts val="4333"/>
                </a:lnSpc>
              </a:pPr>
              <a:r>
                <a:rPr lang="en-US" sz="3095" b="1" dirty="0">
                  <a:solidFill>
                    <a:srgbClr val="FFFFFF"/>
                  </a:solidFill>
                  <a:latin typeface="Codec Pro Bold"/>
                  <a:ea typeface="Codec Pro Bold"/>
                  <a:cs typeface="Codec Pro Bold"/>
                  <a:sym typeface="Codec Pro Bold"/>
                </a:rPr>
                <a:t>=     </a:t>
              </a:r>
              <a:r>
                <a:rPr lang="en-US" sz="3095" b="1" dirty="0">
                  <a:solidFill>
                    <a:srgbClr val="8FBC8F"/>
                  </a:solidFill>
                  <a:latin typeface="Codec Pro Bold"/>
                  <a:ea typeface="Codec Pro Bold"/>
                  <a:cs typeface="Codec Pro Bold"/>
                  <a:sym typeface="Codec Pro Bold"/>
                </a:rPr>
                <a:t>11 </a:t>
              </a:r>
              <a:r>
                <a:rPr lang="en-US" sz="3095" b="1" dirty="0">
                  <a:solidFill>
                    <a:srgbClr val="FFFFFF"/>
                  </a:solidFill>
                  <a:latin typeface="Codec Pro Bold"/>
                  <a:ea typeface="Codec Pro Bold"/>
                  <a:cs typeface="Codec Pro Bold"/>
                  <a:sym typeface="Codec Pro Bold"/>
                </a:rPr>
                <a:t>+ </a:t>
              </a:r>
              <a:r>
                <a:rPr lang="en-US" sz="3095" b="1" dirty="0">
                  <a:solidFill>
                    <a:srgbClr val="8FBC8F"/>
                  </a:solidFill>
                  <a:latin typeface="Codec Pro Bold"/>
                  <a:ea typeface="Codec Pro Bold"/>
                  <a:cs typeface="Codec Pro Bold"/>
                  <a:sym typeface="Codec Pro Bold"/>
                </a:rPr>
                <a:t>0</a:t>
              </a:r>
            </a:p>
            <a:p>
              <a:pPr algn="just">
                <a:lnSpc>
                  <a:spcPts val="4333"/>
                </a:lnSpc>
              </a:pPr>
              <a:r>
                <a:rPr lang="en-US" sz="3095" b="1" dirty="0">
                  <a:solidFill>
                    <a:srgbClr val="FFFFFF"/>
                  </a:solidFill>
                  <a:latin typeface="Codec Pro Bold"/>
                  <a:ea typeface="Codec Pro Bold"/>
                  <a:cs typeface="Codec Pro Bold"/>
                  <a:sym typeface="Codec Pro Bold"/>
                </a:rPr>
                <a:t>    11+1+0+0</a:t>
              </a:r>
            </a:p>
          </p:txBody>
        </p:sp>
        <p:sp>
          <p:nvSpPr>
            <p:cNvPr id="103" name="AutoShape 62">
              <a:extLst>
                <a:ext uri="{FF2B5EF4-FFF2-40B4-BE49-F238E27FC236}">
                  <a16:creationId xmlns:a16="http://schemas.microsoft.com/office/drawing/2014/main" id="{2B82EB64-62D9-4C70-989D-C95EA34412A7}"/>
                </a:ext>
              </a:extLst>
            </p:cNvPr>
            <p:cNvSpPr/>
            <p:nvPr/>
          </p:nvSpPr>
          <p:spPr>
            <a:xfrm flipV="1">
              <a:off x="15898812" y="1257300"/>
              <a:ext cx="1779588" cy="0"/>
            </a:xfrm>
            <a:prstGeom prst="line">
              <a:avLst/>
            </a:prstGeom>
            <a:ln w="44923" cap="flat">
              <a:solidFill>
                <a:srgbClr val="FFFFFF"/>
              </a:solidFill>
              <a:prstDash val="solid"/>
              <a:headEnd type="none" w="sm" len="sm"/>
              <a:tailEnd type="none" w="sm" len="sm"/>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924" y="265152"/>
            <a:ext cx="3615122" cy="3365210"/>
            <a:chOff x="0" y="0"/>
            <a:chExt cx="4820162" cy="4486947"/>
          </a:xfrm>
        </p:grpSpPr>
        <p:sp>
          <p:nvSpPr>
            <p:cNvPr id="4" name="Freeform 4"/>
            <p:cNvSpPr/>
            <p:nvPr/>
          </p:nvSpPr>
          <p:spPr>
            <a:xfrm>
              <a:off x="0" y="0"/>
              <a:ext cx="3296002" cy="2142507"/>
            </a:xfrm>
            <a:custGeom>
              <a:avLst/>
              <a:gdLst/>
              <a:ahLst/>
              <a:cxnLst/>
              <a:rect l="l" t="t" r="r" b="b"/>
              <a:pathLst>
                <a:path w="3296002" h="2142507">
                  <a:moveTo>
                    <a:pt x="0" y="0"/>
                  </a:moveTo>
                  <a:lnTo>
                    <a:pt x="3296002" y="0"/>
                  </a:lnTo>
                  <a:lnTo>
                    <a:pt x="3296002" y="2142507"/>
                  </a:lnTo>
                  <a:lnTo>
                    <a:pt x="0" y="2142507"/>
                  </a:lnTo>
                  <a:lnTo>
                    <a:pt x="0" y="0"/>
                  </a:lnTo>
                  <a:close/>
                </a:path>
              </a:pathLst>
            </a:custGeom>
            <a:blipFill>
              <a:blip r:embed="rId3"/>
              <a:stretch>
                <a:fillRect l="-23575" t="-40298" r="-23575" b="-35771"/>
              </a:stretch>
            </a:blipFill>
          </p:spPr>
        </p:sp>
        <p:sp>
          <p:nvSpPr>
            <p:cNvPr id="5" name="Freeform 5"/>
            <p:cNvSpPr/>
            <p:nvPr/>
          </p:nvSpPr>
          <p:spPr>
            <a:xfrm>
              <a:off x="1442441" y="2953354"/>
              <a:ext cx="3377721" cy="1465497"/>
            </a:xfrm>
            <a:custGeom>
              <a:avLst/>
              <a:gdLst/>
              <a:ahLst/>
              <a:cxnLst/>
              <a:rect l="l" t="t" r="r" b="b"/>
              <a:pathLst>
                <a:path w="3377721" h="1465497">
                  <a:moveTo>
                    <a:pt x="0" y="0"/>
                  </a:moveTo>
                  <a:lnTo>
                    <a:pt x="3377721" y="0"/>
                  </a:lnTo>
                  <a:lnTo>
                    <a:pt x="3377721" y="1465497"/>
                  </a:lnTo>
                  <a:lnTo>
                    <a:pt x="0" y="1465497"/>
                  </a:lnTo>
                  <a:lnTo>
                    <a:pt x="0" y="0"/>
                  </a:lnTo>
                  <a:close/>
                </a:path>
              </a:pathLst>
            </a:custGeom>
            <a:blipFill>
              <a:blip r:embed="rId4"/>
              <a:stretch>
                <a:fillRect r="-48319"/>
              </a:stretch>
            </a:blipFill>
          </p:spPr>
        </p:sp>
        <p:sp>
          <p:nvSpPr>
            <p:cNvPr id="6" name="Freeform 6"/>
            <p:cNvSpPr/>
            <p:nvPr/>
          </p:nvSpPr>
          <p:spPr>
            <a:xfrm>
              <a:off x="1062170" y="1371600"/>
              <a:ext cx="3377721" cy="2743662"/>
            </a:xfrm>
            <a:custGeom>
              <a:avLst/>
              <a:gdLst/>
              <a:ahLst/>
              <a:cxnLst/>
              <a:rect l="l" t="t" r="r" b="b"/>
              <a:pathLst>
                <a:path w="3377721" h="2743662">
                  <a:moveTo>
                    <a:pt x="0" y="0"/>
                  </a:moveTo>
                  <a:lnTo>
                    <a:pt x="3377721" y="0"/>
                  </a:lnTo>
                  <a:lnTo>
                    <a:pt x="3377721" y="2743662"/>
                  </a:lnTo>
                  <a:lnTo>
                    <a:pt x="0" y="2743662"/>
                  </a:lnTo>
                  <a:lnTo>
                    <a:pt x="0" y="0"/>
                  </a:lnTo>
                  <a:close/>
                </a:path>
              </a:pathLst>
            </a:custGeom>
            <a:blipFill>
              <a:blip r:embed="rId5"/>
              <a:stretch>
                <a:fillRect l="-28695" t="-7259" r="-26193"/>
              </a:stretch>
            </a:blipFill>
          </p:spPr>
        </p:sp>
        <p:sp>
          <p:nvSpPr>
            <p:cNvPr id="7" name="Freeform 7"/>
            <p:cNvSpPr/>
            <p:nvPr/>
          </p:nvSpPr>
          <p:spPr>
            <a:xfrm>
              <a:off x="1742196" y="0"/>
              <a:ext cx="2916515" cy="4486947"/>
            </a:xfrm>
            <a:custGeom>
              <a:avLst/>
              <a:gdLst/>
              <a:ahLst/>
              <a:cxnLst/>
              <a:rect l="l" t="t" r="r" b="b"/>
              <a:pathLst>
                <a:path w="2916515" h="4486947">
                  <a:moveTo>
                    <a:pt x="0" y="0"/>
                  </a:moveTo>
                  <a:lnTo>
                    <a:pt x="2916515" y="0"/>
                  </a:lnTo>
                  <a:lnTo>
                    <a:pt x="2916515" y="4486947"/>
                  </a:lnTo>
                  <a:lnTo>
                    <a:pt x="0" y="4486947"/>
                  </a:lnTo>
                  <a:lnTo>
                    <a:pt x="0" y="0"/>
                  </a:lnTo>
                  <a:close/>
                </a:path>
              </a:pathLst>
            </a:custGeom>
            <a:blipFill>
              <a:blip r:embed="rId6">
                <a:alphaModFix amt="65000"/>
                <a:extLst>
                  <a:ext uri="{96DAC541-7B7A-43D3-8B79-37D633B846F1}">
                    <asvg:svgBlip xmlns:asvg="http://schemas.microsoft.com/office/drawing/2016/SVG/main" r:embed="rId7"/>
                  </a:ext>
                </a:extLst>
              </a:blip>
              <a:stretch>
                <a:fillRect/>
              </a:stretch>
            </a:blipFill>
          </p:spPr>
        </p:sp>
      </p:grpSp>
      <p:grpSp>
        <p:nvGrpSpPr>
          <p:cNvPr id="8" name="Group 8"/>
          <p:cNvGrpSpPr/>
          <p:nvPr/>
        </p:nvGrpSpPr>
        <p:grpSpPr>
          <a:xfrm>
            <a:off x="10061664" y="867090"/>
            <a:ext cx="2533291" cy="2161334"/>
            <a:chOff x="0" y="0"/>
            <a:chExt cx="3377721" cy="2881778"/>
          </a:xfrm>
        </p:grpSpPr>
        <p:sp>
          <p:nvSpPr>
            <p:cNvPr id="9" name="Freeform 9"/>
            <p:cNvSpPr/>
            <p:nvPr/>
          </p:nvSpPr>
          <p:spPr>
            <a:xfrm>
              <a:off x="0" y="1094481"/>
              <a:ext cx="3377721" cy="1465497"/>
            </a:xfrm>
            <a:custGeom>
              <a:avLst/>
              <a:gdLst/>
              <a:ahLst/>
              <a:cxnLst/>
              <a:rect l="l" t="t" r="r" b="b"/>
              <a:pathLst>
                <a:path w="3377721" h="1465497">
                  <a:moveTo>
                    <a:pt x="0" y="0"/>
                  </a:moveTo>
                  <a:lnTo>
                    <a:pt x="3377721" y="0"/>
                  </a:lnTo>
                  <a:lnTo>
                    <a:pt x="3377721" y="1465497"/>
                  </a:lnTo>
                  <a:lnTo>
                    <a:pt x="0" y="1465497"/>
                  </a:lnTo>
                  <a:lnTo>
                    <a:pt x="0" y="0"/>
                  </a:lnTo>
                  <a:close/>
                </a:path>
              </a:pathLst>
            </a:custGeom>
            <a:blipFill>
              <a:blip r:embed="rId4"/>
              <a:stretch>
                <a:fillRect r="-48319"/>
              </a:stretch>
            </a:blipFill>
          </p:spPr>
        </p:sp>
        <p:sp>
          <p:nvSpPr>
            <p:cNvPr id="10" name="Freeform 10"/>
            <p:cNvSpPr/>
            <p:nvPr/>
          </p:nvSpPr>
          <p:spPr>
            <a:xfrm>
              <a:off x="81719" y="0"/>
              <a:ext cx="3296002" cy="2142507"/>
            </a:xfrm>
            <a:custGeom>
              <a:avLst/>
              <a:gdLst/>
              <a:ahLst/>
              <a:cxnLst/>
              <a:rect l="l" t="t" r="r" b="b"/>
              <a:pathLst>
                <a:path w="3296002" h="2142507">
                  <a:moveTo>
                    <a:pt x="0" y="0"/>
                  </a:moveTo>
                  <a:lnTo>
                    <a:pt x="3296002" y="0"/>
                  </a:lnTo>
                  <a:lnTo>
                    <a:pt x="3296002" y="2142507"/>
                  </a:lnTo>
                  <a:lnTo>
                    <a:pt x="0" y="2142507"/>
                  </a:lnTo>
                  <a:lnTo>
                    <a:pt x="0" y="0"/>
                  </a:lnTo>
                  <a:close/>
                </a:path>
              </a:pathLst>
            </a:custGeom>
            <a:blipFill>
              <a:blip r:embed="rId3"/>
              <a:stretch>
                <a:fillRect l="-23575" t="-40298" r="-23575" b="-35771"/>
              </a:stretch>
            </a:blipFill>
          </p:spPr>
        </p:sp>
        <p:sp>
          <p:nvSpPr>
            <p:cNvPr id="11" name="TextBox 11"/>
            <p:cNvSpPr txBox="1"/>
            <p:nvPr/>
          </p:nvSpPr>
          <p:spPr>
            <a:xfrm>
              <a:off x="234940" y="2181029"/>
              <a:ext cx="2907842" cy="700750"/>
            </a:xfrm>
            <a:prstGeom prst="rect">
              <a:avLst/>
            </a:prstGeom>
          </p:spPr>
          <p:txBody>
            <a:bodyPr lIns="0" tIns="0" rIns="0" bIns="0" rtlCol="0" anchor="t">
              <a:spAutoFit/>
            </a:bodyPr>
            <a:lstStyle/>
            <a:p>
              <a:pPr algn="ctr">
                <a:lnSpc>
                  <a:spcPts val="4480"/>
                </a:lnSpc>
              </a:pPr>
              <a:r>
                <a:rPr lang="en-US" sz="3200" b="1">
                  <a:solidFill>
                    <a:srgbClr val="9DA8BD"/>
                  </a:solidFill>
                  <a:latin typeface="Canva Sans Bold"/>
                  <a:ea typeface="Canva Sans Bold"/>
                  <a:cs typeface="Canva Sans Bold"/>
                  <a:sym typeface="Canva Sans Bold"/>
                </a:rPr>
                <a:t>A B A C B B</a:t>
              </a:r>
            </a:p>
          </p:txBody>
        </p:sp>
      </p:grpSp>
      <p:grpSp>
        <p:nvGrpSpPr>
          <p:cNvPr id="12" name="Group 12"/>
          <p:cNvGrpSpPr/>
          <p:nvPr/>
        </p:nvGrpSpPr>
        <p:grpSpPr>
          <a:xfrm>
            <a:off x="9733648" y="7299130"/>
            <a:ext cx="2533291" cy="2161334"/>
            <a:chOff x="0" y="0"/>
            <a:chExt cx="3377721" cy="2881778"/>
          </a:xfrm>
        </p:grpSpPr>
        <p:sp>
          <p:nvSpPr>
            <p:cNvPr id="13" name="Freeform 13"/>
            <p:cNvSpPr/>
            <p:nvPr/>
          </p:nvSpPr>
          <p:spPr>
            <a:xfrm>
              <a:off x="0" y="1094481"/>
              <a:ext cx="3377721" cy="1465497"/>
            </a:xfrm>
            <a:custGeom>
              <a:avLst/>
              <a:gdLst/>
              <a:ahLst/>
              <a:cxnLst/>
              <a:rect l="l" t="t" r="r" b="b"/>
              <a:pathLst>
                <a:path w="3377721" h="1465497">
                  <a:moveTo>
                    <a:pt x="0" y="0"/>
                  </a:moveTo>
                  <a:lnTo>
                    <a:pt x="3377721" y="0"/>
                  </a:lnTo>
                  <a:lnTo>
                    <a:pt x="3377721" y="1465497"/>
                  </a:lnTo>
                  <a:lnTo>
                    <a:pt x="0" y="1465497"/>
                  </a:lnTo>
                  <a:lnTo>
                    <a:pt x="0" y="0"/>
                  </a:lnTo>
                  <a:close/>
                </a:path>
              </a:pathLst>
            </a:custGeom>
            <a:blipFill>
              <a:blip r:embed="rId4"/>
              <a:stretch>
                <a:fillRect r="-48319"/>
              </a:stretch>
            </a:blipFill>
          </p:spPr>
        </p:sp>
        <p:sp>
          <p:nvSpPr>
            <p:cNvPr id="14" name="Freeform 14"/>
            <p:cNvSpPr/>
            <p:nvPr/>
          </p:nvSpPr>
          <p:spPr>
            <a:xfrm>
              <a:off x="81719" y="0"/>
              <a:ext cx="3296002" cy="2142507"/>
            </a:xfrm>
            <a:custGeom>
              <a:avLst/>
              <a:gdLst/>
              <a:ahLst/>
              <a:cxnLst/>
              <a:rect l="l" t="t" r="r" b="b"/>
              <a:pathLst>
                <a:path w="3296002" h="2142507">
                  <a:moveTo>
                    <a:pt x="0" y="0"/>
                  </a:moveTo>
                  <a:lnTo>
                    <a:pt x="3296002" y="0"/>
                  </a:lnTo>
                  <a:lnTo>
                    <a:pt x="3296002" y="2142507"/>
                  </a:lnTo>
                  <a:lnTo>
                    <a:pt x="0" y="2142507"/>
                  </a:lnTo>
                  <a:lnTo>
                    <a:pt x="0" y="0"/>
                  </a:lnTo>
                  <a:close/>
                </a:path>
              </a:pathLst>
            </a:custGeom>
            <a:blipFill>
              <a:blip r:embed="rId3"/>
              <a:stretch>
                <a:fillRect l="-23575" t="-40298" r="-23575" b="-35771"/>
              </a:stretch>
            </a:blipFill>
          </p:spPr>
        </p:sp>
        <p:sp>
          <p:nvSpPr>
            <p:cNvPr id="15" name="TextBox 15"/>
            <p:cNvSpPr txBox="1"/>
            <p:nvPr/>
          </p:nvSpPr>
          <p:spPr>
            <a:xfrm>
              <a:off x="234940" y="2181029"/>
              <a:ext cx="2907842" cy="700750"/>
            </a:xfrm>
            <a:prstGeom prst="rect">
              <a:avLst/>
            </a:prstGeom>
          </p:spPr>
          <p:txBody>
            <a:bodyPr lIns="0" tIns="0" rIns="0" bIns="0" rtlCol="0" anchor="t">
              <a:spAutoFit/>
            </a:bodyPr>
            <a:lstStyle/>
            <a:p>
              <a:pPr algn="ctr">
                <a:lnSpc>
                  <a:spcPts val="4480"/>
                </a:lnSpc>
              </a:pPr>
              <a:r>
                <a:rPr lang="en-US" sz="3200" b="1">
                  <a:solidFill>
                    <a:srgbClr val="9DA8BD"/>
                  </a:solidFill>
                  <a:latin typeface="Canva Sans Bold"/>
                  <a:ea typeface="Canva Sans Bold"/>
                  <a:cs typeface="Canva Sans Bold"/>
                  <a:sym typeface="Canva Sans Bold"/>
                </a:rPr>
                <a:t>A B A C B B</a:t>
              </a:r>
            </a:p>
          </p:txBody>
        </p:sp>
      </p:grpSp>
      <p:grpSp>
        <p:nvGrpSpPr>
          <p:cNvPr id="16" name="Group 16"/>
          <p:cNvGrpSpPr/>
          <p:nvPr/>
        </p:nvGrpSpPr>
        <p:grpSpPr>
          <a:xfrm>
            <a:off x="13290383" y="3850959"/>
            <a:ext cx="3405110" cy="2821985"/>
            <a:chOff x="0" y="0"/>
            <a:chExt cx="4540147" cy="3762647"/>
          </a:xfrm>
        </p:grpSpPr>
        <p:sp>
          <p:nvSpPr>
            <p:cNvPr id="17" name="Freeform 17"/>
            <p:cNvSpPr/>
            <p:nvPr/>
          </p:nvSpPr>
          <p:spPr>
            <a:xfrm>
              <a:off x="0" y="0"/>
              <a:ext cx="4540147" cy="3762647"/>
            </a:xfrm>
            <a:custGeom>
              <a:avLst/>
              <a:gdLst/>
              <a:ahLst/>
              <a:cxnLst/>
              <a:rect l="l" t="t" r="r" b="b"/>
              <a:pathLst>
                <a:path w="4540147" h="3762647">
                  <a:moveTo>
                    <a:pt x="0" y="0"/>
                  </a:moveTo>
                  <a:lnTo>
                    <a:pt x="4540147" y="0"/>
                  </a:lnTo>
                  <a:lnTo>
                    <a:pt x="4540147" y="3762647"/>
                  </a:lnTo>
                  <a:lnTo>
                    <a:pt x="0" y="37626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Freeform 18"/>
            <p:cNvSpPr/>
            <p:nvPr/>
          </p:nvSpPr>
          <p:spPr>
            <a:xfrm>
              <a:off x="1539861" y="1067770"/>
              <a:ext cx="1952445" cy="1753296"/>
            </a:xfrm>
            <a:custGeom>
              <a:avLst/>
              <a:gdLst/>
              <a:ahLst/>
              <a:cxnLst/>
              <a:rect l="l" t="t" r="r" b="b"/>
              <a:pathLst>
                <a:path w="1952445" h="1753296">
                  <a:moveTo>
                    <a:pt x="0" y="0"/>
                  </a:moveTo>
                  <a:lnTo>
                    <a:pt x="1952445" y="0"/>
                  </a:lnTo>
                  <a:lnTo>
                    <a:pt x="1952445" y="1753296"/>
                  </a:lnTo>
                  <a:lnTo>
                    <a:pt x="0" y="175329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grpSp>
        <p:nvGrpSpPr>
          <p:cNvPr id="19" name="Group 19"/>
          <p:cNvGrpSpPr/>
          <p:nvPr/>
        </p:nvGrpSpPr>
        <p:grpSpPr>
          <a:xfrm>
            <a:off x="5154734" y="7234540"/>
            <a:ext cx="2780366" cy="2304228"/>
            <a:chOff x="0" y="0"/>
            <a:chExt cx="3707154" cy="3072304"/>
          </a:xfrm>
        </p:grpSpPr>
        <p:sp>
          <p:nvSpPr>
            <p:cNvPr id="20" name="Freeform 20"/>
            <p:cNvSpPr/>
            <p:nvPr/>
          </p:nvSpPr>
          <p:spPr>
            <a:xfrm>
              <a:off x="0" y="0"/>
              <a:ext cx="3707154" cy="3072304"/>
            </a:xfrm>
            <a:custGeom>
              <a:avLst/>
              <a:gdLst/>
              <a:ahLst/>
              <a:cxnLst/>
              <a:rect l="l" t="t" r="r" b="b"/>
              <a:pathLst>
                <a:path w="3707154" h="3072304">
                  <a:moveTo>
                    <a:pt x="0" y="0"/>
                  </a:moveTo>
                  <a:lnTo>
                    <a:pt x="3707154" y="0"/>
                  </a:lnTo>
                  <a:lnTo>
                    <a:pt x="3707154" y="3072304"/>
                  </a:lnTo>
                  <a:lnTo>
                    <a:pt x="0" y="307230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1" name="Freeform 21"/>
            <p:cNvSpPr/>
            <p:nvPr/>
          </p:nvSpPr>
          <p:spPr>
            <a:xfrm>
              <a:off x="1257339" y="871863"/>
              <a:ext cx="1594225" cy="1431614"/>
            </a:xfrm>
            <a:custGeom>
              <a:avLst/>
              <a:gdLst/>
              <a:ahLst/>
              <a:cxnLst/>
              <a:rect l="l" t="t" r="r" b="b"/>
              <a:pathLst>
                <a:path w="1594225" h="1431614">
                  <a:moveTo>
                    <a:pt x="0" y="0"/>
                  </a:moveTo>
                  <a:lnTo>
                    <a:pt x="1594225" y="0"/>
                  </a:lnTo>
                  <a:lnTo>
                    <a:pt x="1594225" y="1431615"/>
                  </a:lnTo>
                  <a:lnTo>
                    <a:pt x="0" y="143161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grpSp>
        <p:nvGrpSpPr>
          <p:cNvPr id="22" name="Group 22"/>
          <p:cNvGrpSpPr/>
          <p:nvPr/>
        </p:nvGrpSpPr>
        <p:grpSpPr>
          <a:xfrm>
            <a:off x="1041050" y="7502060"/>
            <a:ext cx="2433672" cy="1844482"/>
            <a:chOff x="0" y="0"/>
            <a:chExt cx="3244895" cy="2459310"/>
          </a:xfrm>
        </p:grpSpPr>
        <p:sp>
          <p:nvSpPr>
            <p:cNvPr id="23" name="Freeform 23"/>
            <p:cNvSpPr/>
            <p:nvPr/>
          </p:nvSpPr>
          <p:spPr>
            <a:xfrm>
              <a:off x="0" y="1051442"/>
              <a:ext cx="3244895" cy="1407868"/>
            </a:xfrm>
            <a:custGeom>
              <a:avLst/>
              <a:gdLst/>
              <a:ahLst/>
              <a:cxnLst/>
              <a:rect l="l" t="t" r="r" b="b"/>
              <a:pathLst>
                <a:path w="3244895" h="1407868">
                  <a:moveTo>
                    <a:pt x="0" y="0"/>
                  </a:moveTo>
                  <a:lnTo>
                    <a:pt x="3244895" y="0"/>
                  </a:lnTo>
                  <a:lnTo>
                    <a:pt x="3244895" y="1407868"/>
                  </a:lnTo>
                  <a:lnTo>
                    <a:pt x="0" y="1407868"/>
                  </a:lnTo>
                  <a:lnTo>
                    <a:pt x="0" y="0"/>
                  </a:lnTo>
                  <a:close/>
                </a:path>
              </a:pathLst>
            </a:custGeom>
            <a:blipFill>
              <a:blip r:embed="rId4"/>
              <a:stretch>
                <a:fillRect r="-48319"/>
              </a:stretch>
            </a:blipFill>
          </p:spPr>
        </p:sp>
        <p:sp>
          <p:nvSpPr>
            <p:cNvPr id="24" name="Freeform 24"/>
            <p:cNvSpPr/>
            <p:nvPr/>
          </p:nvSpPr>
          <p:spPr>
            <a:xfrm>
              <a:off x="78506" y="0"/>
              <a:ext cx="3166389" cy="2058255"/>
            </a:xfrm>
            <a:custGeom>
              <a:avLst/>
              <a:gdLst/>
              <a:ahLst/>
              <a:cxnLst/>
              <a:rect l="l" t="t" r="r" b="b"/>
              <a:pathLst>
                <a:path w="3166389" h="2058255">
                  <a:moveTo>
                    <a:pt x="0" y="0"/>
                  </a:moveTo>
                  <a:lnTo>
                    <a:pt x="3166389" y="0"/>
                  </a:lnTo>
                  <a:lnTo>
                    <a:pt x="3166389" y="2058255"/>
                  </a:lnTo>
                  <a:lnTo>
                    <a:pt x="0" y="2058255"/>
                  </a:lnTo>
                  <a:lnTo>
                    <a:pt x="0" y="0"/>
                  </a:lnTo>
                  <a:close/>
                </a:path>
              </a:pathLst>
            </a:custGeom>
            <a:blipFill>
              <a:blip r:embed="rId3"/>
              <a:stretch>
                <a:fillRect l="-23575" t="-40298" r="-23575" b="-35771"/>
              </a:stretch>
            </a:blipFill>
          </p:spPr>
        </p:sp>
      </p:grpSp>
      <p:sp>
        <p:nvSpPr>
          <p:cNvPr id="25" name="Freeform 25"/>
          <p:cNvSpPr/>
          <p:nvPr/>
        </p:nvSpPr>
        <p:spPr>
          <a:xfrm>
            <a:off x="3809641" y="1727731"/>
            <a:ext cx="919435" cy="858522"/>
          </a:xfrm>
          <a:custGeom>
            <a:avLst/>
            <a:gdLst/>
            <a:ahLst/>
            <a:cxnLst/>
            <a:rect l="l" t="t" r="r" b="b"/>
            <a:pathLst>
              <a:path w="919435" h="858522">
                <a:moveTo>
                  <a:pt x="0" y="0"/>
                </a:moveTo>
                <a:lnTo>
                  <a:pt x="919435" y="0"/>
                </a:lnTo>
                <a:lnTo>
                  <a:pt x="919435" y="858522"/>
                </a:lnTo>
                <a:lnTo>
                  <a:pt x="0" y="85852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6" name="Freeform 26"/>
          <p:cNvSpPr/>
          <p:nvPr/>
        </p:nvSpPr>
        <p:spPr>
          <a:xfrm>
            <a:off x="8329757" y="1808325"/>
            <a:ext cx="1022148" cy="522573"/>
          </a:xfrm>
          <a:custGeom>
            <a:avLst/>
            <a:gdLst/>
            <a:ahLst/>
            <a:cxnLst/>
            <a:rect l="l" t="t" r="r" b="b"/>
            <a:pathLst>
              <a:path w="1022148" h="522573">
                <a:moveTo>
                  <a:pt x="0" y="0"/>
                </a:moveTo>
                <a:lnTo>
                  <a:pt x="1022147" y="0"/>
                </a:lnTo>
                <a:lnTo>
                  <a:pt x="1022147" y="522573"/>
                </a:lnTo>
                <a:lnTo>
                  <a:pt x="0" y="52257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27" name="Group 27"/>
          <p:cNvGrpSpPr/>
          <p:nvPr/>
        </p:nvGrpSpPr>
        <p:grpSpPr>
          <a:xfrm>
            <a:off x="516865" y="4374646"/>
            <a:ext cx="3482043" cy="1972566"/>
            <a:chOff x="0" y="0"/>
            <a:chExt cx="4642723" cy="2630088"/>
          </a:xfrm>
        </p:grpSpPr>
        <p:sp>
          <p:nvSpPr>
            <p:cNvPr id="28" name="Freeform 28"/>
            <p:cNvSpPr/>
            <p:nvPr/>
          </p:nvSpPr>
          <p:spPr>
            <a:xfrm>
              <a:off x="0" y="0"/>
              <a:ext cx="4642723" cy="2014346"/>
            </a:xfrm>
            <a:custGeom>
              <a:avLst/>
              <a:gdLst/>
              <a:ahLst/>
              <a:cxnLst/>
              <a:rect l="l" t="t" r="r" b="b"/>
              <a:pathLst>
                <a:path w="4642723" h="2014346">
                  <a:moveTo>
                    <a:pt x="0" y="0"/>
                  </a:moveTo>
                  <a:lnTo>
                    <a:pt x="4642723" y="0"/>
                  </a:lnTo>
                  <a:lnTo>
                    <a:pt x="4642723" y="2014346"/>
                  </a:lnTo>
                  <a:lnTo>
                    <a:pt x="0" y="2014346"/>
                  </a:lnTo>
                  <a:lnTo>
                    <a:pt x="0" y="0"/>
                  </a:lnTo>
                  <a:close/>
                </a:path>
              </a:pathLst>
            </a:custGeom>
            <a:blipFill>
              <a:blip r:embed="rId4"/>
              <a:stretch>
                <a:fillRect r="-48319"/>
              </a:stretch>
            </a:blipFill>
          </p:spPr>
        </p:sp>
        <p:sp>
          <p:nvSpPr>
            <p:cNvPr id="29" name="TextBox 29"/>
            <p:cNvSpPr txBox="1"/>
            <p:nvPr/>
          </p:nvSpPr>
          <p:spPr>
            <a:xfrm>
              <a:off x="0" y="1929283"/>
              <a:ext cx="4642723" cy="700805"/>
            </a:xfrm>
            <a:prstGeom prst="rect">
              <a:avLst/>
            </a:prstGeom>
          </p:spPr>
          <p:txBody>
            <a:bodyPr lIns="0" tIns="0" rIns="0" bIns="0" rtlCol="0" anchor="t">
              <a:spAutoFit/>
            </a:bodyPr>
            <a:lstStyle/>
            <a:p>
              <a:pPr algn="ctr">
                <a:lnSpc>
                  <a:spcPts val="4406"/>
                </a:lnSpc>
              </a:pPr>
              <a:r>
                <a:rPr lang="en-US" sz="3147" b="1" spc="862">
                  <a:solidFill>
                    <a:srgbClr val="9DA8BD"/>
                  </a:solidFill>
                  <a:latin typeface="Canva Sans Bold"/>
                  <a:ea typeface="Canva Sans Bold"/>
                  <a:cs typeface="Canva Sans Bold"/>
                  <a:sym typeface="Canva Sans Bold"/>
                </a:rPr>
                <a:t>A B A C B B</a:t>
              </a:r>
            </a:p>
          </p:txBody>
        </p:sp>
      </p:grpSp>
      <p:sp>
        <p:nvSpPr>
          <p:cNvPr id="30" name="Freeform 30"/>
          <p:cNvSpPr/>
          <p:nvPr/>
        </p:nvSpPr>
        <p:spPr>
          <a:xfrm>
            <a:off x="4063536" y="7978899"/>
            <a:ext cx="996335" cy="930328"/>
          </a:xfrm>
          <a:custGeom>
            <a:avLst/>
            <a:gdLst/>
            <a:ahLst/>
            <a:cxnLst/>
            <a:rect l="l" t="t" r="r" b="b"/>
            <a:pathLst>
              <a:path w="996335" h="930328">
                <a:moveTo>
                  <a:pt x="0" y="0"/>
                </a:moveTo>
                <a:lnTo>
                  <a:pt x="996335" y="0"/>
                </a:lnTo>
                <a:lnTo>
                  <a:pt x="996335" y="930328"/>
                </a:lnTo>
                <a:lnTo>
                  <a:pt x="0" y="93032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1" name="Freeform 31"/>
          <p:cNvSpPr/>
          <p:nvPr/>
        </p:nvSpPr>
        <p:spPr>
          <a:xfrm>
            <a:off x="8239900" y="8353018"/>
            <a:ext cx="1022148" cy="522573"/>
          </a:xfrm>
          <a:custGeom>
            <a:avLst/>
            <a:gdLst/>
            <a:ahLst/>
            <a:cxnLst/>
            <a:rect l="l" t="t" r="r" b="b"/>
            <a:pathLst>
              <a:path w="1022148" h="522573">
                <a:moveTo>
                  <a:pt x="0" y="0"/>
                </a:moveTo>
                <a:lnTo>
                  <a:pt x="1022148" y="0"/>
                </a:lnTo>
                <a:lnTo>
                  <a:pt x="1022148" y="522573"/>
                </a:lnTo>
                <a:lnTo>
                  <a:pt x="0" y="52257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2" name="Freeform 32"/>
          <p:cNvSpPr/>
          <p:nvPr/>
        </p:nvSpPr>
        <p:spPr>
          <a:xfrm>
            <a:off x="4465632" y="4931667"/>
            <a:ext cx="919435" cy="858522"/>
          </a:xfrm>
          <a:custGeom>
            <a:avLst/>
            <a:gdLst/>
            <a:ahLst/>
            <a:cxnLst/>
            <a:rect l="l" t="t" r="r" b="b"/>
            <a:pathLst>
              <a:path w="919435" h="858522">
                <a:moveTo>
                  <a:pt x="0" y="0"/>
                </a:moveTo>
                <a:lnTo>
                  <a:pt x="919435" y="0"/>
                </a:lnTo>
                <a:lnTo>
                  <a:pt x="919435" y="858523"/>
                </a:lnTo>
                <a:lnTo>
                  <a:pt x="0" y="858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3" name="Freeform 33"/>
          <p:cNvSpPr/>
          <p:nvPr/>
        </p:nvSpPr>
        <p:spPr>
          <a:xfrm>
            <a:off x="12083881" y="5037349"/>
            <a:ext cx="1022148" cy="522573"/>
          </a:xfrm>
          <a:custGeom>
            <a:avLst/>
            <a:gdLst/>
            <a:ahLst/>
            <a:cxnLst/>
            <a:rect l="l" t="t" r="r" b="b"/>
            <a:pathLst>
              <a:path w="1022148" h="522573">
                <a:moveTo>
                  <a:pt x="0" y="0"/>
                </a:moveTo>
                <a:lnTo>
                  <a:pt x="1022148" y="0"/>
                </a:lnTo>
                <a:lnTo>
                  <a:pt x="1022148" y="522573"/>
                </a:lnTo>
                <a:lnTo>
                  <a:pt x="0" y="52257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4" name="Freeform 34"/>
          <p:cNvSpPr/>
          <p:nvPr/>
        </p:nvSpPr>
        <p:spPr>
          <a:xfrm>
            <a:off x="7831361" y="4526558"/>
            <a:ext cx="1660232" cy="1660232"/>
          </a:xfrm>
          <a:custGeom>
            <a:avLst/>
            <a:gdLst/>
            <a:ahLst/>
            <a:cxnLst/>
            <a:rect l="l" t="t" r="r" b="b"/>
            <a:pathLst>
              <a:path w="1660232" h="1660232">
                <a:moveTo>
                  <a:pt x="0" y="0"/>
                </a:moveTo>
                <a:lnTo>
                  <a:pt x="1660231" y="0"/>
                </a:lnTo>
                <a:lnTo>
                  <a:pt x="1660231" y="1660232"/>
                </a:lnTo>
                <a:lnTo>
                  <a:pt x="0" y="166023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5" name="Freeform 35"/>
          <p:cNvSpPr/>
          <p:nvPr/>
        </p:nvSpPr>
        <p:spPr>
          <a:xfrm>
            <a:off x="9758292" y="4588624"/>
            <a:ext cx="1420061" cy="1420061"/>
          </a:xfrm>
          <a:custGeom>
            <a:avLst/>
            <a:gdLst/>
            <a:ahLst/>
            <a:cxnLst/>
            <a:rect l="l" t="t" r="r" b="b"/>
            <a:pathLst>
              <a:path w="1420061" h="1420061">
                <a:moveTo>
                  <a:pt x="0" y="0"/>
                </a:moveTo>
                <a:lnTo>
                  <a:pt x="1420062" y="0"/>
                </a:lnTo>
                <a:lnTo>
                  <a:pt x="1420062" y="1420061"/>
                </a:lnTo>
                <a:lnTo>
                  <a:pt x="0" y="142006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36" name="Freeform 36"/>
          <p:cNvSpPr/>
          <p:nvPr/>
        </p:nvSpPr>
        <p:spPr>
          <a:xfrm>
            <a:off x="6371421" y="4727721"/>
            <a:ext cx="1168586" cy="1356849"/>
          </a:xfrm>
          <a:custGeom>
            <a:avLst/>
            <a:gdLst/>
            <a:ahLst/>
            <a:cxnLst/>
            <a:rect l="l" t="t" r="r" b="b"/>
            <a:pathLst>
              <a:path w="1168586" h="1356849">
                <a:moveTo>
                  <a:pt x="0" y="0"/>
                </a:moveTo>
                <a:lnTo>
                  <a:pt x="1168587" y="0"/>
                </a:lnTo>
                <a:lnTo>
                  <a:pt x="1168587" y="1356849"/>
                </a:lnTo>
                <a:lnTo>
                  <a:pt x="0" y="135684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37" name="Freeform 37"/>
          <p:cNvSpPr/>
          <p:nvPr/>
        </p:nvSpPr>
        <p:spPr>
          <a:xfrm>
            <a:off x="5226152" y="1111704"/>
            <a:ext cx="2588942" cy="1672106"/>
          </a:xfrm>
          <a:custGeom>
            <a:avLst/>
            <a:gdLst/>
            <a:ahLst/>
            <a:cxnLst/>
            <a:rect l="l" t="t" r="r" b="b"/>
            <a:pathLst>
              <a:path w="2588942" h="1672106">
                <a:moveTo>
                  <a:pt x="0" y="0"/>
                </a:moveTo>
                <a:lnTo>
                  <a:pt x="2588942" y="0"/>
                </a:lnTo>
                <a:lnTo>
                  <a:pt x="2588942" y="1672106"/>
                </a:lnTo>
                <a:lnTo>
                  <a:pt x="0" y="1672106"/>
                </a:lnTo>
                <a:lnTo>
                  <a:pt x="0" y="0"/>
                </a:lnTo>
                <a:close/>
              </a:path>
            </a:pathLst>
          </a:custGeom>
          <a:blipFill>
            <a:blip r:embed="rId22"/>
            <a:stretch>
              <a:fillRect/>
            </a:stretch>
          </a:blipFill>
        </p:spPr>
      </p:sp>
      <p:sp>
        <p:nvSpPr>
          <p:cNvPr id="38" name="TextBox 38"/>
          <p:cNvSpPr txBox="1"/>
          <p:nvPr/>
        </p:nvSpPr>
        <p:spPr>
          <a:xfrm>
            <a:off x="295711" y="120541"/>
            <a:ext cx="7535650" cy="697460"/>
          </a:xfrm>
          <a:prstGeom prst="rect">
            <a:avLst/>
          </a:prstGeom>
        </p:spPr>
        <p:txBody>
          <a:bodyPr lIns="0" tIns="0" rIns="0" bIns="0" rtlCol="0" anchor="t">
            <a:spAutoFit/>
          </a:bodyPr>
          <a:lstStyle/>
          <a:p>
            <a:pPr algn="l">
              <a:lnSpc>
                <a:spcPts val="5657"/>
              </a:lnSpc>
            </a:pPr>
            <a:r>
              <a:rPr lang="en-US" sz="4040" b="1">
                <a:solidFill>
                  <a:srgbClr val="FFFFFF"/>
                </a:solidFill>
                <a:latin typeface="Anca Coder Bold"/>
                <a:ea typeface="Anca Coder Bold"/>
                <a:cs typeface="Anca Coder Bold"/>
                <a:sym typeface="Anca Coder Bold"/>
              </a:rPr>
              <a:t>BUILD TRAINING DATASET</a:t>
            </a:r>
          </a:p>
        </p:txBody>
      </p:sp>
      <p:sp>
        <p:nvSpPr>
          <p:cNvPr id="39" name="TextBox 39"/>
          <p:cNvSpPr txBox="1"/>
          <p:nvPr/>
        </p:nvSpPr>
        <p:spPr>
          <a:xfrm>
            <a:off x="448111" y="3544637"/>
            <a:ext cx="5089356" cy="697460"/>
          </a:xfrm>
          <a:prstGeom prst="rect">
            <a:avLst/>
          </a:prstGeom>
        </p:spPr>
        <p:txBody>
          <a:bodyPr lIns="0" tIns="0" rIns="0" bIns="0" rtlCol="0" anchor="t">
            <a:spAutoFit/>
          </a:bodyPr>
          <a:lstStyle/>
          <a:p>
            <a:pPr algn="l">
              <a:lnSpc>
                <a:spcPts val="5657"/>
              </a:lnSpc>
            </a:pPr>
            <a:r>
              <a:rPr lang="en-US" sz="4040" b="1">
                <a:solidFill>
                  <a:srgbClr val="FFFFFF"/>
                </a:solidFill>
                <a:latin typeface="Anca Coder Bold"/>
                <a:ea typeface="Anca Coder Bold"/>
                <a:cs typeface="Anca Coder Bold"/>
                <a:sym typeface="Anca Coder Bold"/>
              </a:rPr>
              <a:t>TRAIN A MODEL</a:t>
            </a:r>
          </a:p>
        </p:txBody>
      </p:sp>
      <p:sp>
        <p:nvSpPr>
          <p:cNvPr id="40" name="TextBox 40"/>
          <p:cNvSpPr txBox="1"/>
          <p:nvPr/>
        </p:nvSpPr>
        <p:spPr>
          <a:xfrm>
            <a:off x="295711" y="6611157"/>
            <a:ext cx="5089356" cy="697460"/>
          </a:xfrm>
          <a:prstGeom prst="rect">
            <a:avLst/>
          </a:prstGeom>
        </p:spPr>
        <p:txBody>
          <a:bodyPr lIns="0" tIns="0" rIns="0" bIns="0" rtlCol="0" anchor="t">
            <a:spAutoFit/>
          </a:bodyPr>
          <a:lstStyle/>
          <a:p>
            <a:pPr algn="l">
              <a:lnSpc>
                <a:spcPts val="5657"/>
              </a:lnSpc>
            </a:pPr>
            <a:r>
              <a:rPr lang="en-US" sz="4040" b="1">
                <a:solidFill>
                  <a:srgbClr val="FFFFFF"/>
                </a:solidFill>
                <a:latin typeface="Anca Coder Bold"/>
                <a:ea typeface="Anca Coder Bold"/>
                <a:cs typeface="Anca Coder Bold"/>
                <a:sym typeface="Anca Coder Bold"/>
              </a:rPr>
              <a:t>DEPLOY MODEL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48718156-43D2-44AA-B649-85408CB56344}"/>
              </a:ext>
            </a:extLst>
          </p:cNvPr>
          <p:cNvSpPr/>
          <p:nvPr/>
        </p:nvSpPr>
        <p:spPr>
          <a:xfrm>
            <a:off x="-1524000" y="876300"/>
            <a:ext cx="11237557" cy="9214797"/>
          </a:xfrm>
          <a:custGeom>
            <a:avLst/>
            <a:gdLst/>
            <a:ahLst/>
            <a:cxnLst/>
            <a:rect l="l" t="t" r="r" b="b"/>
            <a:pathLst>
              <a:path w="11237557" h="9214797">
                <a:moveTo>
                  <a:pt x="0" y="0"/>
                </a:moveTo>
                <a:lnTo>
                  <a:pt x="11237557" y="0"/>
                </a:lnTo>
                <a:lnTo>
                  <a:pt x="11237557" y="9214797"/>
                </a:lnTo>
                <a:lnTo>
                  <a:pt x="0" y="9214797"/>
                </a:lnTo>
                <a:lnTo>
                  <a:pt x="0" y="0"/>
                </a:lnTo>
                <a:close/>
              </a:path>
            </a:pathLst>
          </a:custGeom>
          <a:blipFill>
            <a:blip r:embed="rId2"/>
            <a:stretch>
              <a:fillRect/>
            </a:stretch>
          </a:blipFill>
        </p:spPr>
        <p:txBody>
          <a:bodyPr/>
          <a:lstStyle/>
          <a:p>
            <a:endParaRPr lang="en-AU" dirty="0"/>
          </a:p>
        </p:txBody>
      </p:sp>
      <p:sp>
        <p:nvSpPr>
          <p:cNvPr id="3" name="TextBox 13">
            <a:extLst>
              <a:ext uri="{FF2B5EF4-FFF2-40B4-BE49-F238E27FC236}">
                <a16:creationId xmlns:a16="http://schemas.microsoft.com/office/drawing/2014/main" id="{C11F080A-BC37-42D4-BBBE-DDB153FA2E49}"/>
              </a:ext>
            </a:extLst>
          </p:cNvPr>
          <p:cNvSpPr txBox="1"/>
          <p:nvPr/>
        </p:nvSpPr>
        <p:spPr>
          <a:xfrm>
            <a:off x="9982200" y="1571489"/>
            <a:ext cx="7086600" cy="7500515"/>
          </a:xfrm>
          <a:prstGeom prst="rect">
            <a:avLst/>
          </a:prstGeom>
        </p:spPr>
        <p:txBody>
          <a:bodyPr wrap="square" lIns="0" tIns="0" rIns="0" bIns="0" rtlCol="0" anchor="ctr">
            <a:spAutoFit/>
          </a:bodyPr>
          <a:lstStyle/>
          <a:p>
            <a:pPr marL="457200" indent="-457200">
              <a:lnSpc>
                <a:spcPts val="4900"/>
              </a:lnSpc>
              <a:buFont typeface="Arial" panose="020B0604020202020204" pitchFamily="34" charset="0"/>
              <a:buChar char="•"/>
            </a:pPr>
            <a:r>
              <a:rPr lang="en-US" sz="3500" dirty="0">
                <a:solidFill>
                  <a:schemeClr val="bg1"/>
                </a:solidFill>
                <a:latin typeface="Codec Pro" panose="020B0604020202020204" charset="0"/>
                <a:ea typeface="Anca Coder Bold"/>
                <a:cs typeface="Anca Coder Bold"/>
                <a:sym typeface="Anca Coder Bold"/>
              </a:rPr>
              <a:t>Too few individuals</a:t>
            </a:r>
          </a:p>
          <a:p>
            <a:pPr marL="457200" indent="-457200">
              <a:lnSpc>
                <a:spcPts val="4900"/>
              </a:lnSpc>
              <a:buFont typeface="Arial" panose="020B0604020202020204" pitchFamily="34" charset="0"/>
              <a:buChar char="•"/>
            </a:pPr>
            <a:r>
              <a:rPr lang="en-US" sz="3500" dirty="0">
                <a:solidFill>
                  <a:schemeClr val="bg1"/>
                </a:solidFill>
                <a:latin typeface="Codec Pro" panose="020B0604020202020204" charset="0"/>
                <a:ea typeface="Anca Coder Bold"/>
                <a:cs typeface="Anca Coder Bold"/>
                <a:sym typeface="Anca Coder Bold"/>
              </a:rPr>
              <a:t>Too many </a:t>
            </a:r>
            <a:r>
              <a:rPr lang="en-US" sz="3500" dirty="0" err="1">
                <a:solidFill>
                  <a:schemeClr val="bg1"/>
                </a:solidFill>
                <a:latin typeface="Codec Pro" panose="020B0604020202020204" charset="0"/>
                <a:ea typeface="Anca Coder Bold"/>
                <a:cs typeface="Anca Coder Bold"/>
                <a:sym typeface="Anca Coder Bold"/>
              </a:rPr>
              <a:t>behaviours</a:t>
            </a:r>
            <a:endParaRPr lang="en-US" sz="3500" dirty="0">
              <a:solidFill>
                <a:schemeClr val="bg1"/>
              </a:solidFill>
              <a:latin typeface="Codec Pro" panose="020B0604020202020204" charset="0"/>
              <a:ea typeface="Anca Coder Bold"/>
              <a:cs typeface="Anca Coder Bold"/>
              <a:sym typeface="Anca Coder Bold"/>
            </a:endParaRPr>
          </a:p>
          <a:p>
            <a:pPr marL="457200" indent="-457200">
              <a:lnSpc>
                <a:spcPts val="4900"/>
              </a:lnSpc>
              <a:buFont typeface="Arial" panose="020B0604020202020204" pitchFamily="34" charset="0"/>
              <a:buChar char="•"/>
            </a:pPr>
            <a:r>
              <a:rPr lang="en-US" sz="3500" dirty="0">
                <a:solidFill>
                  <a:schemeClr val="bg1"/>
                </a:solidFill>
                <a:latin typeface="Codec Pro" panose="020B0604020202020204" charset="0"/>
                <a:ea typeface="Anca Coder Bold"/>
                <a:cs typeface="Anca Coder Bold"/>
                <a:sym typeface="Anca Coder Bold"/>
              </a:rPr>
              <a:t>Non-representative data (climbing in an enclosure =/= climbing in the wild)</a:t>
            </a:r>
          </a:p>
          <a:p>
            <a:pPr marL="457200" indent="-457200">
              <a:lnSpc>
                <a:spcPts val="4900"/>
              </a:lnSpc>
              <a:buFont typeface="Arial" panose="020B0604020202020204" pitchFamily="34" charset="0"/>
              <a:buChar char="•"/>
            </a:pPr>
            <a:r>
              <a:rPr lang="en-US" sz="3500" dirty="0">
                <a:solidFill>
                  <a:schemeClr val="bg1"/>
                </a:solidFill>
                <a:latin typeface="Codec Pro" panose="020B0604020202020204" charset="0"/>
                <a:ea typeface="Anca Coder Bold"/>
                <a:cs typeface="Anca Coder Bold"/>
                <a:sym typeface="Anca Coder Bold"/>
              </a:rPr>
              <a:t>Randomly divided consecutive sequences</a:t>
            </a:r>
          </a:p>
          <a:p>
            <a:pPr marL="457200" indent="-457200">
              <a:lnSpc>
                <a:spcPts val="4900"/>
              </a:lnSpc>
              <a:buFont typeface="Arial" panose="020B0604020202020204" pitchFamily="34" charset="0"/>
              <a:buChar char="•"/>
            </a:pPr>
            <a:r>
              <a:rPr lang="en-US" sz="3500" dirty="0">
                <a:solidFill>
                  <a:schemeClr val="bg1"/>
                </a:solidFill>
                <a:latin typeface="Codec Pro" panose="020B0604020202020204" charset="0"/>
                <a:ea typeface="Anca Coder Bold"/>
                <a:cs typeface="Anca Coder Bold"/>
                <a:sym typeface="Anca Coder Bold"/>
              </a:rPr>
              <a:t>Tuned model without a validation set</a:t>
            </a:r>
          </a:p>
          <a:p>
            <a:pPr marL="457200" indent="-457200">
              <a:lnSpc>
                <a:spcPts val="4900"/>
              </a:lnSpc>
              <a:buFont typeface="Arial" panose="020B0604020202020204" pitchFamily="34" charset="0"/>
              <a:buChar char="•"/>
            </a:pPr>
            <a:endParaRPr lang="en-US" sz="3500" dirty="0">
              <a:solidFill>
                <a:schemeClr val="bg1"/>
              </a:solidFill>
              <a:latin typeface="Codec Pro" panose="020B0604020202020204" charset="0"/>
              <a:ea typeface="Anca Coder Bold"/>
              <a:cs typeface="Anca Coder Bold"/>
              <a:sym typeface="Anca Coder Bold"/>
            </a:endParaRPr>
          </a:p>
          <a:p>
            <a:pPr>
              <a:lnSpc>
                <a:spcPts val="4900"/>
              </a:lnSpc>
            </a:pPr>
            <a:r>
              <a:rPr lang="en-US" sz="3500" dirty="0">
                <a:solidFill>
                  <a:schemeClr val="bg1"/>
                </a:solidFill>
                <a:latin typeface="Codec Pro" panose="020B0604020202020204" charset="0"/>
                <a:ea typeface="Anca Coder Bold"/>
                <a:cs typeface="Anca Coder Bold"/>
                <a:sym typeface="Anca Coder Bold"/>
              </a:rPr>
              <a:t>Very overfit, non-</a:t>
            </a:r>
            <a:r>
              <a:rPr lang="en-US" sz="3500" dirty="0" err="1">
                <a:solidFill>
                  <a:schemeClr val="bg1"/>
                </a:solidFill>
                <a:latin typeface="Codec Pro" panose="020B0604020202020204" charset="0"/>
                <a:ea typeface="Anca Coder Bold"/>
                <a:cs typeface="Anca Coder Bold"/>
                <a:sym typeface="Anca Coder Bold"/>
              </a:rPr>
              <a:t>generalising</a:t>
            </a:r>
            <a:r>
              <a:rPr lang="en-US" sz="3500" dirty="0">
                <a:solidFill>
                  <a:schemeClr val="bg1"/>
                </a:solidFill>
                <a:latin typeface="Codec Pro" panose="020B0604020202020204" charset="0"/>
                <a:ea typeface="Anca Coder Bold"/>
                <a:cs typeface="Anca Coder Bold"/>
                <a:sym typeface="Anca Coder Bold"/>
              </a:rPr>
              <a:t> model (i.e., definitely not 99%)</a:t>
            </a:r>
          </a:p>
        </p:txBody>
      </p:sp>
    </p:spTree>
    <p:extLst>
      <p:ext uri="{BB962C8B-B14F-4D97-AF65-F5344CB8AC3E}">
        <p14:creationId xmlns:p14="http://schemas.microsoft.com/office/powerpoint/2010/main" val="438939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028700" y="679168"/>
            <a:ext cx="16230600" cy="8928663"/>
          </a:xfrm>
          <a:prstGeom prst="rect">
            <a:avLst/>
          </a:prstGeom>
        </p:spPr>
        <p:txBody>
          <a:bodyPr lIns="0" tIns="0" rIns="0" bIns="0" rtlCol="0" anchor="t">
            <a:spAutoFit/>
          </a:bodyPr>
          <a:lstStyle/>
          <a:p>
            <a:pPr marL="971553" lvl="1" indent="-485777" algn="l">
              <a:lnSpc>
                <a:spcPct val="150000"/>
              </a:lnSpc>
              <a:buFont typeface="Arial"/>
              <a:buChar char="•"/>
            </a:pPr>
            <a:r>
              <a:rPr lang="en-US" sz="3000" spc="-189" dirty="0">
                <a:solidFill>
                  <a:srgbClr val="FFFFFF"/>
                </a:solidFill>
                <a:latin typeface="Canva Sans"/>
                <a:ea typeface="Canva Sans"/>
                <a:cs typeface="Canva Sans"/>
                <a:sym typeface="Canva Sans"/>
              </a:rPr>
              <a:t>Do you have enough :</a:t>
            </a:r>
          </a:p>
          <a:p>
            <a:pPr marL="1943106" lvl="2" indent="-647702" algn="l">
              <a:lnSpc>
                <a:spcPct val="150000"/>
              </a:lnSpc>
              <a:buFont typeface="Arial"/>
              <a:buChar char="⚬"/>
            </a:pPr>
            <a:r>
              <a:rPr lang="en-US" sz="3000" spc="-189" dirty="0">
                <a:solidFill>
                  <a:srgbClr val="FFFFFF"/>
                </a:solidFill>
                <a:latin typeface="Canva Sans"/>
                <a:ea typeface="Canva Sans"/>
                <a:cs typeface="Canva Sans"/>
                <a:sym typeface="Canva Sans"/>
              </a:rPr>
              <a:t>data total?</a:t>
            </a:r>
          </a:p>
          <a:p>
            <a:pPr marL="1943106" lvl="2" indent="-647702" algn="l">
              <a:lnSpc>
                <a:spcPct val="150000"/>
              </a:lnSpc>
              <a:buFont typeface="Arial"/>
              <a:buChar char="⚬"/>
            </a:pPr>
            <a:r>
              <a:rPr lang="en-US" sz="3000" spc="-189" dirty="0">
                <a:solidFill>
                  <a:srgbClr val="FFFFFF"/>
                </a:solidFill>
                <a:latin typeface="Canva Sans"/>
                <a:ea typeface="Canva Sans"/>
                <a:cs typeface="Canva Sans"/>
                <a:sym typeface="Canva Sans"/>
              </a:rPr>
              <a:t>data per class?</a:t>
            </a:r>
          </a:p>
          <a:p>
            <a:pPr marL="1943106" lvl="2" indent="-647702" algn="l">
              <a:lnSpc>
                <a:spcPct val="150000"/>
              </a:lnSpc>
              <a:buFont typeface="Arial"/>
              <a:buChar char="⚬"/>
            </a:pPr>
            <a:r>
              <a:rPr lang="en-US" sz="3000" spc="-189" dirty="0">
                <a:solidFill>
                  <a:srgbClr val="FFFFFF"/>
                </a:solidFill>
                <a:latin typeface="Canva Sans"/>
                <a:ea typeface="Canva Sans"/>
                <a:cs typeface="Canva Sans"/>
                <a:sym typeface="Canva Sans"/>
              </a:rPr>
              <a:t>classes per individual?</a:t>
            </a:r>
          </a:p>
          <a:p>
            <a:pPr marL="971553" lvl="1" indent="-485777" algn="l">
              <a:lnSpc>
                <a:spcPct val="150000"/>
              </a:lnSpc>
              <a:buFont typeface="Arial"/>
              <a:buChar char="•"/>
            </a:pPr>
            <a:r>
              <a:rPr lang="en-US" sz="3000" spc="-189" dirty="0">
                <a:solidFill>
                  <a:srgbClr val="FFFFFF"/>
                </a:solidFill>
                <a:latin typeface="Canva Sans"/>
                <a:ea typeface="Canva Sans"/>
                <a:cs typeface="Canva Sans"/>
                <a:sym typeface="Canva Sans"/>
              </a:rPr>
              <a:t>Is the data of high quality?</a:t>
            </a:r>
          </a:p>
          <a:p>
            <a:pPr marL="1943106" lvl="2" indent="-647702">
              <a:lnSpc>
                <a:spcPct val="150000"/>
              </a:lnSpc>
              <a:buFont typeface="Arial"/>
              <a:buChar char="⚬"/>
            </a:pPr>
            <a:r>
              <a:rPr lang="en-US" sz="3000" spc="-189" dirty="0">
                <a:solidFill>
                  <a:srgbClr val="FFFFFF"/>
                </a:solidFill>
                <a:latin typeface="Canva Sans"/>
                <a:ea typeface="Canva Sans"/>
                <a:cs typeface="Canva Sans"/>
                <a:sym typeface="Canva Sans"/>
              </a:rPr>
              <a:t>Can patterns be visually </a:t>
            </a:r>
            <a:r>
              <a:rPr lang="en-US" sz="3000" spc="-189" dirty="0" err="1">
                <a:solidFill>
                  <a:srgbClr val="FFFFFF"/>
                </a:solidFill>
                <a:latin typeface="Canva Sans"/>
                <a:ea typeface="Canva Sans"/>
                <a:cs typeface="Canva Sans"/>
                <a:sym typeface="Canva Sans"/>
              </a:rPr>
              <a:t>distiguished</a:t>
            </a:r>
            <a:r>
              <a:rPr lang="en-US" sz="3000" spc="-189" dirty="0">
                <a:solidFill>
                  <a:srgbClr val="FFFFFF"/>
                </a:solidFill>
                <a:latin typeface="Canva Sans"/>
                <a:ea typeface="Canva Sans"/>
                <a:cs typeface="Canva Sans"/>
                <a:sym typeface="Canva Sans"/>
              </a:rPr>
              <a:t>?</a:t>
            </a:r>
          </a:p>
          <a:p>
            <a:pPr marL="1943106" lvl="2" indent="-647702">
              <a:lnSpc>
                <a:spcPct val="150000"/>
              </a:lnSpc>
              <a:buFont typeface="Arial"/>
              <a:buChar char="⚬"/>
            </a:pPr>
            <a:r>
              <a:rPr lang="en-US" sz="3000" spc="-189" dirty="0">
                <a:solidFill>
                  <a:srgbClr val="FFFFFF"/>
                </a:solidFill>
                <a:latin typeface="Canva Sans"/>
                <a:ea typeface="Canva Sans"/>
                <a:cs typeface="Canva Sans"/>
                <a:sym typeface="Canva Sans"/>
              </a:rPr>
              <a:t>Is it sufficient to represent the real problem?</a:t>
            </a:r>
          </a:p>
          <a:p>
            <a:pPr marL="971553" lvl="1" indent="-485777" algn="l">
              <a:lnSpc>
                <a:spcPct val="150000"/>
              </a:lnSpc>
              <a:buFont typeface="Arial"/>
              <a:buChar char="•"/>
            </a:pPr>
            <a:r>
              <a:rPr lang="en-US" sz="3000" spc="-189" dirty="0">
                <a:solidFill>
                  <a:srgbClr val="FFFFFF"/>
                </a:solidFill>
                <a:latin typeface="Canva Sans"/>
                <a:ea typeface="Canva Sans"/>
                <a:cs typeface="Canva Sans"/>
                <a:sym typeface="Canva Sans"/>
              </a:rPr>
              <a:t>How can we validate this model?</a:t>
            </a:r>
          </a:p>
          <a:p>
            <a:pPr marL="1943106" lvl="2" indent="-647702" algn="l">
              <a:lnSpc>
                <a:spcPct val="150000"/>
              </a:lnSpc>
              <a:buFont typeface="Arial"/>
              <a:buChar char="⚬"/>
            </a:pPr>
            <a:r>
              <a:rPr lang="en-US" sz="3000" spc="-189" dirty="0">
                <a:solidFill>
                  <a:srgbClr val="FFFFFF"/>
                </a:solidFill>
                <a:latin typeface="Canva Sans"/>
                <a:ea typeface="Canva Sans"/>
                <a:cs typeface="Canva Sans"/>
                <a:sym typeface="Canva Sans"/>
              </a:rPr>
              <a:t>What counts as an independent sample?</a:t>
            </a:r>
          </a:p>
          <a:p>
            <a:pPr marL="1943106" lvl="2" indent="-647702" algn="l">
              <a:lnSpc>
                <a:spcPct val="150000"/>
              </a:lnSpc>
              <a:buFont typeface="Arial"/>
              <a:buChar char="⚬"/>
            </a:pPr>
            <a:r>
              <a:rPr lang="en-US" sz="3000" spc="-189" dirty="0">
                <a:solidFill>
                  <a:srgbClr val="FFFFFF"/>
                </a:solidFill>
                <a:latin typeface="Canva Sans"/>
                <a:ea typeface="Canva Sans"/>
                <a:cs typeface="Canva Sans"/>
                <a:sym typeface="Canva Sans"/>
              </a:rPr>
              <a:t>Does this model need to </a:t>
            </a:r>
            <a:r>
              <a:rPr lang="en-US" sz="3000" spc="-189" dirty="0" err="1">
                <a:solidFill>
                  <a:srgbClr val="FFFFFF"/>
                </a:solidFill>
                <a:latin typeface="Canva Sans"/>
                <a:ea typeface="Canva Sans"/>
                <a:cs typeface="Canva Sans"/>
                <a:sym typeface="Canva Sans"/>
              </a:rPr>
              <a:t>generalise</a:t>
            </a:r>
            <a:r>
              <a:rPr lang="en-US" sz="3000" spc="-189" dirty="0">
                <a:solidFill>
                  <a:srgbClr val="FFFFFF"/>
                </a:solidFill>
                <a:latin typeface="Canva Sans"/>
                <a:ea typeface="Canva Sans"/>
                <a:cs typeface="Canva Sans"/>
                <a:sym typeface="Canva Sans"/>
              </a:rPr>
              <a:t> a lot or a little?</a:t>
            </a:r>
          </a:p>
          <a:p>
            <a:pPr marL="1943106" lvl="2" indent="-647702" algn="l">
              <a:lnSpc>
                <a:spcPct val="150000"/>
              </a:lnSpc>
              <a:buFont typeface="Arial"/>
              <a:buChar char="⚬"/>
            </a:pPr>
            <a:r>
              <a:rPr lang="en-US" sz="3000" spc="-189" dirty="0">
                <a:solidFill>
                  <a:srgbClr val="FFFFFF"/>
                </a:solidFill>
                <a:latin typeface="Canva Sans"/>
                <a:ea typeface="Canva Sans"/>
                <a:cs typeface="Canva Sans"/>
                <a:sym typeface="Canva Sans"/>
              </a:rPr>
              <a:t>How many different variants am I going to try?</a:t>
            </a:r>
          </a:p>
          <a:p>
            <a:pPr marL="1943106" lvl="2" indent="-647702" algn="l">
              <a:lnSpc>
                <a:spcPct val="150000"/>
              </a:lnSpc>
              <a:buFont typeface="Arial"/>
              <a:buChar char="⚬"/>
            </a:pPr>
            <a:endParaRPr lang="en-US" sz="3000" spc="-189" dirty="0">
              <a:solidFill>
                <a:srgbClr val="FFFFFF"/>
              </a:solidFill>
              <a:latin typeface="Canva Sans"/>
              <a:ea typeface="Canva Sans"/>
              <a:cs typeface="Canva Sans"/>
              <a:sym typeface="Canva Sans"/>
            </a:endParaRPr>
          </a:p>
          <a:p>
            <a:pPr marL="1295404" lvl="2" algn="l">
              <a:lnSpc>
                <a:spcPct val="150000"/>
              </a:lnSpc>
            </a:pPr>
            <a:r>
              <a:rPr lang="en-US" sz="3000" b="1" spc="-189" dirty="0">
                <a:solidFill>
                  <a:srgbClr val="FFFFFF"/>
                </a:solidFill>
                <a:latin typeface="Canva Sans"/>
                <a:ea typeface="Canva Sans"/>
                <a:cs typeface="Canva Sans"/>
                <a:sym typeface="Canva Sans"/>
              </a:rPr>
              <a:t>Can I simplify the question?</a:t>
            </a:r>
          </a:p>
        </p:txBody>
      </p:sp>
    </p:spTree>
    <p:extLst>
      <p:ext uri="{BB962C8B-B14F-4D97-AF65-F5344CB8AC3E}">
        <p14:creationId xmlns:p14="http://schemas.microsoft.com/office/powerpoint/2010/main" val="30165390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32749" y="2187859"/>
            <a:ext cx="2890070" cy="2694991"/>
          </a:xfrm>
          <a:custGeom>
            <a:avLst/>
            <a:gdLst/>
            <a:ahLst/>
            <a:cxnLst/>
            <a:rect l="l" t="t" r="r" b="b"/>
            <a:pathLst>
              <a:path w="2890070" h="2694991">
                <a:moveTo>
                  <a:pt x="0" y="0"/>
                </a:moveTo>
                <a:lnTo>
                  <a:pt x="2890071" y="0"/>
                </a:lnTo>
                <a:lnTo>
                  <a:pt x="2890071" y="2694990"/>
                </a:lnTo>
                <a:lnTo>
                  <a:pt x="0" y="269499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7286513" y="7064670"/>
            <a:ext cx="2382543" cy="2382543"/>
          </a:xfrm>
          <a:custGeom>
            <a:avLst/>
            <a:gdLst/>
            <a:ahLst/>
            <a:cxnLst/>
            <a:rect l="l" t="t" r="r" b="b"/>
            <a:pathLst>
              <a:path w="2382543" h="2382543">
                <a:moveTo>
                  <a:pt x="0" y="0"/>
                </a:moveTo>
                <a:lnTo>
                  <a:pt x="2382543" y="0"/>
                </a:lnTo>
                <a:lnTo>
                  <a:pt x="2382543" y="2382542"/>
                </a:lnTo>
                <a:lnTo>
                  <a:pt x="0" y="23825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113330" y="2742002"/>
            <a:ext cx="4144104" cy="1491455"/>
          </a:xfrm>
          <a:prstGeom prst="rect">
            <a:avLst/>
          </a:prstGeom>
        </p:spPr>
        <p:txBody>
          <a:bodyPr lIns="0" tIns="0" rIns="0" bIns="0" rtlCol="0" anchor="t">
            <a:spAutoFit/>
          </a:bodyPr>
          <a:lstStyle/>
          <a:p>
            <a:pPr algn="ctr">
              <a:lnSpc>
                <a:spcPts val="5993"/>
              </a:lnSpc>
            </a:pPr>
            <a:r>
              <a:rPr lang="en-US" sz="4281" b="1">
                <a:solidFill>
                  <a:srgbClr val="FFFFFF"/>
                </a:solidFill>
                <a:latin typeface="Anca Coder Bold"/>
                <a:ea typeface="Anca Coder Bold"/>
                <a:cs typeface="Anca Coder Bold"/>
                <a:sym typeface="Anca Coder Bold"/>
              </a:rPr>
              <a:t>?!??#%*!?}??&amp;$!@#&amp;?!\??/</a:t>
            </a:r>
          </a:p>
        </p:txBody>
      </p:sp>
      <p:sp>
        <p:nvSpPr>
          <p:cNvPr id="6" name="TextBox 6"/>
          <p:cNvSpPr txBox="1"/>
          <p:nvPr/>
        </p:nvSpPr>
        <p:spPr>
          <a:xfrm>
            <a:off x="1113330" y="7838826"/>
            <a:ext cx="4144104" cy="738980"/>
          </a:xfrm>
          <a:prstGeom prst="rect">
            <a:avLst/>
          </a:prstGeom>
        </p:spPr>
        <p:txBody>
          <a:bodyPr lIns="0" tIns="0" rIns="0" bIns="0" rtlCol="0" anchor="t">
            <a:spAutoFit/>
          </a:bodyPr>
          <a:lstStyle/>
          <a:p>
            <a:pPr algn="ctr">
              <a:lnSpc>
                <a:spcPts val="5993"/>
              </a:lnSpc>
            </a:pPr>
            <a:r>
              <a:rPr lang="en-US" sz="4281" b="1">
                <a:solidFill>
                  <a:srgbClr val="FFFFFF"/>
                </a:solidFill>
                <a:latin typeface="Anca Coder Bold"/>
                <a:ea typeface="Anca Coder Bold"/>
                <a:cs typeface="Anca Coder Bold"/>
                <a:sym typeface="Anca Coder Bold"/>
              </a:rPr>
              <a:t>?</a:t>
            </a:r>
          </a:p>
        </p:txBody>
      </p:sp>
      <p:sp>
        <p:nvSpPr>
          <p:cNvPr id="7" name="Freeform 7"/>
          <p:cNvSpPr/>
          <p:nvPr/>
        </p:nvSpPr>
        <p:spPr>
          <a:xfrm>
            <a:off x="5419748" y="3262306"/>
            <a:ext cx="1196923" cy="546096"/>
          </a:xfrm>
          <a:custGeom>
            <a:avLst/>
            <a:gdLst/>
            <a:ahLst/>
            <a:cxnLst/>
            <a:rect l="l" t="t" r="r" b="b"/>
            <a:pathLst>
              <a:path w="1196923" h="546096">
                <a:moveTo>
                  <a:pt x="0" y="0"/>
                </a:moveTo>
                <a:lnTo>
                  <a:pt x="1196923" y="0"/>
                </a:lnTo>
                <a:lnTo>
                  <a:pt x="1196923" y="546096"/>
                </a:lnTo>
                <a:lnTo>
                  <a:pt x="0" y="5460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5419748" y="7982893"/>
            <a:ext cx="1196923" cy="546096"/>
          </a:xfrm>
          <a:custGeom>
            <a:avLst/>
            <a:gdLst/>
            <a:ahLst/>
            <a:cxnLst/>
            <a:rect l="l" t="t" r="r" b="b"/>
            <a:pathLst>
              <a:path w="1196923" h="546096">
                <a:moveTo>
                  <a:pt x="0" y="0"/>
                </a:moveTo>
                <a:lnTo>
                  <a:pt x="1196923" y="0"/>
                </a:lnTo>
                <a:lnTo>
                  <a:pt x="1196923" y="546096"/>
                </a:lnTo>
                <a:lnTo>
                  <a:pt x="0" y="5460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0571215" y="7982893"/>
            <a:ext cx="1196923" cy="546096"/>
          </a:xfrm>
          <a:custGeom>
            <a:avLst/>
            <a:gdLst/>
            <a:ahLst/>
            <a:cxnLst/>
            <a:rect l="l" t="t" r="r" b="b"/>
            <a:pathLst>
              <a:path w="1196923" h="546096">
                <a:moveTo>
                  <a:pt x="0" y="0"/>
                </a:moveTo>
                <a:lnTo>
                  <a:pt x="1196923" y="0"/>
                </a:lnTo>
                <a:lnTo>
                  <a:pt x="1196923" y="546096"/>
                </a:lnTo>
                <a:lnTo>
                  <a:pt x="0" y="5460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10743937" y="3262306"/>
            <a:ext cx="1196923" cy="546096"/>
          </a:xfrm>
          <a:custGeom>
            <a:avLst/>
            <a:gdLst/>
            <a:ahLst/>
            <a:cxnLst/>
            <a:rect l="l" t="t" r="r" b="b"/>
            <a:pathLst>
              <a:path w="1196923" h="546096">
                <a:moveTo>
                  <a:pt x="0" y="0"/>
                </a:moveTo>
                <a:lnTo>
                  <a:pt x="1196922" y="0"/>
                </a:lnTo>
                <a:lnTo>
                  <a:pt x="1196922" y="546096"/>
                </a:lnTo>
                <a:lnTo>
                  <a:pt x="0" y="5460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p:cNvSpPr txBox="1"/>
          <p:nvPr/>
        </p:nvSpPr>
        <p:spPr>
          <a:xfrm>
            <a:off x="12359959" y="2742002"/>
            <a:ext cx="4814711" cy="1491455"/>
          </a:xfrm>
          <a:prstGeom prst="rect">
            <a:avLst/>
          </a:prstGeom>
        </p:spPr>
        <p:txBody>
          <a:bodyPr lIns="0" tIns="0" rIns="0" bIns="0" rtlCol="0" anchor="t">
            <a:spAutoFit/>
          </a:bodyPr>
          <a:lstStyle/>
          <a:p>
            <a:pPr algn="ctr">
              <a:lnSpc>
                <a:spcPts val="5993"/>
              </a:lnSpc>
            </a:pPr>
            <a:r>
              <a:rPr lang="en-US" sz="4281" b="1">
                <a:solidFill>
                  <a:srgbClr val="FFFFFF"/>
                </a:solidFill>
                <a:latin typeface="Anca Coder Bold"/>
                <a:ea typeface="Anca Coder Bold"/>
                <a:cs typeface="Anca Coder Bold"/>
                <a:sym typeface="Anca Coder Bold"/>
              </a:rPr>
              <a:t>!!!?%^&amp;{if}!&amp;*</a:t>
            </a:r>
          </a:p>
          <a:p>
            <a:pPr algn="ctr">
              <a:lnSpc>
                <a:spcPts val="5993"/>
              </a:lnSpc>
            </a:pPr>
            <a:r>
              <a:rPr lang="en-US" sz="4281" b="1">
                <a:solidFill>
                  <a:srgbClr val="FFFFFF"/>
                </a:solidFill>
                <a:latin typeface="Anca Coder Bold"/>
                <a:ea typeface="Anca Coder Bold"/>
                <a:cs typeface="Anca Coder Bold"/>
                <a:sym typeface="Anca Coder Bold"/>
              </a:rPr>
              <a:t>!!#@{else}*&amp;!!</a:t>
            </a:r>
          </a:p>
        </p:txBody>
      </p:sp>
      <p:sp>
        <p:nvSpPr>
          <p:cNvPr id="12" name="TextBox 12"/>
          <p:cNvSpPr txBox="1"/>
          <p:nvPr/>
        </p:nvSpPr>
        <p:spPr>
          <a:xfrm>
            <a:off x="12593715" y="7790009"/>
            <a:ext cx="4144104" cy="738980"/>
          </a:xfrm>
          <a:prstGeom prst="rect">
            <a:avLst/>
          </a:prstGeom>
        </p:spPr>
        <p:txBody>
          <a:bodyPr lIns="0" tIns="0" rIns="0" bIns="0" rtlCol="0" anchor="t">
            <a:spAutoFit/>
          </a:bodyPr>
          <a:lstStyle/>
          <a:p>
            <a:pPr algn="ctr">
              <a:lnSpc>
                <a:spcPts val="5993"/>
              </a:lnSpc>
            </a:pPr>
            <a:r>
              <a:rPr lang="en-US" sz="4281" b="1">
                <a:solidFill>
                  <a:srgbClr val="FFFFFF"/>
                </a:solidFill>
                <a:latin typeface="Anca Coder Bold"/>
                <a:ea typeface="Anca Coder Bold"/>
                <a:cs typeface="Anca Coder Bold"/>
                <a:sym typeface="Anca Coder Bold"/>
              </a:rPr>
              <a:t>!</a:t>
            </a:r>
          </a:p>
        </p:txBody>
      </p:sp>
      <p:sp>
        <p:nvSpPr>
          <p:cNvPr id="13" name="TextBox 13"/>
          <p:cNvSpPr txBox="1"/>
          <p:nvPr/>
        </p:nvSpPr>
        <p:spPr>
          <a:xfrm>
            <a:off x="1113330" y="615950"/>
            <a:ext cx="4144104" cy="1235075"/>
          </a:xfrm>
          <a:prstGeom prst="rect">
            <a:avLst/>
          </a:prstGeom>
        </p:spPr>
        <p:txBody>
          <a:bodyPr lIns="0" tIns="0" rIns="0" bIns="0" rtlCol="0" anchor="t">
            <a:spAutoFit/>
          </a:bodyPr>
          <a:lstStyle/>
          <a:p>
            <a:pPr algn="ctr">
              <a:lnSpc>
                <a:spcPts val="4900"/>
              </a:lnSpc>
            </a:pPr>
            <a:r>
              <a:rPr lang="en-US" sz="3500" b="1" dirty="0">
                <a:solidFill>
                  <a:srgbClr val="E6C078"/>
                </a:solidFill>
                <a:latin typeface="Anca Coder Bold"/>
                <a:ea typeface="Anca Coder Bold"/>
                <a:cs typeface="Anca Coder Bold"/>
                <a:sym typeface="Anca Coder Bold"/>
              </a:rPr>
              <a:t>confusing data and questions</a:t>
            </a:r>
          </a:p>
        </p:txBody>
      </p:sp>
      <p:sp>
        <p:nvSpPr>
          <p:cNvPr id="14" name="TextBox 14"/>
          <p:cNvSpPr txBox="1"/>
          <p:nvPr/>
        </p:nvSpPr>
        <p:spPr>
          <a:xfrm>
            <a:off x="6243418" y="615950"/>
            <a:ext cx="4144104" cy="1235075"/>
          </a:xfrm>
          <a:prstGeom prst="rect">
            <a:avLst/>
          </a:prstGeom>
        </p:spPr>
        <p:txBody>
          <a:bodyPr lIns="0" tIns="0" rIns="0" bIns="0" rtlCol="0" anchor="t">
            <a:spAutoFit/>
          </a:bodyPr>
          <a:lstStyle/>
          <a:p>
            <a:pPr algn="ctr">
              <a:lnSpc>
                <a:spcPts val="4900"/>
              </a:lnSpc>
            </a:pPr>
            <a:r>
              <a:rPr lang="en-US" sz="3500" b="1">
                <a:solidFill>
                  <a:srgbClr val="E6C078"/>
                </a:solidFill>
                <a:latin typeface="Anca Coder Bold"/>
                <a:ea typeface="Anca Coder Bold"/>
                <a:cs typeface="Anca Coder Bold"/>
                <a:sym typeface="Anca Coder Bold"/>
              </a:rPr>
              <a:t>high-tech models</a:t>
            </a:r>
          </a:p>
        </p:txBody>
      </p:sp>
      <p:sp>
        <p:nvSpPr>
          <p:cNvPr id="15" name="TextBox 15"/>
          <p:cNvSpPr txBox="1"/>
          <p:nvPr/>
        </p:nvSpPr>
        <p:spPr>
          <a:xfrm>
            <a:off x="12258412" y="615950"/>
            <a:ext cx="4814711" cy="615950"/>
          </a:xfrm>
          <a:prstGeom prst="rect">
            <a:avLst/>
          </a:prstGeom>
        </p:spPr>
        <p:txBody>
          <a:bodyPr lIns="0" tIns="0" rIns="0" bIns="0" rtlCol="0" anchor="t">
            <a:spAutoFit/>
          </a:bodyPr>
          <a:lstStyle/>
          <a:p>
            <a:pPr algn="ctr">
              <a:lnSpc>
                <a:spcPts val="4900"/>
              </a:lnSpc>
            </a:pPr>
            <a:r>
              <a:rPr lang="en-US" sz="3500" b="1">
                <a:solidFill>
                  <a:srgbClr val="E6C078"/>
                </a:solidFill>
                <a:latin typeface="Anca Coder Bold"/>
                <a:ea typeface="Anca Coder Bold"/>
                <a:cs typeface="Anca Coder Bold"/>
                <a:sym typeface="Anca Coder Bold"/>
              </a:rPr>
              <a:t>confusing results</a:t>
            </a:r>
          </a:p>
        </p:txBody>
      </p:sp>
      <p:sp>
        <p:nvSpPr>
          <p:cNvPr id="16" name="TextBox 16"/>
          <p:cNvSpPr txBox="1"/>
          <p:nvPr/>
        </p:nvSpPr>
        <p:spPr>
          <a:xfrm>
            <a:off x="1164103" y="5486695"/>
            <a:ext cx="4144104" cy="1235075"/>
          </a:xfrm>
          <a:prstGeom prst="rect">
            <a:avLst/>
          </a:prstGeom>
        </p:spPr>
        <p:txBody>
          <a:bodyPr lIns="0" tIns="0" rIns="0" bIns="0" rtlCol="0" anchor="t">
            <a:spAutoFit/>
          </a:bodyPr>
          <a:lstStyle/>
          <a:p>
            <a:pPr algn="ctr">
              <a:lnSpc>
                <a:spcPts val="4900"/>
              </a:lnSpc>
            </a:pPr>
            <a:r>
              <a:rPr lang="en-US" sz="3500" b="1">
                <a:solidFill>
                  <a:srgbClr val="E6C078"/>
                </a:solidFill>
                <a:latin typeface="Anca Coder Bold"/>
                <a:ea typeface="Anca Coder Bold"/>
                <a:cs typeface="Anca Coder Bold"/>
                <a:sym typeface="Anca Coder Bold"/>
              </a:rPr>
              <a:t>simple data and questions</a:t>
            </a:r>
          </a:p>
        </p:txBody>
      </p:sp>
      <p:sp>
        <p:nvSpPr>
          <p:cNvPr id="17" name="TextBox 17"/>
          <p:cNvSpPr txBox="1"/>
          <p:nvPr/>
        </p:nvSpPr>
        <p:spPr>
          <a:xfrm>
            <a:off x="6294192" y="5486695"/>
            <a:ext cx="4093331" cy="615950"/>
          </a:xfrm>
          <a:prstGeom prst="rect">
            <a:avLst/>
          </a:prstGeom>
        </p:spPr>
        <p:txBody>
          <a:bodyPr lIns="0" tIns="0" rIns="0" bIns="0" rtlCol="0" anchor="t">
            <a:spAutoFit/>
          </a:bodyPr>
          <a:lstStyle/>
          <a:p>
            <a:pPr algn="ctr">
              <a:lnSpc>
                <a:spcPts val="4900"/>
              </a:lnSpc>
            </a:pPr>
            <a:r>
              <a:rPr lang="en-US" sz="3500" b="1">
                <a:solidFill>
                  <a:srgbClr val="E6C078"/>
                </a:solidFill>
                <a:latin typeface="Anca Coder Bold"/>
                <a:ea typeface="Anca Coder Bold"/>
                <a:cs typeface="Anca Coder Bold"/>
                <a:sym typeface="Anca Coder Bold"/>
              </a:rPr>
              <a:t>simple models</a:t>
            </a:r>
          </a:p>
        </p:txBody>
      </p:sp>
      <p:sp>
        <p:nvSpPr>
          <p:cNvPr id="18" name="TextBox 18"/>
          <p:cNvSpPr txBox="1"/>
          <p:nvPr/>
        </p:nvSpPr>
        <p:spPr>
          <a:xfrm>
            <a:off x="12309186" y="5486695"/>
            <a:ext cx="4814711" cy="615950"/>
          </a:xfrm>
          <a:prstGeom prst="rect">
            <a:avLst/>
          </a:prstGeom>
        </p:spPr>
        <p:txBody>
          <a:bodyPr lIns="0" tIns="0" rIns="0" bIns="0" rtlCol="0" anchor="t">
            <a:spAutoFit/>
          </a:bodyPr>
          <a:lstStyle/>
          <a:p>
            <a:pPr algn="ctr">
              <a:lnSpc>
                <a:spcPts val="4900"/>
              </a:lnSpc>
            </a:pPr>
            <a:r>
              <a:rPr lang="en-US" sz="3500" b="1">
                <a:solidFill>
                  <a:srgbClr val="E6C078"/>
                </a:solidFill>
                <a:latin typeface="Anca Coder Bold"/>
                <a:ea typeface="Anca Coder Bold"/>
                <a:cs typeface="Anca Coder Bold"/>
                <a:sym typeface="Anca Coder Bold"/>
              </a:rPr>
              <a:t>simpler results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155544" y="6373395"/>
            <a:ext cx="1750058" cy="838957"/>
            <a:chOff x="0" y="0"/>
            <a:chExt cx="2333411" cy="1118609"/>
          </a:xfrm>
        </p:grpSpPr>
        <p:sp>
          <p:nvSpPr>
            <p:cNvPr id="3" name="Freeform 3"/>
            <p:cNvSpPr/>
            <p:nvPr/>
          </p:nvSpPr>
          <p:spPr>
            <a:xfrm>
              <a:off x="0" y="0"/>
              <a:ext cx="1096975" cy="1096975"/>
            </a:xfrm>
            <a:custGeom>
              <a:avLst/>
              <a:gdLst/>
              <a:ahLst/>
              <a:cxnLst/>
              <a:rect l="l" t="t" r="r" b="b"/>
              <a:pathLst>
                <a:path w="1096975" h="1096975">
                  <a:moveTo>
                    <a:pt x="0" y="0"/>
                  </a:moveTo>
                  <a:lnTo>
                    <a:pt x="1096975" y="0"/>
                  </a:lnTo>
                  <a:lnTo>
                    <a:pt x="1096975" y="1096975"/>
                  </a:lnTo>
                  <a:lnTo>
                    <a:pt x="0" y="10969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59546" y="0"/>
              <a:ext cx="1073864" cy="1118609"/>
            </a:xfrm>
            <a:custGeom>
              <a:avLst/>
              <a:gdLst/>
              <a:ahLst/>
              <a:cxnLst/>
              <a:rect l="l" t="t" r="r" b="b"/>
              <a:pathLst>
                <a:path w="1073864" h="1118609">
                  <a:moveTo>
                    <a:pt x="0" y="0"/>
                  </a:moveTo>
                  <a:lnTo>
                    <a:pt x="1073865" y="0"/>
                  </a:lnTo>
                  <a:lnTo>
                    <a:pt x="1073865" y="1118609"/>
                  </a:lnTo>
                  <a:lnTo>
                    <a:pt x="0" y="1118609"/>
                  </a:lnTo>
                  <a:lnTo>
                    <a:pt x="0" y="0"/>
                  </a:lnTo>
                  <a:close/>
                </a:path>
              </a:pathLst>
            </a:custGeom>
            <a:blipFill>
              <a:blip r:embed="rId4"/>
              <a:stretch>
                <a:fillRect/>
              </a:stretch>
            </a:blipFill>
          </p:spPr>
        </p:sp>
      </p:grpSp>
      <p:sp>
        <p:nvSpPr>
          <p:cNvPr id="5" name="Freeform 5"/>
          <p:cNvSpPr/>
          <p:nvPr/>
        </p:nvSpPr>
        <p:spPr>
          <a:xfrm>
            <a:off x="14177637" y="1028700"/>
            <a:ext cx="3081663" cy="4108884"/>
          </a:xfrm>
          <a:custGeom>
            <a:avLst/>
            <a:gdLst/>
            <a:ahLst/>
            <a:cxnLst/>
            <a:rect l="l" t="t" r="r" b="b"/>
            <a:pathLst>
              <a:path w="3081663" h="4108884">
                <a:moveTo>
                  <a:pt x="0" y="0"/>
                </a:moveTo>
                <a:lnTo>
                  <a:pt x="3081663" y="0"/>
                </a:lnTo>
                <a:lnTo>
                  <a:pt x="3081663" y="4108884"/>
                </a:lnTo>
                <a:lnTo>
                  <a:pt x="0" y="4108884"/>
                </a:lnTo>
                <a:lnTo>
                  <a:pt x="0" y="0"/>
                </a:lnTo>
                <a:close/>
              </a:path>
            </a:pathLst>
          </a:custGeom>
          <a:blipFill>
            <a:blip r:embed="rId5"/>
            <a:stretch>
              <a:fillRect/>
            </a:stretch>
          </a:blipFill>
        </p:spPr>
      </p:sp>
      <p:sp>
        <p:nvSpPr>
          <p:cNvPr id="6" name="Freeform 6"/>
          <p:cNvSpPr/>
          <p:nvPr/>
        </p:nvSpPr>
        <p:spPr>
          <a:xfrm>
            <a:off x="14177637" y="5263163"/>
            <a:ext cx="3081663" cy="3995137"/>
          </a:xfrm>
          <a:custGeom>
            <a:avLst/>
            <a:gdLst/>
            <a:ahLst/>
            <a:cxnLst/>
            <a:rect l="l" t="t" r="r" b="b"/>
            <a:pathLst>
              <a:path w="3081663" h="3995137">
                <a:moveTo>
                  <a:pt x="0" y="0"/>
                </a:moveTo>
                <a:lnTo>
                  <a:pt x="3081663" y="0"/>
                </a:lnTo>
                <a:lnTo>
                  <a:pt x="3081663" y="3995137"/>
                </a:lnTo>
                <a:lnTo>
                  <a:pt x="0" y="3995137"/>
                </a:lnTo>
                <a:lnTo>
                  <a:pt x="0" y="0"/>
                </a:lnTo>
                <a:close/>
              </a:path>
            </a:pathLst>
          </a:custGeom>
          <a:blipFill>
            <a:blip r:embed="rId6"/>
            <a:stretch>
              <a:fillRect/>
            </a:stretch>
          </a:blipFill>
        </p:spPr>
      </p:sp>
      <p:sp>
        <p:nvSpPr>
          <p:cNvPr id="8" name="TextBox 8"/>
          <p:cNvSpPr txBox="1"/>
          <p:nvPr/>
        </p:nvSpPr>
        <p:spPr>
          <a:xfrm>
            <a:off x="4958521" y="2948516"/>
            <a:ext cx="4144104" cy="1019176"/>
          </a:xfrm>
          <a:prstGeom prst="rect">
            <a:avLst/>
          </a:prstGeom>
        </p:spPr>
        <p:txBody>
          <a:bodyPr lIns="0" tIns="0" rIns="0" bIns="0" rtlCol="0" anchor="t">
            <a:spAutoFit/>
          </a:bodyPr>
          <a:lstStyle/>
          <a:p>
            <a:pPr algn="ctr">
              <a:lnSpc>
                <a:spcPts val="8399"/>
              </a:lnSpc>
            </a:pPr>
            <a:r>
              <a:rPr lang="en-US" sz="5999" b="1" dirty="0">
                <a:solidFill>
                  <a:srgbClr val="E6C078"/>
                </a:solidFill>
                <a:latin typeface="Anca Coder Bold"/>
                <a:ea typeface="Anca Coder Bold"/>
                <a:cs typeface="Anca Coder Bold"/>
                <a:sym typeface="Anca Coder Bold"/>
              </a:rPr>
              <a:t>Thank you</a:t>
            </a:r>
          </a:p>
        </p:txBody>
      </p:sp>
      <p:sp>
        <p:nvSpPr>
          <p:cNvPr id="9" name="TextBox 9"/>
          <p:cNvSpPr txBox="1"/>
          <p:nvPr/>
        </p:nvSpPr>
        <p:spPr>
          <a:xfrm>
            <a:off x="3373451" y="5473444"/>
            <a:ext cx="7314244" cy="688974"/>
          </a:xfrm>
          <a:prstGeom prst="rect">
            <a:avLst/>
          </a:prstGeom>
        </p:spPr>
        <p:txBody>
          <a:bodyPr lIns="0" tIns="0" rIns="0" bIns="0" rtlCol="0" anchor="t">
            <a:spAutoFit/>
          </a:bodyPr>
          <a:lstStyle/>
          <a:p>
            <a:pPr algn="ctr">
              <a:lnSpc>
                <a:spcPts val="5600"/>
              </a:lnSpc>
            </a:pPr>
            <a:r>
              <a:rPr lang="en-US" sz="4000" b="1" i="1">
                <a:solidFill>
                  <a:srgbClr val="A792D1"/>
                </a:solidFill>
                <a:latin typeface="Anca Coder Bold Italics"/>
                <a:ea typeface="Anca Coder Bold Italics"/>
                <a:cs typeface="Anca Coder Bold Italics"/>
                <a:sym typeface="Anca Coder Bold Italics"/>
              </a:rPr>
              <a:t>oakalice.github.io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TotalTime>
  <Words>1657</Words>
  <Application>Microsoft Office PowerPoint</Application>
  <PresentationFormat>Custom</PresentationFormat>
  <Paragraphs>257</Paragraphs>
  <Slides>27</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Codec Pro</vt:lpstr>
      <vt:lpstr>Codec Pro Bold</vt:lpstr>
      <vt:lpstr>Calibri</vt:lpstr>
      <vt:lpstr>Arial</vt:lpstr>
      <vt:lpstr>Anca Coder Bold Italics</vt:lpstr>
      <vt:lpstr>Anca Coder Bold</vt:lpstr>
      <vt:lpstr>Anca Coder</vt:lpstr>
      <vt:lpstr>Canva Sans Bold</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talk for UQ lab</dc:title>
  <cp:lastModifiedBy>Oakleigh Wilson</cp:lastModifiedBy>
  <cp:revision>37</cp:revision>
  <dcterms:created xsi:type="dcterms:W3CDTF">2006-08-16T00:00:00Z</dcterms:created>
  <dcterms:modified xsi:type="dcterms:W3CDTF">2024-10-30T01:06:37Z</dcterms:modified>
  <dc:identifier>DAGUcQY5UN4</dc:identifier>
</cp:coreProperties>
</file>